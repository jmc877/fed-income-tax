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4"/>
  </p:notesMasterIdLst>
  <p:sldIdLst>
    <p:sldId id="295" r:id="rId2"/>
    <p:sldId id="315" r:id="rId3"/>
    <p:sldId id="296" r:id="rId4"/>
    <p:sldId id="312" r:id="rId5"/>
    <p:sldId id="313" r:id="rId6"/>
    <p:sldId id="314" r:id="rId7"/>
    <p:sldId id="316" r:id="rId8"/>
    <p:sldId id="317" r:id="rId9"/>
    <p:sldId id="318" r:id="rId10"/>
    <p:sldId id="319" r:id="rId11"/>
    <p:sldId id="320" r:id="rId12"/>
    <p:sldId id="321" r:id="rId13"/>
    <p:sldId id="322" r:id="rId14"/>
    <p:sldId id="323" r:id="rId15"/>
    <p:sldId id="324" r:id="rId16"/>
    <p:sldId id="325" r:id="rId17"/>
    <p:sldId id="326" r:id="rId18"/>
    <p:sldId id="327" r:id="rId19"/>
    <p:sldId id="328" r:id="rId20"/>
    <p:sldId id="329" r:id="rId21"/>
    <p:sldId id="330" r:id="rId22"/>
    <p:sldId id="331" r:id="rId23"/>
  </p:sldIdLst>
  <p:sldSz cx="12192000" cy="6858000"/>
  <p:notesSz cx="70104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514"/>
    <p:restoredTop sz="96072"/>
  </p:normalViewPr>
  <p:slideViewPr>
    <p:cSldViewPr snapToGrid="0" snapToObjects="1">
      <p:cViewPr varScale="1">
        <p:scale>
          <a:sx n="74" d="100"/>
          <a:sy n="74" d="100"/>
        </p:scale>
        <p:origin x="184" y="3008"/>
      </p:cViewPr>
      <p:guideLst/>
    </p:cSldViewPr>
  </p:slideViewPr>
  <p:outlineViewPr>
    <p:cViewPr>
      <p:scale>
        <a:sx n="33" d="100"/>
        <a:sy n="33" d="100"/>
      </p:scale>
      <p:origin x="0" y="-1428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ffrey M. Colon" userId="615143b1-cdee-493d-9a9d-1565ce8666d9" providerId="ADAL" clId="{DC1DB158-BAB1-5930-B714-AEF472873853}"/>
    <pc:docChg chg="modSld modMainMaster">
      <pc:chgData name="Jeffrey M. Colon" userId="615143b1-cdee-493d-9a9d-1565ce8666d9" providerId="ADAL" clId="{DC1DB158-BAB1-5930-B714-AEF472873853}" dt="2026-09-27T17:01:57.450" v="18" actId="20577"/>
      <pc:docMkLst>
        <pc:docMk/>
      </pc:docMkLst>
      <pc:sldChg chg="modSp mod">
        <pc:chgData name="Jeffrey M. Colon" userId="615143b1-cdee-493d-9a9d-1565ce8666d9" providerId="ADAL" clId="{DC1DB158-BAB1-5930-B714-AEF472873853}" dt="2026-09-27T12:41:56.908" v="15" actId="20577"/>
        <pc:sldMkLst>
          <pc:docMk/>
          <pc:sldMk cId="123558849" sldId="295"/>
        </pc:sldMkLst>
        <pc:spChg chg="mod">
          <ac:chgData name="Jeffrey M. Colon" userId="615143b1-cdee-493d-9a9d-1565ce8666d9" providerId="ADAL" clId="{DC1DB158-BAB1-5930-B714-AEF472873853}" dt="2026-09-27T12:41:56.908" v="15" actId="20577"/>
          <ac:spMkLst>
            <pc:docMk/>
            <pc:sldMk cId="123558849" sldId="295"/>
            <ac:spMk id="3" creationId="{00000000-0000-0000-0000-000000000000}"/>
          </ac:spMkLst>
        </pc:spChg>
      </pc:sldChg>
      <pc:sldChg chg="modSp mod">
        <pc:chgData name="Jeffrey M. Colon" userId="615143b1-cdee-493d-9a9d-1565ce8666d9" providerId="ADAL" clId="{DC1DB158-BAB1-5930-B714-AEF472873853}" dt="2026-09-27T17:01:57.450" v="18" actId="20577"/>
        <pc:sldMkLst>
          <pc:docMk/>
          <pc:sldMk cId="470099955" sldId="327"/>
        </pc:sldMkLst>
        <pc:spChg chg="mod">
          <ac:chgData name="Jeffrey M. Colon" userId="615143b1-cdee-493d-9a9d-1565ce8666d9" providerId="ADAL" clId="{DC1DB158-BAB1-5930-B714-AEF472873853}" dt="2026-09-27T17:01:57.450" v="18" actId="20577"/>
          <ac:spMkLst>
            <pc:docMk/>
            <pc:sldMk cId="470099955" sldId="327"/>
            <ac:spMk id="2" creationId="{FAA83DA4-7C6D-5AD4-765B-35C547F2F690}"/>
          </ac:spMkLst>
        </pc:spChg>
      </pc:sldChg>
      <pc:sldMasterChg chg="modSp mod">
        <pc:chgData name="Jeffrey M. Colon" userId="615143b1-cdee-493d-9a9d-1565ce8666d9" providerId="ADAL" clId="{DC1DB158-BAB1-5930-B714-AEF472873853}" dt="2026-09-27T12:42:12.960" v="17" actId="20577"/>
        <pc:sldMasterMkLst>
          <pc:docMk/>
          <pc:sldMasterMk cId="371776349" sldId="2147483660"/>
        </pc:sldMasterMkLst>
        <pc:spChg chg="mod">
          <ac:chgData name="Jeffrey M. Colon" userId="615143b1-cdee-493d-9a9d-1565ce8666d9" providerId="ADAL" clId="{DC1DB158-BAB1-5930-B714-AEF472873853}" dt="2026-09-27T12:42:12.960" v="17" actId="20577"/>
          <ac:spMkLst>
            <pc:docMk/>
            <pc:sldMasterMk cId="371776349" sldId="2147483660"/>
            <ac:spMk id="9" creationId="{00000000-0000-0000-0000-000000000000}"/>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3408"/>
          </a:xfrm>
          <a:prstGeom prst="rect">
            <a:avLst/>
          </a:prstGeom>
        </p:spPr>
        <p:txBody>
          <a:bodyPr vert="horz" lIns="92830" tIns="46415" rIns="92830" bIns="46415" rtlCol="0"/>
          <a:lstStyle>
            <a:lvl1pPr algn="l">
              <a:defRPr sz="1200"/>
            </a:lvl1pPr>
          </a:lstStyle>
          <a:p>
            <a:endParaRPr lang="en-US"/>
          </a:p>
        </p:txBody>
      </p:sp>
      <p:sp>
        <p:nvSpPr>
          <p:cNvPr id="3" name="Date Placeholder 2"/>
          <p:cNvSpPr>
            <a:spLocks noGrp="1"/>
          </p:cNvSpPr>
          <p:nvPr>
            <p:ph type="dt" idx="1"/>
          </p:nvPr>
        </p:nvSpPr>
        <p:spPr>
          <a:xfrm>
            <a:off x="3970938" y="1"/>
            <a:ext cx="3037840" cy="463408"/>
          </a:xfrm>
          <a:prstGeom prst="rect">
            <a:avLst/>
          </a:prstGeom>
        </p:spPr>
        <p:txBody>
          <a:bodyPr vert="horz" lIns="92830" tIns="46415" rIns="92830" bIns="46415" rtlCol="0"/>
          <a:lstStyle>
            <a:lvl1pPr algn="r">
              <a:defRPr sz="1200"/>
            </a:lvl1pPr>
          </a:lstStyle>
          <a:p>
            <a:fld id="{83BC67FA-3E26-304D-BDBD-530C6272A0E0}" type="datetimeFigureOut">
              <a:rPr lang="en-US" smtClean="0"/>
              <a:t>9/27/26</a:t>
            </a:fld>
            <a:endParaRPr lang="en-US"/>
          </a:p>
        </p:txBody>
      </p:sp>
      <p:sp>
        <p:nvSpPr>
          <p:cNvPr id="4" name="Slide Image Placeholder 3"/>
          <p:cNvSpPr>
            <a:spLocks noGrp="1" noRot="1" noChangeAspect="1"/>
          </p:cNvSpPr>
          <p:nvPr>
            <p:ph type="sldImg" idx="2"/>
          </p:nvPr>
        </p:nvSpPr>
        <p:spPr>
          <a:xfrm>
            <a:off x="733425" y="1154113"/>
            <a:ext cx="5543550" cy="3117850"/>
          </a:xfrm>
          <a:prstGeom prst="rect">
            <a:avLst/>
          </a:prstGeom>
          <a:noFill/>
          <a:ln w="12700">
            <a:solidFill>
              <a:prstClr val="black"/>
            </a:solidFill>
          </a:ln>
        </p:spPr>
        <p:txBody>
          <a:bodyPr vert="horz" lIns="92830" tIns="46415" rIns="92830" bIns="46415" rtlCol="0" anchor="ctr"/>
          <a:lstStyle/>
          <a:p>
            <a:endParaRPr lang="en-US"/>
          </a:p>
        </p:txBody>
      </p:sp>
      <p:sp>
        <p:nvSpPr>
          <p:cNvPr id="5" name="Notes Placeholder 4"/>
          <p:cNvSpPr>
            <a:spLocks noGrp="1"/>
          </p:cNvSpPr>
          <p:nvPr>
            <p:ph type="body" sz="quarter" idx="3"/>
          </p:nvPr>
        </p:nvSpPr>
        <p:spPr>
          <a:xfrm>
            <a:off x="701040" y="4444862"/>
            <a:ext cx="5608320" cy="3636705"/>
          </a:xfrm>
          <a:prstGeom prst="rect">
            <a:avLst/>
          </a:prstGeom>
        </p:spPr>
        <p:txBody>
          <a:bodyPr vert="horz" lIns="92830" tIns="46415" rIns="92830" bIns="4641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70"/>
            <a:ext cx="3037840" cy="463407"/>
          </a:xfrm>
          <a:prstGeom prst="rect">
            <a:avLst/>
          </a:prstGeom>
        </p:spPr>
        <p:txBody>
          <a:bodyPr vert="horz" lIns="92830" tIns="46415" rIns="92830" bIns="46415"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772670"/>
            <a:ext cx="3037840" cy="463407"/>
          </a:xfrm>
          <a:prstGeom prst="rect">
            <a:avLst/>
          </a:prstGeom>
        </p:spPr>
        <p:txBody>
          <a:bodyPr vert="horz" lIns="92830" tIns="46415" rIns="92830" bIns="46415" rtlCol="0" anchor="b"/>
          <a:lstStyle>
            <a:lvl1pPr algn="r">
              <a:defRPr sz="1200"/>
            </a:lvl1pPr>
          </a:lstStyle>
          <a:p>
            <a:fld id="{BF72E6F7-09F5-B04E-8141-9A4144300CC5}" type="slidenum">
              <a:rPr lang="en-US" smtClean="0"/>
              <a:t>‹#›</a:t>
            </a:fld>
            <a:endParaRPr lang="en-US"/>
          </a:p>
        </p:txBody>
      </p:sp>
    </p:spTree>
    <p:extLst>
      <p:ext uri="{BB962C8B-B14F-4D97-AF65-F5344CB8AC3E}">
        <p14:creationId xmlns:p14="http://schemas.microsoft.com/office/powerpoint/2010/main" val="1319690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473258D-F88C-F440-AD20-53E2DCDDB8B5}" type="slidenum">
              <a:rPr lang="en-US" smtClean="0"/>
              <a:t>1</a:t>
            </a:fld>
            <a:endParaRPr lang="en-US"/>
          </a:p>
        </p:txBody>
      </p:sp>
    </p:spTree>
    <p:extLst>
      <p:ext uri="{BB962C8B-B14F-4D97-AF65-F5344CB8AC3E}">
        <p14:creationId xmlns:p14="http://schemas.microsoft.com/office/powerpoint/2010/main" val="36888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72E6F7-09F5-B04E-8141-9A4144300CC5}" type="slidenum">
              <a:rPr lang="en-US" smtClean="0"/>
              <a:t>9</a:t>
            </a:fld>
            <a:endParaRPr lang="en-US"/>
          </a:p>
        </p:txBody>
      </p:sp>
    </p:spTree>
    <p:extLst>
      <p:ext uri="{BB962C8B-B14F-4D97-AF65-F5344CB8AC3E}">
        <p14:creationId xmlns:p14="http://schemas.microsoft.com/office/powerpoint/2010/main" val="40249907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p:cNvSpPr txBox="1">
            <a:spLocks noChangeArrowheads="1"/>
          </p:cNvSpPr>
          <p:nvPr userDrawn="1"/>
        </p:nvSpPr>
        <p:spPr bwMode="auto">
          <a:xfrm>
            <a:off x="0" y="914400"/>
            <a:ext cx="12192000" cy="369888"/>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800">
              <a:latin typeface="Arial" charset="0"/>
              <a:ea typeface="+mn-ea"/>
            </a:endParaRPr>
          </a:p>
        </p:txBody>
      </p:sp>
      <p:sp>
        <p:nvSpPr>
          <p:cNvPr id="3" name="Slide Number Placeholder 9"/>
          <p:cNvSpPr>
            <a:spLocks noGrp="1"/>
          </p:cNvSpPr>
          <p:nvPr>
            <p:ph type="sldNum" sz="quarter" idx="10"/>
          </p:nvPr>
        </p:nvSpPr>
        <p:spPr/>
        <p:txBody>
          <a:bodyPr/>
          <a:lstStyle>
            <a:lvl1pPr algn="r">
              <a:defRPr/>
            </a:lvl1pPr>
          </a:lstStyle>
          <a:p>
            <a:fld id="{22D706CB-156B-8643-9A07-D8448DABBCBD}" type="slidenum">
              <a:rPr lang="en-US" altLang="en-US" smtClean="0"/>
              <a:pPr/>
              <a:t>‹#›</a:t>
            </a:fld>
            <a:endParaRPr lang="en-US" altLang="en-US"/>
          </a:p>
        </p:txBody>
      </p:sp>
      <p:sp>
        <p:nvSpPr>
          <p:cNvPr id="4" name="Footer Placeholder 3"/>
          <p:cNvSpPr>
            <a:spLocks noGrp="1"/>
          </p:cNvSpPr>
          <p:nvPr>
            <p:ph type="ftr" sz="quarter" idx="11"/>
          </p:nvPr>
        </p:nvSpPr>
        <p:spPr>
          <a:xfrm>
            <a:off x="4165600" y="6474733"/>
            <a:ext cx="3860800" cy="288925"/>
          </a:xfrm>
        </p:spPr>
        <p:txBody>
          <a:bodyPr/>
          <a:lstStyle>
            <a:lvl1pPr>
              <a:defRPr smtClean="0"/>
            </a:lvl1pPr>
          </a:lstStyle>
          <a:p>
            <a:pPr>
              <a:defRPr/>
            </a:pPr>
            <a:r>
              <a:rPr lang="en-US"/>
              <a:t>Income Shifting in Families</a:t>
            </a:r>
            <a:endParaRPr lang="en-US" dirty="0"/>
          </a:p>
        </p:txBody>
      </p:sp>
    </p:spTree>
    <p:extLst>
      <p:ext uri="{BB962C8B-B14F-4D97-AF65-F5344CB8AC3E}">
        <p14:creationId xmlns:p14="http://schemas.microsoft.com/office/powerpoint/2010/main" val="135592511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512064" y="533400"/>
            <a:ext cx="11277600" cy="5812064"/>
          </a:xfrm>
          <a:prstGeom prst="rect">
            <a:avLst/>
          </a:prstGeom>
        </p:spPr>
        <p:txBody>
          <a:bodyPr/>
          <a:lstStyle>
            <a:lvl1pPr marL="228600" indent="-228600" algn="just" defTabSz="914400" rtl="0" eaLnBrk="1" latinLnBrk="0" hangingPunct="1">
              <a:spcBef>
                <a:spcPct val="20000"/>
              </a:spcBef>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457200" indent="-228600" algn="just">
              <a:buClr>
                <a:srgbClr val="B01C2E"/>
              </a:buClr>
              <a:buSzPct val="60000"/>
              <a:buFont typeface="Wingdings" charset="2"/>
              <a:buChar char="Ø"/>
              <a:defRPr lang="en-US" sz="2200" kern="1200" dirty="0" smtClean="0">
                <a:solidFill>
                  <a:schemeClr val="tx1"/>
                </a:solidFill>
                <a:latin typeface="Calibri" charset="0"/>
                <a:ea typeface="Calibri" charset="0"/>
                <a:cs typeface="Calibri" charset="0"/>
              </a:defRPr>
            </a:lvl2pPr>
            <a:lvl3pPr marL="685800" indent="-228600" algn="just">
              <a:buClr>
                <a:srgbClr val="B01C2E"/>
              </a:buClr>
              <a:buSzPct val="60000"/>
              <a:buFont typeface="Courier New" charset="0"/>
              <a:buChar char="o"/>
              <a:defRPr lang="en-US" sz="2200" kern="1200" baseline="0" dirty="0" smtClean="0">
                <a:solidFill>
                  <a:schemeClr val="tx1"/>
                </a:solidFill>
                <a:latin typeface="Calibri" charset="0"/>
                <a:ea typeface="Calibri" charset="0"/>
                <a:cs typeface="Calibri" charset="0"/>
              </a:defRPr>
            </a:lvl3pPr>
            <a:lvl4pPr marL="914400" indent="-228600" algn="just">
              <a:buClr>
                <a:srgbClr val="B01C2E"/>
              </a:buClr>
              <a:buSzPct val="60000"/>
              <a:buFont typeface="Arial" charset="0"/>
              <a:buChar char="•"/>
              <a:defRPr lang="en-US" sz="2000" kern="1200" baseline="0" dirty="0" smtClean="0">
                <a:solidFill>
                  <a:schemeClr val="tx1"/>
                </a:solidFill>
                <a:latin typeface="Calibri" charset="0"/>
                <a:ea typeface="Calibri" charset="0"/>
                <a:cs typeface="Calibri" charset="0"/>
              </a:defRPr>
            </a:lvl4pPr>
            <a:lvl5pPr marL="1143000" algn="just">
              <a:buClr>
                <a:srgbClr val="B01C2E"/>
              </a:buClr>
              <a:buSzPct val="60000"/>
              <a:buFont typeface="Calibri" pitchFamily="34" charset="0"/>
              <a:buChar char="–"/>
              <a:defRPr lang="en-US" sz="20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512064" y="41933"/>
            <a:ext cx="112776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395288" algn="l"/>
              </a:tabLst>
              <a:defRPr sz="2200" b="1"/>
            </a:lvl1pPr>
          </a:lstStyle>
          <a:p>
            <a:pPr lvl="0"/>
            <a:r>
              <a:rPr lang="en-US" dirty="0"/>
              <a:t>Click to edit Master title style</a:t>
            </a:r>
          </a:p>
        </p:txBody>
      </p:sp>
      <p:sp>
        <p:nvSpPr>
          <p:cNvPr id="5" name="Slide Number Placeholder 9"/>
          <p:cNvSpPr>
            <a:spLocks noGrp="1"/>
          </p:cNvSpPr>
          <p:nvPr>
            <p:ph type="sldNum" sz="quarter" idx="10"/>
          </p:nvPr>
        </p:nvSpPr>
        <p:spPr>
          <a:xfrm>
            <a:off x="11180064" y="6471105"/>
            <a:ext cx="609600" cy="365125"/>
          </a:xfrm>
        </p:spPr>
        <p:txBody>
          <a:bodyPr/>
          <a:lstStyle>
            <a:lvl1pPr algn="r">
              <a:defRPr/>
            </a:lvl1pPr>
          </a:lstStyle>
          <a:p>
            <a:fld id="{7B3E355C-57B9-BC4B-95D8-406A1F834537}" type="slidenum">
              <a:rPr lang="en-US" altLang="en-US" smtClean="0"/>
              <a:pPr/>
              <a:t>‹#›</a:t>
            </a:fld>
            <a:endParaRPr lang="en-US" altLang="en-US"/>
          </a:p>
        </p:txBody>
      </p:sp>
      <p:sp>
        <p:nvSpPr>
          <p:cNvPr id="6" name="Footer Placeholder 4"/>
          <p:cNvSpPr>
            <a:spLocks noGrp="1"/>
          </p:cNvSpPr>
          <p:nvPr>
            <p:ph type="ftr" sz="quarter" idx="11"/>
          </p:nvPr>
        </p:nvSpPr>
        <p:spPr/>
        <p:txBody>
          <a:bodyPr/>
          <a:lstStyle>
            <a:lvl1pPr>
              <a:defRPr sz="1000" b="1" smtClean="0"/>
            </a:lvl1pPr>
          </a:lstStyle>
          <a:p>
            <a:pPr>
              <a:defRPr/>
            </a:pPr>
            <a:r>
              <a:rPr lang="en-US"/>
              <a:t>Income Shifting in Families</a:t>
            </a:r>
            <a:endParaRPr lang="en-US" dirty="0"/>
          </a:p>
        </p:txBody>
      </p:sp>
      <p:sp>
        <p:nvSpPr>
          <p:cNvPr id="8" name="Rectangle 7"/>
          <p:cNvSpPr/>
          <p:nvPr userDrawn="1"/>
        </p:nvSpPr>
        <p:spPr>
          <a:xfrm>
            <a:off x="512064" y="407060"/>
            <a:ext cx="112776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10567130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9" name="Content Placeholder 10"/>
          <p:cNvSpPr>
            <a:spLocks noGrp="1"/>
          </p:cNvSpPr>
          <p:nvPr>
            <p:ph sz="quarter" idx="16"/>
          </p:nvPr>
        </p:nvSpPr>
        <p:spPr>
          <a:xfrm>
            <a:off x="508000" y="1417320"/>
            <a:ext cx="5486400" cy="4572000"/>
          </a:xfrm>
          <a:prstGeom prst="rect">
            <a:avLst/>
          </a:prstGeom>
        </p:spPr>
        <p:txBody>
          <a:bodyPr/>
          <a:lstStyle>
            <a:lvl1pPr marL="228600" marR="0" indent="-228600" algn="l" defTabSz="9144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600">
                <a:latin typeface="Calibri" charset="0"/>
                <a:ea typeface="Calibri" charset="0"/>
                <a:cs typeface="Calibri" charset="0"/>
              </a:defRPr>
            </a:lvl1pPr>
            <a:lvl2pPr marL="457200" indent="-228600">
              <a:buClr>
                <a:schemeClr val="accent1"/>
              </a:buClr>
              <a:buSzPct val="60000"/>
              <a:buFont typeface="Wingdings" charset="2"/>
              <a:buChar char="Ø"/>
              <a:defRPr lang="en-US" sz="1600" kern="1200" dirty="0" smtClean="0">
                <a:solidFill>
                  <a:schemeClr val="tx1"/>
                </a:solidFill>
                <a:latin typeface="Calibri" charset="0"/>
                <a:ea typeface="Calibri" charset="0"/>
                <a:cs typeface="Calibri" charset="0"/>
              </a:defRPr>
            </a:lvl2pPr>
            <a:lvl3pPr marL="685800" indent="-228600">
              <a:buClr>
                <a:schemeClr val="accent1"/>
              </a:buClr>
              <a:buSzPct val="60000"/>
              <a:buFont typeface="Courier New" charset="0"/>
              <a:buChar char="o"/>
              <a:defRPr sz="1600">
                <a:latin typeface="Calibri" charset="0"/>
                <a:ea typeface="Calibri" charset="0"/>
                <a:cs typeface="Calibri" charset="0"/>
              </a:defRPr>
            </a:lvl3pPr>
            <a:lvl4pPr marL="914400" indent="-228600">
              <a:buClr>
                <a:schemeClr val="accent1"/>
              </a:buClr>
              <a:buSzPct val="60000"/>
              <a:buFont typeface="Arial" charset="0"/>
              <a:buChar char="•"/>
              <a:defRPr sz="1600">
                <a:latin typeface="Calibri" charset="0"/>
                <a:ea typeface="Calibri" charset="0"/>
                <a:cs typeface="Calibri" charset="0"/>
              </a:defRPr>
            </a:lvl4pPr>
            <a:lvl5pPr marL="1143000">
              <a:buClr>
                <a:schemeClr val="accent1"/>
              </a:buClr>
              <a:buSzPct val="60000"/>
              <a:buFont typeface="Arial" pitchFamily="34" charset="0"/>
              <a:buChar char="–"/>
              <a:defRPr sz="16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10"/>
          <p:cNvSpPr>
            <a:spLocks noGrp="1"/>
          </p:cNvSpPr>
          <p:nvPr>
            <p:ph sz="quarter" idx="17"/>
          </p:nvPr>
        </p:nvSpPr>
        <p:spPr>
          <a:xfrm>
            <a:off x="6197600" y="1417320"/>
            <a:ext cx="5486400" cy="4572000"/>
          </a:xfrm>
          <a:prstGeom prst="rect">
            <a:avLst/>
          </a:prstGeom>
        </p:spPr>
        <p:txBody>
          <a:bodyPr/>
          <a:lstStyle>
            <a:lvl1pPr marL="228600" marR="0" indent="-228600" algn="l" defTabSz="9144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600">
                <a:latin typeface="Calibri" charset="0"/>
                <a:ea typeface="Calibri" charset="0"/>
                <a:cs typeface="Calibri" charset="0"/>
              </a:defRPr>
            </a:lvl1pPr>
            <a:lvl2pPr marL="457200" indent="-228600">
              <a:buClr>
                <a:schemeClr val="accent1"/>
              </a:buClr>
              <a:buSzPct val="60000"/>
              <a:buFont typeface="Wingdings" charset="2"/>
              <a:buChar char="Ø"/>
              <a:defRPr lang="en-US" sz="1600" kern="1200" dirty="0" smtClean="0">
                <a:solidFill>
                  <a:schemeClr val="tx1"/>
                </a:solidFill>
                <a:latin typeface="Calibri" charset="0"/>
                <a:ea typeface="Calibri" charset="0"/>
                <a:cs typeface="Calibri" charset="0"/>
              </a:defRPr>
            </a:lvl2pPr>
            <a:lvl3pPr marL="685800" indent="-228600">
              <a:buClr>
                <a:schemeClr val="accent1"/>
              </a:buClr>
              <a:buSzPct val="60000"/>
              <a:buFont typeface="Courier New" charset="0"/>
              <a:buChar char="o"/>
              <a:defRPr sz="1600">
                <a:latin typeface="Calibri" charset="0"/>
                <a:ea typeface="Calibri" charset="0"/>
                <a:cs typeface="Calibri" charset="0"/>
              </a:defRPr>
            </a:lvl3pPr>
            <a:lvl4pPr marL="914400" indent="-228600">
              <a:buClr>
                <a:schemeClr val="accent1"/>
              </a:buClr>
              <a:buSzPct val="60000"/>
              <a:buFont typeface="Arial" charset="0"/>
              <a:buChar char="•"/>
              <a:defRPr sz="1600">
                <a:latin typeface="Calibri" charset="0"/>
                <a:ea typeface="Calibri" charset="0"/>
                <a:cs typeface="Calibri" charset="0"/>
              </a:defRPr>
            </a:lvl4pPr>
            <a:lvl5pPr marL="1143000">
              <a:buClr>
                <a:schemeClr val="accent1"/>
              </a:buClr>
              <a:buSzPct val="60000"/>
              <a:buFont typeface="Arial" pitchFamily="34" charset="0"/>
              <a:buChar char="–"/>
              <a:defRPr sz="16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9"/>
          <p:cNvSpPr>
            <a:spLocks noGrp="1"/>
          </p:cNvSpPr>
          <p:nvPr>
            <p:ph type="sldNum" sz="quarter" idx="18"/>
          </p:nvPr>
        </p:nvSpPr>
        <p:spPr/>
        <p:txBody>
          <a:bodyPr/>
          <a:lstStyle>
            <a:lvl1pPr>
              <a:defRPr/>
            </a:lvl1pPr>
          </a:lstStyle>
          <a:p>
            <a:fld id="{463EAD6B-1B79-144E-A805-1CA6FF1F03FA}" type="slidenum">
              <a:rPr lang="en-US" altLang="en-US"/>
              <a:pPr/>
              <a:t>‹#›</a:t>
            </a:fld>
            <a:endParaRPr lang="en-US" altLang="en-US"/>
          </a:p>
        </p:txBody>
      </p:sp>
      <p:sp>
        <p:nvSpPr>
          <p:cNvPr id="6" name="Footer Placeholder 12"/>
          <p:cNvSpPr>
            <a:spLocks noGrp="1"/>
          </p:cNvSpPr>
          <p:nvPr>
            <p:ph type="ftr" sz="quarter" idx="19"/>
          </p:nvPr>
        </p:nvSpPr>
        <p:spPr/>
        <p:txBody>
          <a:bodyPr/>
          <a:lstStyle>
            <a:lvl1pPr>
              <a:defRPr/>
            </a:lvl1pPr>
          </a:lstStyle>
          <a:p>
            <a:pPr>
              <a:defRPr/>
            </a:pPr>
            <a:r>
              <a:rPr lang="en-US"/>
              <a:t>Income Shifting in Families</a:t>
            </a:r>
          </a:p>
        </p:txBody>
      </p:sp>
      <p:sp>
        <p:nvSpPr>
          <p:cNvPr id="2" name="TextBox 1"/>
          <p:cNvSpPr txBox="1"/>
          <p:nvPr userDrawn="1"/>
        </p:nvSpPr>
        <p:spPr>
          <a:xfrm>
            <a:off x="2748039" y="537029"/>
            <a:ext cx="184731" cy="369332"/>
          </a:xfrm>
          <a:prstGeom prst="rect">
            <a:avLst/>
          </a:prstGeom>
          <a:noFill/>
        </p:spPr>
        <p:txBody>
          <a:bodyPr wrap="none" rtlCol="0">
            <a:spAutoFit/>
          </a:bodyPr>
          <a:lstStyle/>
          <a:p>
            <a:endParaRPr lang="en-US" sz="1800"/>
          </a:p>
        </p:txBody>
      </p:sp>
    </p:spTree>
    <p:extLst>
      <p:ext uri="{BB962C8B-B14F-4D97-AF65-F5344CB8AC3E}">
        <p14:creationId xmlns:p14="http://schemas.microsoft.com/office/powerpoint/2010/main" val="1874899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5080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1976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508000" y="3886200"/>
            <a:ext cx="111760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 name="Slide Number Placeholder 9"/>
          <p:cNvSpPr>
            <a:spLocks noGrp="1"/>
          </p:cNvSpPr>
          <p:nvPr>
            <p:ph type="sldNum" sz="quarter" idx="19"/>
          </p:nvPr>
        </p:nvSpPr>
        <p:spPr/>
        <p:txBody>
          <a:bodyPr/>
          <a:lstStyle>
            <a:lvl1pPr>
              <a:defRPr/>
            </a:lvl1pPr>
          </a:lstStyle>
          <a:p>
            <a:fld id="{DBDD9035-58B9-F243-8D2E-5AB7C4167337}" type="slidenum">
              <a:rPr lang="en-US" altLang="en-US"/>
              <a:pPr/>
              <a:t>‹#›</a:t>
            </a:fld>
            <a:endParaRPr lang="en-US" altLang="en-US"/>
          </a:p>
        </p:txBody>
      </p:sp>
      <p:sp>
        <p:nvSpPr>
          <p:cNvPr id="8" name="Footer Placeholder 12"/>
          <p:cNvSpPr>
            <a:spLocks noGrp="1"/>
          </p:cNvSpPr>
          <p:nvPr>
            <p:ph type="ftr" sz="quarter" idx="20"/>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193750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6197600" y="1417320"/>
            <a:ext cx="5486400" cy="48006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5080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508000" y="39319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 name="Slide Number Placeholder 9"/>
          <p:cNvSpPr>
            <a:spLocks noGrp="1"/>
          </p:cNvSpPr>
          <p:nvPr>
            <p:ph type="sldNum" sz="quarter" idx="20"/>
          </p:nvPr>
        </p:nvSpPr>
        <p:spPr/>
        <p:txBody>
          <a:bodyPr/>
          <a:lstStyle>
            <a:lvl1pPr>
              <a:defRPr/>
            </a:lvl1pPr>
          </a:lstStyle>
          <a:p>
            <a:fld id="{6C93E8D5-2692-0D44-9EA4-C6015F0C54D7}" type="slidenum">
              <a:rPr lang="en-US" altLang="en-US"/>
              <a:pPr/>
              <a:t>‹#›</a:t>
            </a:fld>
            <a:endParaRPr lang="en-US" altLang="en-US"/>
          </a:p>
        </p:txBody>
      </p:sp>
      <p:sp>
        <p:nvSpPr>
          <p:cNvPr id="8" name="Footer Placeholder 12"/>
          <p:cNvSpPr>
            <a:spLocks noGrp="1"/>
          </p:cNvSpPr>
          <p:nvPr>
            <p:ph type="ftr" sz="quarter" idx="21"/>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620875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 name="Slide Number Placeholder 9"/>
          <p:cNvSpPr>
            <a:spLocks noGrp="1"/>
          </p:cNvSpPr>
          <p:nvPr>
            <p:ph type="sldNum" sz="quarter" idx="10"/>
          </p:nvPr>
        </p:nvSpPr>
        <p:spPr/>
        <p:txBody>
          <a:bodyPr/>
          <a:lstStyle>
            <a:lvl1pPr>
              <a:defRPr/>
            </a:lvl1pPr>
          </a:lstStyle>
          <a:p>
            <a:fld id="{395527EB-3756-C241-BFD3-DBB1E111190F}" type="slidenum">
              <a:rPr lang="en-US" altLang="en-US"/>
              <a:pPr/>
              <a:t>‹#›</a:t>
            </a:fld>
            <a:endParaRPr lang="en-US" altLang="en-US"/>
          </a:p>
        </p:txBody>
      </p:sp>
      <p:sp>
        <p:nvSpPr>
          <p:cNvPr id="4" name="Footer Placeholder 12"/>
          <p:cNvSpPr>
            <a:spLocks noGrp="1"/>
          </p:cNvSpPr>
          <p:nvPr>
            <p:ph type="ftr" sz="quarter" idx="11"/>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898184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12064" y="805002"/>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9"/>
          </p:nvPr>
        </p:nvSpPr>
        <p:spPr>
          <a:xfrm>
            <a:off x="6299200" y="814835"/>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10"/>
          <p:cNvSpPr>
            <a:spLocks noGrp="1"/>
          </p:cNvSpPr>
          <p:nvPr>
            <p:ph sz="quarter" idx="20"/>
          </p:nvPr>
        </p:nvSpPr>
        <p:spPr>
          <a:xfrm>
            <a:off x="505883" y="1195227"/>
            <a:ext cx="5388864" cy="4955707"/>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195227"/>
            <a:ext cx="5388864" cy="4955707"/>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Income Shifting in Families</a:t>
            </a:r>
          </a:p>
        </p:txBody>
      </p:sp>
      <p:sp>
        <p:nvSpPr>
          <p:cNvPr id="15" name="Rectangle 14"/>
          <p:cNvSpPr/>
          <p:nvPr userDrawn="1"/>
        </p:nvSpPr>
        <p:spPr>
          <a:xfrm>
            <a:off x="512064" y="407060"/>
            <a:ext cx="112776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2"/>
          <p:cNvSpPr>
            <a:spLocks noGrp="1" noChangeArrowheads="1"/>
          </p:cNvSpPr>
          <p:nvPr>
            <p:ph type="title"/>
          </p:nvPr>
        </p:nvSpPr>
        <p:spPr bwMode="gray">
          <a:xfrm>
            <a:off x="512064" y="2"/>
            <a:ext cx="112776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b="1"/>
            </a:lvl1pPr>
          </a:lstStyle>
          <a:p>
            <a:pPr lvl="0"/>
            <a:r>
              <a:rPr lang="en-US" dirty="0"/>
              <a:t>Click to edit Master title style</a:t>
            </a:r>
          </a:p>
        </p:txBody>
      </p:sp>
    </p:spTree>
    <p:extLst>
      <p:ext uri="{BB962C8B-B14F-4D97-AF65-F5344CB8AC3E}">
        <p14:creationId xmlns:p14="http://schemas.microsoft.com/office/powerpoint/2010/main" val="570938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05883"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6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9"/>
          </p:nvPr>
        </p:nvSpPr>
        <p:spPr>
          <a:xfrm>
            <a:off x="6299200"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6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10"/>
          <p:cNvSpPr>
            <a:spLocks noGrp="1"/>
          </p:cNvSpPr>
          <p:nvPr>
            <p:ph sz="quarter" idx="20"/>
          </p:nvPr>
        </p:nvSpPr>
        <p:spPr>
          <a:xfrm>
            <a:off x="505883" y="1807534"/>
            <a:ext cx="5388864"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807534"/>
            <a:ext cx="5388864" cy="434340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62543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p:cNvSpPr/>
          <p:nvPr userDrawn="1"/>
        </p:nvSpPr>
        <p:spPr bwMode="auto">
          <a:xfrm>
            <a:off x="5384800" y="3046413"/>
            <a:ext cx="13208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6705600" y="1828800"/>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1" name="Slide Number Placeholder 2"/>
          <p:cNvSpPr>
            <a:spLocks noGrp="1"/>
          </p:cNvSpPr>
          <p:nvPr>
            <p:ph type="sldNum" sz="quarter" idx="22"/>
          </p:nvPr>
        </p:nvSpPr>
        <p:spPr/>
        <p:txBody>
          <a:bodyPr/>
          <a:lstStyle>
            <a:lvl1pPr>
              <a:defRPr/>
            </a:lvl1pPr>
          </a:lstStyle>
          <a:p>
            <a:fld id="{652385A1-7A9F-1D44-AA51-16856D64E5B5}" type="slidenum">
              <a:rPr lang="en-US" altLang="en-US"/>
              <a:pPr/>
              <a:t>‹#›</a:t>
            </a:fld>
            <a:endParaRPr lang="en-US" altLang="en-US"/>
          </a:p>
        </p:txBody>
      </p:sp>
      <p:sp>
        <p:nvSpPr>
          <p:cNvPr id="14" name="Footer Placeholder 9"/>
          <p:cNvSpPr>
            <a:spLocks noGrp="1"/>
          </p:cNvSpPr>
          <p:nvPr>
            <p:ph type="ftr" sz="quarter" idx="23"/>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2024520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p:cNvSpPr/>
          <p:nvPr userDrawn="1"/>
        </p:nvSpPr>
        <p:spPr bwMode="auto">
          <a:xfrm>
            <a:off x="5359125" y="2692959"/>
            <a:ext cx="1326383"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2" name="Right Arrow 11"/>
          <p:cNvSpPr/>
          <p:nvPr userDrawn="1"/>
        </p:nvSpPr>
        <p:spPr bwMode="auto">
          <a:xfrm rot="10800000">
            <a:off x="5427337" y="3778176"/>
            <a:ext cx="1353183"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mn-cs"/>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6705600"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mn-cs"/>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Slide Number Placeholder 2"/>
          <p:cNvSpPr>
            <a:spLocks noGrp="1"/>
          </p:cNvSpPr>
          <p:nvPr>
            <p:ph type="sldNum" sz="quarter" idx="22"/>
          </p:nvPr>
        </p:nvSpPr>
        <p:spPr/>
        <p:txBody>
          <a:bodyPr/>
          <a:lstStyle>
            <a:lvl1pPr>
              <a:defRPr/>
            </a:lvl1pPr>
          </a:lstStyle>
          <a:p>
            <a:fld id="{0A6B8188-A85F-5349-B14D-08361E6A7245}" type="slidenum">
              <a:rPr lang="en-US" altLang="en-US"/>
              <a:pPr/>
              <a:t>‹#›</a:t>
            </a:fld>
            <a:endParaRPr lang="en-US" altLang="en-US"/>
          </a:p>
        </p:txBody>
      </p:sp>
      <p:sp>
        <p:nvSpPr>
          <p:cNvPr id="15" name="Footer Placeholder 14"/>
          <p:cNvSpPr>
            <a:spLocks noGrp="1"/>
          </p:cNvSpPr>
          <p:nvPr>
            <p:ph type="ftr" sz="quarter" idx="23"/>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1210112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6"/>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1" name="Content Placeholder 10"/>
          <p:cNvSpPr>
            <a:spLocks noGrp="1"/>
          </p:cNvSpPr>
          <p:nvPr>
            <p:ph sz="quarter" idx="16"/>
          </p:nvPr>
        </p:nvSpPr>
        <p:spPr>
          <a:xfrm>
            <a:off x="609600" y="4479952"/>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4479952"/>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1807534"/>
            <a:ext cx="10972800" cy="164592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141732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096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0"/>
          </p:nvPr>
        </p:nvSpPr>
        <p:spPr>
          <a:xfrm>
            <a:off x="64008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7C6F7C23-5FF9-2A4B-BF08-C1294322DB52}"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507697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6"/>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1" name="Content Placeholder 10"/>
          <p:cNvSpPr>
            <a:spLocks noGrp="1"/>
          </p:cNvSpPr>
          <p:nvPr>
            <p:ph sz="quarter" idx="16"/>
          </p:nvPr>
        </p:nvSpPr>
        <p:spPr>
          <a:xfrm>
            <a:off x="609600" y="1783080"/>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1783080"/>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4505014"/>
            <a:ext cx="10972800" cy="164592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411480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096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0"/>
          </p:nvPr>
        </p:nvSpPr>
        <p:spPr>
          <a:xfrm>
            <a:off x="64008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06494A95-A7E5-E34F-8DB1-F10A4839B0B9}"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12760613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6191251" y="4627745"/>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501651" y="4627745"/>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501651" y="3015622"/>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6191251" y="3015622"/>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6191251" y="1403499"/>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501651" y="1403499"/>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01651" y="167640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501651" y="3302419"/>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501651" y="491499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6191251" y="167640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6191251" y="3302418"/>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6191251" y="491499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p:cNvSpPr>
            <a:spLocks noGrp="1"/>
          </p:cNvSpPr>
          <p:nvPr>
            <p:ph type="sldNum" sz="quarter" idx="37"/>
          </p:nvPr>
        </p:nvSpPr>
        <p:spPr/>
        <p:txBody>
          <a:bodyPr/>
          <a:lstStyle>
            <a:lvl1pPr>
              <a:defRPr/>
            </a:lvl1pPr>
          </a:lstStyle>
          <a:p>
            <a:fld id="{A23329EE-AB34-E748-89A3-8E74FFF398F3}" type="slidenum">
              <a:rPr lang="en-US" altLang="en-US"/>
              <a:pPr/>
              <a:t>‹#›</a:t>
            </a:fld>
            <a:endParaRPr lang="en-US" altLang="en-US"/>
          </a:p>
        </p:txBody>
      </p:sp>
      <p:sp>
        <p:nvSpPr>
          <p:cNvPr id="16" name="Footer Placeholder 12"/>
          <p:cNvSpPr>
            <a:spLocks noGrp="1"/>
          </p:cNvSpPr>
          <p:nvPr>
            <p:ph type="ftr" sz="quarter" idx="38"/>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2117993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601565"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844800"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5130360"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7408972"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9747251"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601565"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844800"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5130360"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7408972"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9747251"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3" name="Slide Number Placeholder 9"/>
          <p:cNvSpPr>
            <a:spLocks noGrp="1"/>
          </p:cNvSpPr>
          <p:nvPr>
            <p:ph type="sldNum" sz="quarter" idx="44"/>
          </p:nvPr>
        </p:nvSpPr>
        <p:spPr/>
        <p:txBody>
          <a:bodyPr/>
          <a:lstStyle>
            <a:lvl1pPr>
              <a:defRPr/>
            </a:lvl1pPr>
          </a:lstStyle>
          <a:p>
            <a:fld id="{1EB3DA79-8920-3645-A529-9AD16B41E65B}" type="slidenum">
              <a:rPr lang="en-US" altLang="en-US"/>
              <a:pPr/>
              <a:t>‹#›</a:t>
            </a:fld>
            <a:endParaRPr lang="en-US" altLang="en-US"/>
          </a:p>
        </p:txBody>
      </p:sp>
      <p:sp>
        <p:nvSpPr>
          <p:cNvPr id="19" name="Footer Placeholder 12"/>
          <p:cNvSpPr>
            <a:spLocks noGrp="1"/>
          </p:cNvSpPr>
          <p:nvPr>
            <p:ph type="ftr" sz="quarter" idx="45"/>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2448545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609600" y="1417320"/>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609600" y="3065544"/>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609600" y="4713767"/>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44800" y="1417320"/>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844800" y="3065543"/>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844800" y="4713767"/>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p:cNvSpPr>
            <a:spLocks noGrp="1"/>
          </p:cNvSpPr>
          <p:nvPr>
            <p:ph type="sldNum" sz="quarter" idx="34"/>
          </p:nvPr>
        </p:nvSpPr>
        <p:spPr/>
        <p:txBody>
          <a:bodyPr/>
          <a:lstStyle>
            <a:lvl1pPr>
              <a:defRPr/>
            </a:lvl1pPr>
          </a:lstStyle>
          <a:p>
            <a:fld id="{055F7767-1EA1-1B4C-AF44-6A3FCE365276}" type="slidenum">
              <a:rPr lang="en-US" altLang="en-US"/>
              <a:pPr/>
              <a:t>‹#›</a:t>
            </a:fld>
            <a:endParaRPr lang="en-US" altLang="en-US"/>
          </a:p>
        </p:txBody>
      </p:sp>
      <p:sp>
        <p:nvSpPr>
          <p:cNvPr id="11" name="Footer Placeholder 12"/>
          <p:cNvSpPr>
            <a:spLocks noGrp="1"/>
          </p:cNvSpPr>
          <p:nvPr>
            <p:ph type="ftr" sz="quarter" idx="35"/>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7416052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563034" y="1397000"/>
            <a:ext cx="2317751" cy="1155700"/>
          </a:xfrm>
          <a:prstGeom prst="homePlate">
            <a:avLst>
              <a:gd name="adj" fmla="val 19565"/>
            </a:avLst>
          </a:prstGeom>
          <a:solidFill>
            <a:srgbClr val="D7D7D7"/>
          </a:solidFill>
        </p:spPr>
        <p:txBody>
          <a:bodyPr anchor="ctr"/>
          <a:lstStyle>
            <a:lvl1pPr>
              <a:buNone/>
              <a:defRPr sz="1200"/>
            </a:lvl1pPr>
          </a:lstStyle>
          <a:p>
            <a:pPr lvl="0"/>
            <a:r>
              <a:rPr lang="en-US"/>
              <a:t>Click to edit Master text styles</a:t>
            </a:r>
          </a:p>
        </p:txBody>
      </p:sp>
      <p:sp>
        <p:nvSpPr>
          <p:cNvPr id="36" name="Text Placeholder 3"/>
          <p:cNvSpPr>
            <a:spLocks noGrp="1"/>
          </p:cNvSpPr>
          <p:nvPr>
            <p:ph type="body" sz="quarter" idx="13"/>
          </p:nvPr>
        </p:nvSpPr>
        <p:spPr>
          <a:xfrm>
            <a:off x="2747434" y="1397000"/>
            <a:ext cx="2315633"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37" name="Text Placeholder 4"/>
          <p:cNvSpPr>
            <a:spLocks noGrp="1"/>
          </p:cNvSpPr>
          <p:nvPr>
            <p:ph type="body" sz="quarter" idx="15"/>
          </p:nvPr>
        </p:nvSpPr>
        <p:spPr>
          <a:xfrm>
            <a:off x="7114120" y="1397000"/>
            <a:ext cx="2317749"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38" name="Text Placeholder 5"/>
          <p:cNvSpPr>
            <a:spLocks noGrp="1"/>
          </p:cNvSpPr>
          <p:nvPr>
            <p:ph type="body" sz="quarter" idx="16"/>
          </p:nvPr>
        </p:nvSpPr>
        <p:spPr>
          <a:xfrm>
            <a:off x="4931834" y="1397000"/>
            <a:ext cx="2315633" cy="1155700"/>
          </a:xfrm>
          <a:prstGeom prst="chevron">
            <a:avLst>
              <a:gd name="adj" fmla="val 18687"/>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9298521" y="1397000"/>
            <a:ext cx="2315633"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0" name="Text Placeholder 7"/>
          <p:cNvSpPr>
            <a:spLocks noGrp="1"/>
          </p:cNvSpPr>
          <p:nvPr>
            <p:ph type="body" sz="quarter" idx="18"/>
          </p:nvPr>
        </p:nvSpPr>
        <p:spPr>
          <a:xfrm>
            <a:off x="563033" y="2954338"/>
            <a:ext cx="2863851" cy="1155700"/>
          </a:xfrm>
          <a:prstGeom prst="homePlate">
            <a:avLst>
              <a:gd name="adj" fmla="val 19557"/>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3291418"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2" name="Text Placeholder 9"/>
          <p:cNvSpPr>
            <a:spLocks noGrp="1"/>
          </p:cNvSpPr>
          <p:nvPr>
            <p:ph type="body" sz="quarter" idx="20"/>
          </p:nvPr>
        </p:nvSpPr>
        <p:spPr>
          <a:xfrm>
            <a:off x="8748186"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3" name="Text Placeholder 10"/>
          <p:cNvSpPr>
            <a:spLocks noGrp="1"/>
          </p:cNvSpPr>
          <p:nvPr>
            <p:ph type="body" sz="quarter" idx="21"/>
          </p:nvPr>
        </p:nvSpPr>
        <p:spPr>
          <a:xfrm>
            <a:off x="6019802"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4" name="Text Placeholder 11"/>
          <p:cNvSpPr>
            <a:spLocks noGrp="1"/>
          </p:cNvSpPr>
          <p:nvPr>
            <p:ph type="body" sz="quarter" idx="22"/>
          </p:nvPr>
        </p:nvSpPr>
        <p:spPr>
          <a:xfrm>
            <a:off x="575734" y="4497388"/>
            <a:ext cx="3754967" cy="1154112"/>
          </a:xfrm>
          <a:prstGeom prst="homePlate">
            <a:avLst>
              <a:gd name="adj" fmla="val 19565"/>
            </a:avLst>
          </a:prstGeom>
          <a:solidFill>
            <a:srgbClr val="D7D7D7"/>
          </a:solidFill>
        </p:spPr>
        <p:txBody>
          <a:bodyPr anchor="ctr"/>
          <a:lstStyle>
            <a:lvl1pPr>
              <a:buNone/>
              <a:defRPr sz="1200"/>
            </a:lvl1pPr>
          </a:lstStyle>
          <a:p>
            <a:pPr lvl="0"/>
            <a:r>
              <a:rPr lang="en-US"/>
              <a:t>Click to edit Master text styles</a:t>
            </a:r>
          </a:p>
        </p:txBody>
      </p:sp>
      <p:sp>
        <p:nvSpPr>
          <p:cNvPr id="45" name="Text Placeholder 12"/>
          <p:cNvSpPr>
            <a:spLocks noGrp="1"/>
          </p:cNvSpPr>
          <p:nvPr>
            <p:ph type="body" sz="quarter" idx="23"/>
          </p:nvPr>
        </p:nvSpPr>
        <p:spPr>
          <a:xfrm>
            <a:off x="4226985" y="4497388"/>
            <a:ext cx="3754967" cy="1154112"/>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6" name="Text Placeholder 13"/>
          <p:cNvSpPr>
            <a:spLocks noGrp="1"/>
          </p:cNvSpPr>
          <p:nvPr>
            <p:ph type="body" sz="quarter" idx="25"/>
          </p:nvPr>
        </p:nvSpPr>
        <p:spPr>
          <a:xfrm>
            <a:off x="7878234" y="4497388"/>
            <a:ext cx="3754967" cy="1154112"/>
          </a:xfrm>
          <a:prstGeom prst="chevron">
            <a:avLst>
              <a:gd name="adj" fmla="val 1871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6"/>
          </p:nvPr>
        </p:nvSpPr>
        <p:spPr/>
        <p:txBody>
          <a:bodyPr/>
          <a:lstStyle>
            <a:lvl1pPr>
              <a:defRPr/>
            </a:lvl1pPr>
          </a:lstStyle>
          <a:p>
            <a:fld id="{48E524AC-D0C7-2340-84EA-A4DF70E82140}" type="slidenum">
              <a:rPr lang="en-US" altLang="en-US"/>
              <a:pPr/>
              <a:t>‹#›</a:t>
            </a:fld>
            <a:endParaRPr lang="en-US" altLang="en-US"/>
          </a:p>
        </p:txBody>
      </p:sp>
      <p:sp>
        <p:nvSpPr>
          <p:cNvPr id="17" name="Footer Placeholder 12"/>
          <p:cNvSpPr>
            <a:spLocks noGrp="1"/>
          </p:cNvSpPr>
          <p:nvPr>
            <p:ph type="ftr" sz="quarter" idx="27"/>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3344818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844800" y="1344304"/>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6" name="Text Placeholder 5"/>
          <p:cNvSpPr>
            <a:spLocks noGrp="1"/>
          </p:cNvSpPr>
          <p:nvPr>
            <p:ph type="body" sz="quarter" idx="32"/>
          </p:nvPr>
        </p:nvSpPr>
        <p:spPr>
          <a:xfrm>
            <a:off x="2844800" y="2360778"/>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7" name="Text Placeholder 5"/>
          <p:cNvSpPr>
            <a:spLocks noGrp="1"/>
          </p:cNvSpPr>
          <p:nvPr>
            <p:ph type="body" sz="quarter" idx="33"/>
          </p:nvPr>
        </p:nvSpPr>
        <p:spPr>
          <a:xfrm>
            <a:off x="2844800" y="3377252"/>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9" name="Text Placeholder 5"/>
          <p:cNvSpPr>
            <a:spLocks noGrp="1"/>
          </p:cNvSpPr>
          <p:nvPr>
            <p:ph type="body" sz="quarter" idx="34"/>
          </p:nvPr>
        </p:nvSpPr>
        <p:spPr>
          <a:xfrm>
            <a:off x="2844800" y="4393726"/>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0" name="Text Placeholder 5"/>
          <p:cNvSpPr>
            <a:spLocks noGrp="1"/>
          </p:cNvSpPr>
          <p:nvPr>
            <p:ph type="body" sz="quarter" idx="35"/>
          </p:nvPr>
        </p:nvSpPr>
        <p:spPr>
          <a:xfrm>
            <a:off x="2844800" y="5410200"/>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3" name="Text Placeholder 19"/>
          <p:cNvSpPr>
            <a:spLocks noGrp="1"/>
          </p:cNvSpPr>
          <p:nvPr>
            <p:ph type="body" sz="quarter" idx="10"/>
          </p:nvPr>
        </p:nvSpPr>
        <p:spPr>
          <a:xfrm>
            <a:off x="609600" y="1344304"/>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609600" y="2357366"/>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609600" y="3370428"/>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609600" y="4383490"/>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609600" y="5396552"/>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Slide Number Placeholder 9"/>
          <p:cNvSpPr>
            <a:spLocks noGrp="1"/>
          </p:cNvSpPr>
          <p:nvPr>
            <p:ph type="sldNum" sz="quarter" idx="36"/>
          </p:nvPr>
        </p:nvSpPr>
        <p:spPr/>
        <p:txBody>
          <a:bodyPr/>
          <a:lstStyle>
            <a:lvl1pPr>
              <a:defRPr/>
            </a:lvl1pPr>
          </a:lstStyle>
          <a:p>
            <a:fld id="{19846C2F-D19C-FA45-A159-B087F18BCDE0}"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8787942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p:cNvSpPr>
            <a:spLocks noChangeShapeType="1"/>
          </p:cNvSpPr>
          <p:nvPr/>
        </p:nvSpPr>
        <p:spPr bwMode="gray">
          <a:xfrm>
            <a:off x="58928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16" name="Line 115"/>
          <p:cNvSpPr>
            <a:spLocks noChangeShapeType="1"/>
          </p:cNvSpPr>
          <p:nvPr userDrawn="1"/>
        </p:nvSpPr>
        <p:spPr bwMode="gray">
          <a:xfrm>
            <a:off x="30480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17" name="Line 118"/>
          <p:cNvSpPr>
            <a:spLocks noChangeShapeType="1"/>
          </p:cNvSpPr>
          <p:nvPr/>
        </p:nvSpPr>
        <p:spPr bwMode="gray">
          <a:xfrm>
            <a:off x="90043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grpSp>
        <p:nvGrpSpPr>
          <p:cNvPr id="18" name="Group 123"/>
          <p:cNvGrpSpPr>
            <a:grpSpLocks/>
          </p:cNvGrpSpPr>
          <p:nvPr userDrawn="1"/>
        </p:nvGrpSpPr>
        <p:grpSpPr bwMode="auto">
          <a:xfrm>
            <a:off x="611718" y="3478213"/>
            <a:ext cx="10358967" cy="182562"/>
            <a:chOff x="289" y="2191"/>
            <a:chExt cx="4894" cy="115"/>
          </a:xfrm>
        </p:grpSpPr>
        <p:grpSp>
          <p:nvGrpSpPr>
            <p:cNvPr id="19" name="Group 44"/>
            <p:cNvGrpSpPr>
              <a:grpSpLocks/>
            </p:cNvGrpSpPr>
            <p:nvPr/>
          </p:nvGrpSpPr>
          <p:grpSpPr bwMode="auto">
            <a:xfrm>
              <a:off x="289" y="2191"/>
              <a:ext cx="1470" cy="115"/>
              <a:chOff x="696" y="2508"/>
              <a:chExt cx="1470" cy="168"/>
            </a:xfrm>
          </p:grpSpPr>
          <p:sp>
            <p:nvSpPr>
              <p:cNvPr id="53"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4"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5"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6"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7"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8"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9"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0"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1"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2"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3"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4"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5"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20" name="Group 58"/>
            <p:cNvGrpSpPr>
              <a:grpSpLocks/>
            </p:cNvGrpSpPr>
            <p:nvPr/>
          </p:nvGrpSpPr>
          <p:grpSpPr bwMode="auto">
            <a:xfrm>
              <a:off x="1758" y="2191"/>
              <a:ext cx="1470" cy="115"/>
              <a:chOff x="696" y="2508"/>
              <a:chExt cx="1470" cy="168"/>
            </a:xfrm>
          </p:grpSpPr>
          <p:sp>
            <p:nvSpPr>
              <p:cNvPr id="40"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1"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2"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3"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4"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5"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6"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7"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8"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9"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0"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1"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2"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21" name="Group 72"/>
            <p:cNvGrpSpPr>
              <a:grpSpLocks/>
            </p:cNvGrpSpPr>
            <p:nvPr/>
          </p:nvGrpSpPr>
          <p:grpSpPr bwMode="auto">
            <a:xfrm>
              <a:off x="3227" y="2191"/>
              <a:ext cx="1470" cy="115"/>
              <a:chOff x="696" y="2508"/>
              <a:chExt cx="1470" cy="168"/>
            </a:xfrm>
          </p:grpSpPr>
          <p:sp>
            <p:nvSpPr>
              <p:cNvPr id="27"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8"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9"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0"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1"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2"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3"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4"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5"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6"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7"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8"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9"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22"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3"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4"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5"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6"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66" name="Line 125"/>
          <p:cNvSpPr>
            <a:spLocks noChangeShapeType="1"/>
          </p:cNvSpPr>
          <p:nvPr userDrawn="1"/>
        </p:nvSpPr>
        <p:spPr bwMode="gray">
          <a:xfrm>
            <a:off x="4572000" y="3651251"/>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7" name="Line 4"/>
          <p:cNvSpPr>
            <a:spLocks noChangeShapeType="1"/>
          </p:cNvSpPr>
          <p:nvPr userDrawn="1"/>
        </p:nvSpPr>
        <p:spPr bwMode="gray">
          <a:xfrm>
            <a:off x="2235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8" name="Line 108"/>
          <p:cNvSpPr>
            <a:spLocks noChangeShapeType="1"/>
          </p:cNvSpPr>
          <p:nvPr userDrawn="1"/>
        </p:nvSpPr>
        <p:spPr bwMode="gray">
          <a:xfrm>
            <a:off x="74168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9" name="Line 111"/>
          <p:cNvSpPr>
            <a:spLocks noChangeShapeType="1"/>
          </p:cNvSpPr>
          <p:nvPr userDrawn="1"/>
        </p:nvSpPr>
        <p:spPr bwMode="gray">
          <a:xfrm>
            <a:off x="10261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70" name="Line 139"/>
          <p:cNvSpPr>
            <a:spLocks noChangeShapeType="1"/>
          </p:cNvSpPr>
          <p:nvPr userDrawn="1"/>
        </p:nvSpPr>
        <p:spPr bwMode="gray">
          <a:xfrm>
            <a:off x="4375151"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71" name="AutoShape 3"/>
          <p:cNvSpPr>
            <a:spLocks noChangeArrowheads="1"/>
          </p:cNvSpPr>
          <p:nvPr userDrawn="1"/>
        </p:nvSpPr>
        <p:spPr bwMode="gray">
          <a:xfrm>
            <a:off x="603251" y="3413125"/>
            <a:ext cx="10985500"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91440" bIns="9144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endParaRPr lang="nl-NL" altLang="en-US" sz="1000" b="1">
              <a:solidFill>
                <a:srgbClr val="4D4D4D"/>
              </a:solidFill>
              <a:latin typeface="Arial" charset="0"/>
            </a:endParaRPr>
          </a:p>
        </p:txBody>
      </p:sp>
      <p:grpSp>
        <p:nvGrpSpPr>
          <p:cNvPr id="72" name="Group 123"/>
          <p:cNvGrpSpPr>
            <a:grpSpLocks/>
          </p:cNvGrpSpPr>
          <p:nvPr userDrawn="1"/>
        </p:nvGrpSpPr>
        <p:grpSpPr bwMode="auto">
          <a:xfrm>
            <a:off x="814918" y="3460751"/>
            <a:ext cx="10358967" cy="182563"/>
            <a:chOff x="289" y="2191"/>
            <a:chExt cx="4894" cy="115"/>
          </a:xfrm>
        </p:grpSpPr>
        <p:grpSp>
          <p:nvGrpSpPr>
            <p:cNvPr id="73" name="Group 44"/>
            <p:cNvGrpSpPr>
              <a:grpSpLocks/>
            </p:cNvGrpSpPr>
            <p:nvPr/>
          </p:nvGrpSpPr>
          <p:grpSpPr bwMode="auto">
            <a:xfrm>
              <a:off x="289" y="2191"/>
              <a:ext cx="1470" cy="115"/>
              <a:chOff x="696" y="2508"/>
              <a:chExt cx="1470" cy="168"/>
            </a:xfrm>
          </p:grpSpPr>
          <p:sp>
            <p:nvSpPr>
              <p:cNvPr id="107"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8"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9"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0"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1"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2"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3"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4"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5"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6"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7"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8"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9"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74" name="Group 58"/>
            <p:cNvGrpSpPr>
              <a:grpSpLocks/>
            </p:cNvGrpSpPr>
            <p:nvPr/>
          </p:nvGrpSpPr>
          <p:grpSpPr bwMode="auto">
            <a:xfrm>
              <a:off x="1758" y="2191"/>
              <a:ext cx="1470" cy="115"/>
              <a:chOff x="696" y="2508"/>
              <a:chExt cx="1470" cy="168"/>
            </a:xfrm>
          </p:grpSpPr>
          <p:sp>
            <p:nvSpPr>
              <p:cNvPr id="94"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5"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6"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7"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8"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9"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0"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1"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2"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3"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4"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5"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6"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75" name="Group 72"/>
            <p:cNvGrpSpPr>
              <a:grpSpLocks/>
            </p:cNvGrpSpPr>
            <p:nvPr/>
          </p:nvGrpSpPr>
          <p:grpSpPr bwMode="auto">
            <a:xfrm>
              <a:off x="3227" y="2191"/>
              <a:ext cx="1470" cy="115"/>
              <a:chOff x="696" y="2508"/>
              <a:chExt cx="1470" cy="168"/>
            </a:xfrm>
          </p:grpSpPr>
          <p:sp>
            <p:nvSpPr>
              <p:cNvPr id="81"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2"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3"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4"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5"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6"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7"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8"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9"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0"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1"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2"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3"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76"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7"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8"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9"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0"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248" name="Text Placeholder 246"/>
          <p:cNvSpPr>
            <a:spLocks noGrp="1"/>
          </p:cNvSpPr>
          <p:nvPr>
            <p:ph type="body" sz="quarter" idx="11"/>
          </p:nvPr>
        </p:nvSpPr>
        <p:spPr>
          <a:xfrm>
            <a:off x="3381155" y="12954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42240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4" name="Text Placeholder 142"/>
          <p:cNvSpPr>
            <a:spLocks noGrp="1"/>
          </p:cNvSpPr>
          <p:nvPr>
            <p:ph type="body" sz="quarter" idx="20"/>
          </p:nvPr>
        </p:nvSpPr>
        <p:spPr>
          <a:xfrm>
            <a:off x="477520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6" name="Text Placeholder 142"/>
          <p:cNvSpPr>
            <a:spLocks noGrp="1"/>
          </p:cNvSpPr>
          <p:nvPr>
            <p:ph type="body" sz="quarter" idx="21"/>
          </p:nvPr>
        </p:nvSpPr>
        <p:spPr>
          <a:xfrm>
            <a:off x="707136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7" name="Text Placeholder 142"/>
          <p:cNvSpPr>
            <a:spLocks noGrp="1"/>
          </p:cNvSpPr>
          <p:nvPr>
            <p:ph type="body" sz="quarter" idx="22"/>
          </p:nvPr>
        </p:nvSpPr>
        <p:spPr>
          <a:xfrm>
            <a:off x="963168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12192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92456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20320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64008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3556000" y="5181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79883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48768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20" name="Slide Number Placeholder 9"/>
          <p:cNvSpPr>
            <a:spLocks noGrp="1"/>
          </p:cNvSpPr>
          <p:nvPr>
            <p:ph type="sldNum" sz="quarter" idx="30"/>
          </p:nvPr>
        </p:nvSpPr>
        <p:spPr/>
        <p:txBody>
          <a:bodyPr/>
          <a:lstStyle>
            <a:lvl1pPr>
              <a:defRPr/>
            </a:lvl1pPr>
          </a:lstStyle>
          <a:p>
            <a:fld id="{132B4441-E44F-854A-A9C3-46F08E0FCFC7}" type="slidenum">
              <a:rPr lang="en-US" altLang="en-US"/>
              <a:pPr/>
              <a:t>‹#›</a:t>
            </a:fld>
            <a:endParaRPr lang="en-US" altLang="en-US"/>
          </a:p>
        </p:txBody>
      </p:sp>
      <p:sp>
        <p:nvSpPr>
          <p:cNvPr id="121" name="Footer Placeholder 133"/>
          <p:cNvSpPr>
            <a:spLocks noGrp="1"/>
          </p:cNvSpPr>
          <p:nvPr>
            <p:ph type="ftr" sz="quarter" idx="31"/>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13170367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1219201" y="1295400"/>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0" name="Text Placeholder 27"/>
          <p:cNvSpPr>
            <a:spLocks noGrp="1"/>
          </p:cNvSpPr>
          <p:nvPr>
            <p:ph type="body" sz="quarter" idx="22"/>
          </p:nvPr>
        </p:nvSpPr>
        <p:spPr>
          <a:xfrm>
            <a:off x="1219201" y="1800013"/>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1" name="Text Placeholder 27"/>
          <p:cNvSpPr>
            <a:spLocks noGrp="1"/>
          </p:cNvSpPr>
          <p:nvPr>
            <p:ph type="body" sz="quarter" idx="23"/>
          </p:nvPr>
        </p:nvSpPr>
        <p:spPr>
          <a:xfrm>
            <a:off x="1219201" y="2304626"/>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2" name="Text Placeholder 27"/>
          <p:cNvSpPr>
            <a:spLocks noGrp="1"/>
          </p:cNvSpPr>
          <p:nvPr>
            <p:ph type="body" sz="quarter" idx="24"/>
          </p:nvPr>
        </p:nvSpPr>
        <p:spPr>
          <a:xfrm>
            <a:off x="1219201" y="2809239"/>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3" name="Text Placeholder 27"/>
          <p:cNvSpPr>
            <a:spLocks noGrp="1"/>
          </p:cNvSpPr>
          <p:nvPr>
            <p:ph type="body" sz="quarter" idx="25"/>
          </p:nvPr>
        </p:nvSpPr>
        <p:spPr>
          <a:xfrm>
            <a:off x="1219201" y="3313852"/>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4" name="Text Placeholder 27"/>
          <p:cNvSpPr>
            <a:spLocks noGrp="1"/>
          </p:cNvSpPr>
          <p:nvPr>
            <p:ph type="body" sz="quarter" idx="26"/>
          </p:nvPr>
        </p:nvSpPr>
        <p:spPr>
          <a:xfrm>
            <a:off x="1219201" y="3818465"/>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5" name="Text Placeholder 27"/>
          <p:cNvSpPr>
            <a:spLocks noGrp="1"/>
          </p:cNvSpPr>
          <p:nvPr>
            <p:ph type="body" sz="quarter" idx="27"/>
          </p:nvPr>
        </p:nvSpPr>
        <p:spPr>
          <a:xfrm>
            <a:off x="1219201" y="4323078"/>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6" name="Text Placeholder 27"/>
          <p:cNvSpPr>
            <a:spLocks noGrp="1"/>
          </p:cNvSpPr>
          <p:nvPr>
            <p:ph type="body" sz="quarter" idx="28"/>
          </p:nvPr>
        </p:nvSpPr>
        <p:spPr>
          <a:xfrm>
            <a:off x="1219201" y="4827691"/>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23" name="Text Placeholder 22"/>
          <p:cNvSpPr>
            <a:spLocks noGrp="1"/>
          </p:cNvSpPr>
          <p:nvPr>
            <p:ph type="body" sz="quarter" idx="29"/>
          </p:nvPr>
        </p:nvSpPr>
        <p:spPr>
          <a:xfrm>
            <a:off x="609600" y="1295400"/>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609600" y="1800013"/>
            <a:ext cx="609600" cy="411480"/>
          </a:xfrm>
          <a:prstGeom prst="rect">
            <a:avLst/>
          </a:prstGeom>
          <a:solidFill>
            <a:srgbClr val="B01C2E"/>
          </a:solidFill>
          <a:ln>
            <a:solidFill>
              <a:srgbClr val="999999"/>
            </a:solidFill>
          </a:ln>
        </p:spPr>
        <p:txBody>
          <a:bodyPr anchor="ct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40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609600" y="2304626"/>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609600" y="2809239"/>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609600" y="3313852"/>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609600" y="3818465"/>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609600" y="4323078"/>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609600" y="4827691"/>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10972800" y="1295400"/>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10972800" y="1800013"/>
            <a:ext cx="609600" cy="411480"/>
          </a:xfrm>
          <a:prstGeom prst="rect">
            <a:avLst/>
          </a:prstGeom>
          <a:noFill/>
          <a:ln>
            <a:solidFill>
              <a:srgbClr val="C0C0C0"/>
            </a:solidFill>
          </a:ln>
        </p:spPr>
        <p:txBody>
          <a:bodyPr anchor="ct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2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10972800" y="2304626"/>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10972800" y="2809239"/>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10972800" y="3313852"/>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10972800" y="3818465"/>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10972800" y="4323078"/>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10972800" y="4827691"/>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1215702" y="5332304"/>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47" name="Text Placeholder 22"/>
          <p:cNvSpPr>
            <a:spLocks noGrp="1"/>
          </p:cNvSpPr>
          <p:nvPr>
            <p:ph type="body" sz="quarter" idx="46"/>
          </p:nvPr>
        </p:nvSpPr>
        <p:spPr>
          <a:xfrm>
            <a:off x="606100" y="5332304"/>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10969300" y="5332304"/>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1215702" y="5836920"/>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50" name="Text Placeholder 22"/>
          <p:cNvSpPr>
            <a:spLocks noGrp="1"/>
          </p:cNvSpPr>
          <p:nvPr>
            <p:ph type="body" sz="quarter" idx="49"/>
          </p:nvPr>
        </p:nvSpPr>
        <p:spPr>
          <a:xfrm>
            <a:off x="606100" y="5836920"/>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10969300" y="5836920"/>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52" name="Slide Number Placeholder 9"/>
          <p:cNvSpPr>
            <a:spLocks noGrp="1"/>
          </p:cNvSpPr>
          <p:nvPr>
            <p:ph type="sldNum" sz="quarter" idx="51"/>
          </p:nvPr>
        </p:nvSpPr>
        <p:spPr/>
        <p:txBody>
          <a:bodyPr/>
          <a:lstStyle>
            <a:lvl1pPr>
              <a:defRPr/>
            </a:lvl1pPr>
          </a:lstStyle>
          <a:p>
            <a:fld id="{4A9EBD57-3091-C548-9F5E-83F63CC3338F}" type="slidenum">
              <a:rPr lang="en-US" altLang="en-US"/>
              <a:pPr/>
              <a:t>‹#›</a:t>
            </a:fld>
            <a:endParaRPr lang="en-US" altLang="en-US"/>
          </a:p>
        </p:txBody>
      </p:sp>
      <p:sp>
        <p:nvSpPr>
          <p:cNvPr id="53" name="Footer Placeholder 12"/>
          <p:cNvSpPr>
            <a:spLocks noGrp="1"/>
          </p:cNvSpPr>
          <p:nvPr>
            <p:ph type="ftr" sz="quarter" idx="52"/>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4455457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609600" y="1335024"/>
            <a:ext cx="1828800" cy="2322576"/>
          </a:xfrm>
          <a:prstGeom prst="rect">
            <a:avLst/>
          </a:prstGeom>
          <a:solidFill>
            <a:srgbClr val="B01C2E"/>
          </a:solidFill>
        </p:spPr>
        <p:txBody>
          <a:bodyPr anchor="ctr"/>
          <a:lstStyle>
            <a:lvl1pPr marL="0" indent="0">
              <a:buNone/>
              <a:defRPr sz="12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609600" y="3744363"/>
            <a:ext cx="1828800" cy="2322576"/>
          </a:xfrm>
          <a:prstGeom prst="rect">
            <a:avLst/>
          </a:prstGeom>
          <a:solidFill>
            <a:srgbClr val="B01C2E"/>
          </a:solidFill>
        </p:spPr>
        <p:txBody>
          <a:bodyPr anchor="ctr"/>
          <a:lstStyle>
            <a:lvl1pPr marL="0" indent="0">
              <a:buNone/>
              <a:defRPr sz="12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2540000" y="1348565"/>
            <a:ext cx="1219200" cy="7772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2540000" y="3763963"/>
            <a:ext cx="1219200" cy="7772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2540000" y="2199167"/>
            <a:ext cx="1219200" cy="14630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2540000" y="4619625"/>
            <a:ext cx="1219200" cy="14630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3759200" y="1348565"/>
            <a:ext cx="7827264" cy="7772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2" name="Text Placeholder 5"/>
          <p:cNvSpPr>
            <a:spLocks noGrp="1"/>
          </p:cNvSpPr>
          <p:nvPr>
            <p:ph type="body" sz="quarter" idx="32"/>
          </p:nvPr>
        </p:nvSpPr>
        <p:spPr>
          <a:xfrm>
            <a:off x="3759200" y="3763963"/>
            <a:ext cx="7827264" cy="7772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6" name="Text Placeholder 5"/>
          <p:cNvSpPr>
            <a:spLocks noGrp="1"/>
          </p:cNvSpPr>
          <p:nvPr>
            <p:ph type="body" sz="quarter" idx="33"/>
          </p:nvPr>
        </p:nvSpPr>
        <p:spPr>
          <a:xfrm>
            <a:off x="3759200" y="2199167"/>
            <a:ext cx="7827264" cy="14630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8" name="Text Placeholder 5"/>
          <p:cNvSpPr>
            <a:spLocks noGrp="1"/>
          </p:cNvSpPr>
          <p:nvPr>
            <p:ph type="body" sz="quarter" idx="34"/>
          </p:nvPr>
        </p:nvSpPr>
        <p:spPr>
          <a:xfrm>
            <a:off x="3759200" y="4619625"/>
            <a:ext cx="7827264" cy="14630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3" name="Slide Number Placeholder 9"/>
          <p:cNvSpPr>
            <a:spLocks noGrp="1"/>
          </p:cNvSpPr>
          <p:nvPr>
            <p:ph type="sldNum" sz="quarter" idx="35"/>
          </p:nvPr>
        </p:nvSpPr>
        <p:spPr/>
        <p:txBody>
          <a:bodyPr/>
          <a:lstStyle>
            <a:lvl1pPr>
              <a:defRPr/>
            </a:lvl1pPr>
          </a:lstStyle>
          <a:p>
            <a:fld id="{1622A13A-1CFD-CA4E-A8DD-C641C07281EA}" type="slidenum">
              <a:rPr lang="en-US" altLang="en-US"/>
              <a:pPr/>
              <a:t>‹#›</a:t>
            </a:fld>
            <a:endParaRPr lang="en-US" altLang="en-US"/>
          </a:p>
        </p:txBody>
      </p:sp>
      <p:sp>
        <p:nvSpPr>
          <p:cNvPr id="23" name="Footer Placeholder 12"/>
          <p:cNvSpPr>
            <a:spLocks noGrp="1"/>
          </p:cNvSpPr>
          <p:nvPr>
            <p:ph type="ftr" sz="quarter" idx="36"/>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17444763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p:cNvSpPr>
            <a:spLocks/>
          </p:cNvSpPr>
          <p:nvPr userDrawn="1"/>
        </p:nvSpPr>
        <p:spPr bwMode="auto">
          <a:xfrm>
            <a:off x="6195484"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82880" tIns="365760" rIns="182880" bIns="182880"/>
          <a:lstStyle/>
          <a:p>
            <a:endParaRPr lang="en-US" sz="1800"/>
          </a:p>
        </p:txBody>
      </p:sp>
      <p:sp>
        <p:nvSpPr>
          <p:cNvPr id="8" name="Freeform 4"/>
          <p:cNvSpPr>
            <a:spLocks/>
          </p:cNvSpPr>
          <p:nvPr userDrawn="1"/>
        </p:nvSpPr>
        <p:spPr bwMode="auto">
          <a:xfrm>
            <a:off x="1003300"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82880" tIns="365760" rIns="182880" bIns="182880"/>
          <a:lstStyle/>
          <a:p>
            <a:endParaRPr lang="en-US" sz="1800"/>
          </a:p>
        </p:txBody>
      </p:sp>
      <p:sp>
        <p:nvSpPr>
          <p:cNvPr id="9" name="Text Placeholder 8"/>
          <p:cNvSpPr>
            <a:spLocks noGrp="1"/>
          </p:cNvSpPr>
          <p:nvPr>
            <p:ph type="body" sz="quarter" idx="21"/>
          </p:nvPr>
        </p:nvSpPr>
        <p:spPr>
          <a:xfrm rot="5400000">
            <a:off x="3122762" y="-699446"/>
            <a:ext cx="636898" cy="4876800"/>
          </a:xfrm>
          <a:prstGeom prst="homePlate">
            <a:avLst>
              <a:gd name="adj" fmla="val 35000"/>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2" name="Text Placeholder 8"/>
          <p:cNvSpPr>
            <a:spLocks noGrp="1"/>
          </p:cNvSpPr>
          <p:nvPr>
            <p:ph type="body" sz="quarter" idx="25"/>
          </p:nvPr>
        </p:nvSpPr>
        <p:spPr>
          <a:xfrm rot="5400000">
            <a:off x="8315844" y="-699446"/>
            <a:ext cx="636898" cy="4876800"/>
          </a:xfrm>
          <a:prstGeom prst="homePlate">
            <a:avLst>
              <a:gd name="adj" fmla="val 35000"/>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1002811" y="2282953"/>
            <a:ext cx="4876800" cy="3813048"/>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6195893" y="2282953"/>
            <a:ext cx="4876800" cy="3813048"/>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vl6pPr marL="1143000">
              <a:buClr>
                <a:srgbClr val="B01C2E"/>
              </a:buClr>
              <a:buFont typeface="Arial" pitchFamily="34" charset="0"/>
              <a:buChar char="–"/>
              <a:defRPr sz="1200"/>
            </a:lvl6pPr>
          </a:lstStyle>
          <a:p>
            <a:pPr lvl="0"/>
            <a:r>
              <a:rPr lang="en-US"/>
              <a:t>Click to edit Master text styles</a:t>
            </a:r>
          </a:p>
        </p:txBody>
      </p:sp>
      <p:sp>
        <p:nvSpPr>
          <p:cNvPr id="11" name="Slide Number Placeholder 9"/>
          <p:cNvSpPr>
            <a:spLocks noGrp="1"/>
          </p:cNvSpPr>
          <p:nvPr>
            <p:ph type="sldNum" sz="quarter" idx="33"/>
          </p:nvPr>
        </p:nvSpPr>
        <p:spPr/>
        <p:txBody>
          <a:bodyPr/>
          <a:lstStyle>
            <a:lvl1pPr>
              <a:defRPr/>
            </a:lvl1pPr>
          </a:lstStyle>
          <a:p>
            <a:fld id="{9B3A2EF8-18A0-3548-8284-3CDE95E84B95}" type="slidenum">
              <a:rPr lang="en-US" altLang="en-US"/>
              <a:pPr/>
              <a:t>‹#›</a:t>
            </a:fld>
            <a:endParaRPr lang="en-US" altLang="en-US"/>
          </a:p>
        </p:txBody>
      </p:sp>
      <p:sp>
        <p:nvSpPr>
          <p:cNvPr id="14" name="Footer Placeholder 10"/>
          <p:cNvSpPr>
            <a:spLocks noGrp="1"/>
          </p:cNvSpPr>
          <p:nvPr>
            <p:ph type="ftr" sz="quarter" idx="34"/>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3240263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p:cNvSpPr>
            <a:spLocks/>
          </p:cNvSpPr>
          <p:nvPr userDrawn="1"/>
        </p:nvSpPr>
        <p:spPr bwMode="auto">
          <a:xfrm>
            <a:off x="588434"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2" name="Freeform 4"/>
          <p:cNvSpPr>
            <a:spLocks/>
          </p:cNvSpPr>
          <p:nvPr userDrawn="1"/>
        </p:nvSpPr>
        <p:spPr bwMode="auto">
          <a:xfrm>
            <a:off x="3403600" y="1911351"/>
            <a:ext cx="2559051"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3" name="Freeform 4"/>
          <p:cNvSpPr>
            <a:spLocks/>
          </p:cNvSpPr>
          <p:nvPr userDrawn="1"/>
        </p:nvSpPr>
        <p:spPr bwMode="auto">
          <a:xfrm>
            <a:off x="6197601"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4" name="Freeform 4"/>
          <p:cNvSpPr>
            <a:spLocks/>
          </p:cNvSpPr>
          <p:nvPr userDrawn="1"/>
        </p:nvSpPr>
        <p:spPr bwMode="auto">
          <a:xfrm>
            <a:off x="9027585"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7" name="Text Placeholder 8"/>
          <p:cNvSpPr>
            <a:spLocks noGrp="1"/>
          </p:cNvSpPr>
          <p:nvPr>
            <p:ph type="body" sz="quarter" idx="21"/>
          </p:nvPr>
        </p:nvSpPr>
        <p:spPr>
          <a:xfrm rot="5400000">
            <a:off x="1563115"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2" name="Text Placeholder 8"/>
          <p:cNvSpPr>
            <a:spLocks noGrp="1"/>
          </p:cNvSpPr>
          <p:nvPr>
            <p:ph type="body" sz="quarter" idx="27"/>
          </p:nvPr>
        </p:nvSpPr>
        <p:spPr>
          <a:xfrm rot="5400000">
            <a:off x="4377013"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3" name="Text Placeholder 8"/>
          <p:cNvSpPr>
            <a:spLocks noGrp="1"/>
          </p:cNvSpPr>
          <p:nvPr>
            <p:ph type="body" sz="quarter" idx="28"/>
          </p:nvPr>
        </p:nvSpPr>
        <p:spPr>
          <a:xfrm rot="5400000">
            <a:off x="7171436"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4" name="Text Placeholder 8"/>
          <p:cNvSpPr>
            <a:spLocks noGrp="1"/>
          </p:cNvSpPr>
          <p:nvPr>
            <p:ph type="body" sz="quarter" idx="29"/>
          </p:nvPr>
        </p:nvSpPr>
        <p:spPr>
          <a:xfrm rot="5400000">
            <a:off x="10002267"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89279"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3403177"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6197600"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9028431"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5" name="Slide Number Placeholder 9"/>
          <p:cNvSpPr>
            <a:spLocks noGrp="1"/>
          </p:cNvSpPr>
          <p:nvPr>
            <p:ph type="sldNum" sz="quarter" idx="35"/>
          </p:nvPr>
        </p:nvSpPr>
        <p:spPr/>
        <p:txBody>
          <a:bodyPr/>
          <a:lstStyle>
            <a:lvl1pPr>
              <a:defRPr/>
            </a:lvl1pPr>
          </a:lstStyle>
          <a:p>
            <a:fld id="{6D75ED15-758A-614E-A17B-56CD5E692F69}" type="slidenum">
              <a:rPr lang="en-US" altLang="en-US"/>
              <a:pPr/>
              <a:t>‹#›</a:t>
            </a:fld>
            <a:endParaRPr lang="en-US" altLang="en-US"/>
          </a:p>
        </p:txBody>
      </p:sp>
      <p:sp>
        <p:nvSpPr>
          <p:cNvPr id="21" name="Footer Placeholder 20"/>
          <p:cNvSpPr>
            <a:spLocks noGrp="1"/>
          </p:cNvSpPr>
          <p:nvPr>
            <p:ph type="ftr" sz="quarter" idx="36"/>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2525267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451104" y="1450181"/>
            <a:ext cx="3462528"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11" name="Text Placeholder 13"/>
          <p:cNvSpPr>
            <a:spLocks noGrp="1"/>
          </p:cNvSpPr>
          <p:nvPr>
            <p:ph type="body" sz="quarter" idx="17"/>
          </p:nvPr>
        </p:nvSpPr>
        <p:spPr>
          <a:xfrm>
            <a:off x="4364739" y="1447805"/>
            <a:ext cx="3534833" cy="461963"/>
          </a:xfrm>
          <a:prstGeom prst="chevron">
            <a:avLst>
              <a:gd name="adj" fmla="val 34831"/>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8278372" y="1447805"/>
            <a:ext cx="3534833" cy="461963"/>
          </a:xfrm>
          <a:prstGeom prst="chevron">
            <a:avLst>
              <a:gd name="adj" fmla="val 34831"/>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4364736" y="2057400"/>
            <a:ext cx="3364992" cy="3108960"/>
          </a:xfrm>
          <a:prstGeom prst="rect">
            <a:avLst/>
          </a:prstGeom>
          <a:solidFill>
            <a:srgbClr val="FFFFFF"/>
          </a:solidFill>
          <a:ln>
            <a:solidFill>
              <a:srgbClr val="C0C0C0"/>
            </a:solid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8278368" y="2057400"/>
            <a:ext cx="3364992" cy="3108960"/>
          </a:xfrm>
          <a:prstGeom prst="rect">
            <a:avLst/>
          </a:prstGeom>
          <a:solidFill>
            <a:srgbClr val="FFFFFF"/>
          </a:solidFill>
          <a:ln>
            <a:solidFill>
              <a:srgbClr val="C0C0C0"/>
            </a:solid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451104" y="2057402"/>
            <a:ext cx="3364992" cy="276999"/>
          </a:xfrm>
          <a:prstGeom prst="rect">
            <a:avLst/>
          </a:prstGeom>
          <a:solidFill>
            <a:srgbClr val="FFFFFF"/>
          </a:solidFill>
          <a:ln>
            <a:solidFill>
              <a:srgbClr val="C0C0C0"/>
            </a:solidFill>
          </a:ln>
        </p:spPr>
        <p:txBody>
          <a:bodyPr lIns="91440" anchor="t" anchorCtr="0">
            <a:spAutoFit/>
          </a:bodyP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9" name="Slide Number Placeholder 9"/>
          <p:cNvSpPr>
            <a:spLocks noGrp="1"/>
          </p:cNvSpPr>
          <p:nvPr>
            <p:ph type="sldNum" sz="quarter" idx="34"/>
          </p:nvPr>
        </p:nvSpPr>
        <p:spPr/>
        <p:txBody>
          <a:bodyPr/>
          <a:lstStyle>
            <a:lvl1pPr>
              <a:defRPr/>
            </a:lvl1pPr>
          </a:lstStyle>
          <a:p>
            <a:fld id="{8A4AF9FF-8501-8442-BA34-6C86C862CF8D}" type="slidenum">
              <a:rPr lang="en-US" altLang="en-US"/>
              <a:pPr/>
              <a:t>‹#›</a:t>
            </a:fld>
            <a:endParaRPr lang="en-US" altLang="en-US"/>
          </a:p>
        </p:txBody>
      </p:sp>
      <p:sp>
        <p:nvSpPr>
          <p:cNvPr id="10" name="Footer Placeholder 12"/>
          <p:cNvSpPr>
            <a:spLocks noGrp="1"/>
          </p:cNvSpPr>
          <p:nvPr>
            <p:ph type="ftr" sz="quarter" idx="35"/>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17784782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9505696" y="1493520"/>
            <a:ext cx="1975104" cy="4754880"/>
          </a:xfrm>
          <a:prstGeom prst="rect">
            <a:avLst/>
          </a:prstGeom>
          <a:ln>
            <a:solidFill>
              <a:srgbClr val="C0C0C0"/>
            </a:solidFill>
          </a:ln>
        </p:spPr>
        <p:txBody>
          <a:bodyPr lIns="45720" anchor="t"/>
          <a:lstStyle>
            <a:lvl1pPr marL="164592" indent="-164592" algn="l">
              <a:lnSpc>
                <a:spcPts val="1400"/>
              </a:lnSpc>
              <a:spcBef>
                <a:spcPts val="0"/>
              </a:spcBef>
              <a:buClr>
                <a:schemeClr val="accent1"/>
              </a:buClr>
              <a:buFont typeface="Wingdings" pitchFamily="2" charset="2"/>
              <a:buChar char="§"/>
              <a:defRPr sz="1200" b="0">
                <a:solidFill>
                  <a:srgbClr val="000000"/>
                </a:solidFill>
              </a:defRPr>
            </a:lvl1pPr>
            <a:lvl2pPr marL="164592" indent="0" algn="l">
              <a:spcBef>
                <a:spcPts val="700"/>
              </a:spcBef>
              <a:buNone/>
              <a:defRPr sz="1200" b="0"/>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2" name="Text Placeholder 5"/>
          <p:cNvSpPr>
            <a:spLocks noGrp="1"/>
          </p:cNvSpPr>
          <p:nvPr>
            <p:ph type="body" sz="quarter" idx="21"/>
          </p:nvPr>
        </p:nvSpPr>
        <p:spPr>
          <a:xfrm>
            <a:off x="609600" y="16002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rgbClr val="C0C0C0"/>
              </a:buClr>
              <a:buSzTx/>
              <a:buFont typeface="Wingdings 2" pitchFamily="18" charset="2"/>
              <a:buChar char="¡"/>
              <a:tabLst/>
              <a:defRPr sz="1200" b="1" baseline="0">
                <a:solidFill>
                  <a:srgbClr val="FFFFFF"/>
                </a:solidFill>
              </a:defRPr>
            </a:lvl1pPr>
            <a:lvl2pPr marL="117475" indent="0">
              <a:buFontTx/>
              <a:buNone/>
              <a:defRPr sz="1000"/>
            </a:lvl2pPr>
          </a:lstStyle>
          <a:p>
            <a:pPr lvl="0"/>
            <a:r>
              <a:rPr lang="en-US"/>
              <a:t>Click to edit Master text styles</a:t>
            </a:r>
          </a:p>
        </p:txBody>
      </p:sp>
      <p:sp>
        <p:nvSpPr>
          <p:cNvPr id="24" name="Text Placeholder 5"/>
          <p:cNvSpPr>
            <a:spLocks noGrp="1"/>
          </p:cNvSpPr>
          <p:nvPr>
            <p:ph type="body" sz="quarter" idx="23"/>
          </p:nvPr>
        </p:nvSpPr>
        <p:spPr>
          <a:xfrm>
            <a:off x="609600" y="48768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1200" b="1" kern="1200" baseline="0" dirty="0" smtClean="0">
                <a:solidFill>
                  <a:srgbClr val="FFFFFF"/>
                </a:solidFill>
                <a:latin typeface="+mn-lt"/>
                <a:ea typeface="+mn-ea"/>
                <a:cs typeface="+mn-cs"/>
              </a:defRPr>
            </a:lvl1pPr>
            <a:lvl2pPr marL="117475" indent="0">
              <a:buFontTx/>
              <a:buNone/>
              <a:defRPr sz="1000"/>
            </a:lvl2pPr>
          </a:lstStyle>
          <a:p>
            <a:pPr lvl="0"/>
            <a:r>
              <a:rPr lang="en-US"/>
              <a:t>Click to edit Master text styles</a:t>
            </a:r>
          </a:p>
        </p:txBody>
      </p:sp>
      <p:sp>
        <p:nvSpPr>
          <p:cNvPr id="25" name="Text Placeholder 5"/>
          <p:cNvSpPr>
            <a:spLocks noGrp="1"/>
          </p:cNvSpPr>
          <p:nvPr>
            <p:ph type="body" sz="quarter" idx="24"/>
          </p:nvPr>
        </p:nvSpPr>
        <p:spPr>
          <a:xfrm>
            <a:off x="609600" y="32385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1200" b="1" kern="1200" baseline="0" dirty="0" smtClean="0">
                <a:solidFill>
                  <a:srgbClr val="FFFFFF"/>
                </a:solidFill>
                <a:latin typeface="+mn-lt"/>
                <a:ea typeface="+mn-ea"/>
                <a:cs typeface="+mn-cs"/>
              </a:defRPr>
            </a:lvl1pPr>
            <a:lvl2pPr marL="117475" indent="0">
              <a:buFontTx/>
              <a:buNone/>
              <a:defRPr sz="1000"/>
            </a:lvl2pPr>
          </a:lstStyle>
          <a:p>
            <a:pPr lvl="0"/>
            <a:r>
              <a:rPr lang="en-US"/>
              <a:t>Click to edit Master text styles</a:t>
            </a:r>
          </a:p>
        </p:txBody>
      </p:sp>
      <p:sp>
        <p:nvSpPr>
          <p:cNvPr id="12" name="Text Placeholder 5"/>
          <p:cNvSpPr>
            <a:spLocks noGrp="1"/>
          </p:cNvSpPr>
          <p:nvPr>
            <p:ph type="body" sz="quarter" idx="30"/>
          </p:nvPr>
        </p:nvSpPr>
        <p:spPr>
          <a:xfrm>
            <a:off x="2922016" y="16002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922016" y="32385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922016" y="48768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0" name="Slide Number Placeholder 9"/>
          <p:cNvSpPr>
            <a:spLocks noGrp="1"/>
          </p:cNvSpPr>
          <p:nvPr>
            <p:ph type="sldNum" sz="quarter" idx="33"/>
          </p:nvPr>
        </p:nvSpPr>
        <p:spPr/>
        <p:txBody>
          <a:bodyPr/>
          <a:lstStyle>
            <a:lvl1pPr>
              <a:defRPr/>
            </a:lvl1pPr>
          </a:lstStyle>
          <a:p>
            <a:fld id="{00398512-78EB-D84B-88E3-8EFD360D49EF}" type="slidenum">
              <a:rPr lang="en-US" altLang="en-US"/>
              <a:pPr/>
              <a:t>‹#›</a:t>
            </a:fld>
            <a:endParaRPr lang="en-US" altLang="en-US"/>
          </a:p>
        </p:txBody>
      </p:sp>
      <p:sp>
        <p:nvSpPr>
          <p:cNvPr id="13" name="Footer Placeholder 12"/>
          <p:cNvSpPr>
            <a:spLocks noGrp="1"/>
          </p:cNvSpPr>
          <p:nvPr>
            <p:ph type="ftr" sz="quarter" idx="34"/>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4004918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p:cNvSpPr>
            <a:spLocks noChangeArrowheads="1"/>
          </p:cNvSpPr>
          <p:nvPr userDrawn="1"/>
        </p:nvSpPr>
        <p:spPr bwMode="auto">
          <a:xfrm>
            <a:off x="912284" y="2635250"/>
            <a:ext cx="10369549"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91440" bIns="9144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endParaRPr lang="en-US" altLang="en-US" sz="1800">
              <a:latin typeface="Arial" charset="0"/>
            </a:endParaRPr>
          </a:p>
        </p:txBody>
      </p:sp>
      <p:sp>
        <p:nvSpPr>
          <p:cNvPr id="18" name="Text Placeholder 17"/>
          <p:cNvSpPr>
            <a:spLocks noGrp="1"/>
          </p:cNvSpPr>
          <p:nvPr>
            <p:ph type="body" sz="quarter" idx="21"/>
          </p:nvPr>
        </p:nvSpPr>
        <p:spPr>
          <a:xfrm>
            <a:off x="1402080" y="1417320"/>
            <a:ext cx="4389120"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6096000" y="1417320"/>
            <a:ext cx="4389120"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4" name="Content Placeholder 10"/>
          <p:cNvSpPr>
            <a:spLocks noGrp="1"/>
          </p:cNvSpPr>
          <p:nvPr>
            <p:ph sz="quarter" idx="20"/>
          </p:nvPr>
        </p:nvSpPr>
        <p:spPr>
          <a:xfrm>
            <a:off x="1402080" y="1874520"/>
            <a:ext cx="4389120" cy="36576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6096000" y="1874520"/>
            <a:ext cx="4389120" cy="36576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B47071-B393-DC4F-9921-408D035EE572}" type="slidenum">
              <a:rPr lang="en-US" altLang="en-US"/>
              <a:pPr/>
              <a:t>‹#›</a:t>
            </a:fld>
            <a:endParaRPr lang="en-US" altLang="en-US"/>
          </a:p>
        </p:txBody>
      </p:sp>
      <p:sp>
        <p:nvSpPr>
          <p:cNvPr id="9" name="Footer Placeholder 8"/>
          <p:cNvSpPr>
            <a:spLocks noGrp="1"/>
          </p:cNvSpPr>
          <p:nvPr>
            <p:ph type="ftr" sz="quarter" idx="26"/>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4209844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p:cNvSpPr>
            <a:spLocks/>
          </p:cNvSpPr>
          <p:nvPr userDrawn="1"/>
        </p:nvSpPr>
        <p:spPr bwMode="auto">
          <a:xfrm>
            <a:off x="5846233" y="3341688"/>
            <a:ext cx="501651"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72000" tIns="72000" rIns="72000" bIns="72000" anchor="ctr"/>
          <a:lstStyle/>
          <a:p>
            <a:endParaRPr lang="en-US" sz="1800"/>
          </a:p>
        </p:txBody>
      </p:sp>
      <p:sp>
        <p:nvSpPr>
          <p:cNvPr id="18" name="Text Placeholder 17"/>
          <p:cNvSpPr>
            <a:spLocks noGrp="1"/>
          </p:cNvSpPr>
          <p:nvPr>
            <p:ph type="body" sz="quarter" idx="21"/>
          </p:nvPr>
        </p:nvSpPr>
        <p:spPr>
          <a:xfrm>
            <a:off x="1113536" y="1417320"/>
            <a:ext cx="4047744" cy="457200"/>
          </a:xfrm>
          <a:prstGeom prst="rect">
            <a:avLst/>
          </a:prstGeom>
          <a:solidFill>
            <a:srgbClr val="B01C2E"/>
          </a:solidFill>
          <a:ln>
            <a:solidFill>
              <a:srgbClr val="C0C0C0"/>
            </a:solidFill>
          </a:ln>
        </p:spPr>
        <p:txBody>
          <a:bodyPr anchor="ctr"/>
          <a:lstStyle>
            <a:lvl1pPr algn="ctr">
              <a:buNone/>
              <a:defRPr sz="12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7022169" y="1417320"/>
            <a:ext cx="4072128"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1" name="Content Placeholder 10"/>
          <p:cNvSpPr>
            <a:spLocks noGrp="1"/>
          </p:cNvSpPr>
          <p:nvPr>
            <p:ph sz="quarter" idx="20"/>
          </p:nvPr>
        </p:nvSpPr>
        <p:spPr>
          <a:xfrm>
            <a:off x="1113536" y="1874520"/>
            <a:ext cx="4389120" cy="4343400"/>
          </a:xfrm>
          <a:prstGeom prst="homePlate">
            <a:avLst>
              <a:gd name="adj" fmla="val 7684"/>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6705177" y="1874520"/>
            <a:ext cx="4389120" cy="4343400"/>
          </a:xfrm>
          <a:prstGeom prst="homePlate">
            <a:avLst>
              <a:gd name="adj" fmla="val 7343"/>
            </a:avLst>
          </a:prstGeom>
          <a:solidFill>
            <a:srgbClr val="FFFFFF"/>
          </a:solidFill>
          <a:ln>
            <a:solidFill>
              <a:srgbClr val="C0C0C0"/>
            </a:solidFill>
          </a:ln>
        </p:spPr>
        <p:txBody>
          <a:bodyPr lIns="2286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637242-61C1-4C47-AFEF-079B86936FE6}" type="slidenum">
              <a:rPr lang="en-US" altLang="en-US"/>
              <a:pPr/>
              <a:t>‹#›</a:t>
            </a:fld>
            <a:endParaRPr lang="en-US" altLang="en-US"/>
          </a:p>
        </p:txBody>
      </p:sp>
      <p:sp>
        <p:nvSpPr>
          <p:cNvPr id="10" name="Footer Placeholder 12"/>
          <p:cNvSpPr>
            <a:spLocks noGrp="1"/>
          </p:cNvSpPr>
          <p:nvPr>
            <p:ph type="ftr" sz="quarter" idx="26"/>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1179405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8242300" y="1577977"/>
            <a:ext cx="3316224" cy="3931920"/>
          </a:xfrm>
          <a:prstGeom prst="rect">
            <a:avLst/>
          </a:prstGeom>
          <a:solidFill>
            <a:srgbClr val="FFFFFF"/>
          </a:solidFill>
          <a:ln>
            <a:solidFill>
              <a:srgbClr val="C0C0C0"/>
            </a:solidFill>
          </a:ln>
        </p:spPr>
        <p:txBody>
          <a:bodyPr lIns="457200" rIns="9144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646176" y="1577977"/>
            <a:ext cx="3316224" cy="3931920"/>
          </a:xfrm>
          <a:prstGeom prst="rect">
            <a:avLst/>
          </a:prstGeom>
          <a:solidFill>
            <a:srgbClr val="FFFFFF"/>
          </a:solidFill>
          <a:ln>
            <a:solidFill>
              <a:srgbClr val="C0C0C0"/>
            </a:solidFill>
          </a:ln>
        </p:spPr>
        <p:txBody>
          <a:bodyPr rIns="4572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3556000" y="182880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1" name="Text Placeholder 23"/>
          <p:cNvSpPr>
            <a:spLocks noGrp="1"/>
          </p:cNvSpPr>
          <p:nvPr>
            <p:ph type="body" sz="quarter" idx="21"/>
          </p:nvPr>
        </p:nvSpPr>
        <p:spPr>
          <a:xfrm>
            <a:off x="3556000" y="242316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2" name="Text Placeholder 23"/>
          <p:cNvSpPr>
            <a:spLocks noGrp="1"/>
          </p:cNvSpPr>
          <p:nvPr>
            <p:ph type="body" sz="quarter" idx="22"/>
          </p:nvPr>
        </p:nvSpPr>
        <p:spPr>
          <a:xfrm>
            <a:off x="3556000" y="301752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3" name="Text Placeholder 23"/>
          <p:cNvSpPr>
            <a:spLocks noGrp="1"/>
          </p:cNvSpPr>
          <p:nvPr>
            <p:ph type="body" sz="quarter" idx="23"/>
          </p:nvPr>
        </p:nvSpPr>
        <p:spPr>
          <a:xfrm>
            <a:off x="3556000" y="361188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4" name="Text Placeholder 23"/>
          <p:cNvSpPr>
            <a:spLocks noGrp="1"/>
          </p:cNvSpPr>
          <p:nvPr>
            <p:ph type="body" sz="quarter" idx="24"/>
          </p:nvPr>
        </p:nvSpPr>
        <p:spPr>
          <a:xfrm>
            <a:off x="3556000" y="420624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5" name="Text Placeholder 23"/>
          <p:cNvSpPr>
            <a:spLocks noGrp="1"/>
          </p:cNvSpPr>
          <p:nvPr>
            <p:ph type="body" sz="quarter" idx="25"/>
          </p:nvPr>
        </p:nvSpPr>
        <p:spPr>
          <a:xfrm>
            <a:off x="3556000" y="480060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6" name="Text Placeholder 22"/>
          <p:cNvSpPr>
            <a:spLocks noGrp="1"/>
          </p:cNvSpPr>
          <p:nvPr>
            <p:ph type="body" sz="quarter" idx="29"/>
          </p:nvPr>
        </p:nvSpPr>
        <p:spPr>
          <a:xfrm>
            <a:off x="3352800" y="1981200"/>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3352800" y="2570074"/>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3352800" y="315894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3352800" y="3747822"/>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3352800" y="4336696"/>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3352800" y="492556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Slide Number Placeholder 9"/>
          <p:cNvSpPr>
            <a:spLocks noGrp="1"/>
          </p:cNvSpPr>
          <p:nvPr>
            <p:ph type="sldNum" sz="quarter" idx="36"/>
          </p:nvPr>
        </p:nvSpPr>
        <p:spPr/>
        <p:txBody>
          <a:bodyPr/>
          <a:lstStyle>
            <a:lvl1pPr>
              <a:defRPr/>
            </a:lvl1pPr>
          </a:lstStyle>
          <a:p>
            <a:fld id="{6F716D94-026E-1240-A247-91A0127FD885}"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8477543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528320" y="1600200"/>
            <a:ext cx="2438400" cy="1051560"/>
          </a:xfrm>
          <a:prstGeom prst="homePlate">
            <a:avLst>
              <a:gd name="adj" fmla="val 24892"/>
            </a:avLst>
          </a:prstGeom>
          <a:solidFill>
            <a:srgbClr val="B01C2E"/>
          </a:solidFill>
          <a:ln>
            <a:solidFill>
              <a:srgbClr val="B01C2E"/>
            </a:solidFill>
          </a:ln>
        </p:spPr>
        <p:txBody>
          <a:bodyPr anchor="ctr"/>
          <a:lstStyle>
            <a:lvl1pPr marL="0" indent="0">
              <a:buNone/>
              <a:defRPr sz="12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3495040" y="160020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528320" y="274828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3495040" y="274828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28320" y="389636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3495040" y="389636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536355" y="504444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3503075" y="504444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Slide Number Placeholder 9"/>
          <p:cNvSpPr>
            <a:spLocks noGrp="1"/>
          </p:cNvSpPr>
          <p:nvPr>
            <p:ph type="sldNum" sz="quarter" idx="36"/>
          </p:nvPr>
        </p:nvSpPr>
        <p:spPr/>
        <p:txBody>
          <a:bodyPr/>
          <a:lstStyle>
            <a:lvl1pPr>
              <a:defRPr/>
            </a:lvl1pPr>
          </a:lstStyle>
          <a:p>
            <a:fld id="{DDD5FA0E-3EAB-CB47-B428-C2E5915BFD66}" type="slidenum">
              <a:rPr lang="en-US" altLang="en-US"/>
              <a:pPr/>
              <a:t>‹#›</a:t>
            </a:fld>
            <a:endParaRPr lang="en-US" altLang="en-US"/>
          </a:p>
        </p:txBody>
      </p:sp>
      <p:sp>
        <p:nvSpPr>
          <p:cNvPr id="14" name="Footer Placeholder 12"/>
          <p:cNvSpPr>
            <a:spLocks noGrp="1"/>
          </p:cNvSpPr>
          <p:nvPr>
            <p:ph type="ftr" sz="quarter" idx="37"/>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8657053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1187196" y="794005"/>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3149600" y="1371600"/>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3149600" y="2474977"/>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3149600" y="3578353"/>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3149600" y="4681728"/>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1187196" y="1897381"/>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1187196" y="3000757"/>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1187196" y="4104132"/>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11" name="Slide Number Placeholder 9"/>
          <p:cNvSpPr>
            <a:spLocks noGrp="1"/>
          </p:cNvSpPr>
          <p:nvPr>
            <p:ph type="sldNum" sz="quarter" idx="36"/>
          </p:nvPr>
        </p:nvSpPr>
        <p:spPr/>
        <p:txBody>
          <a:bodyPr/>
          <a:lstStyle>
            <a:lvl1pPr>
              <a:defRPr/>
            </a:lvl1pPr>
          </a:lstStyle>
          <a:p>
            <a:fld id="{4835DA82-056E-9542-8819-BE1B86DFF077}" type="slidenum">
              <a:rPr lang="en-US" altLang="en-US"/>
              <a:pPr/>
              <a:t>‹#›</a:t>
            </a:fld>
            <a:endParaRPr lang="en-US" altLang="en-US"/>
          </a:p>
        </p:txBody>
      </p:sp>
      <p:sp>
        <p:nvSpPr>
          <p:cNvPr id="12" name="Footer Placeholder 12"/>
          <p:cNvSpPr>
            <a:spLocks noGrp="1"/>
          </p:cNvSpPr>
          <p:nvPr>
            <p:ph type="ftr" sz="quarter" idx="37"/>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1131279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p:cNvSpPr>
            <a:spLocks noChangeArrowheads="1"/>
          </p:cNvSpPr>
          <p:nvPr userDrawn="1"/>
        </p:nvSpPr>
        <p:spPr bwMode="auto">
          <a:xfrm rot="5400000">
            <a:off x="7797801" y="3117850"/>
            <a:ext cx="4406900"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2" name="AutoShape 4"/>
          <p:cNvSpPr>
            <a:spLocks noChangeArrowheads="1"/>
          </p:cNvSpPr>
          <p:nvPr userDrawn="1"/>
        </p:nvSpPr>
        <p:spPr bwMode="auto">
          <a:xfrm rot="5400000">
            <a:off x="-277813"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3" name="AutoShape 5"/>
          <p:cNvSpPr>
            <a:spLocks noChangeArrowheads="1"/>
          </p:cNvSpPr>
          <p:nvPr userDrawn="1"/>
        </p:nvSpPr>
        <p:spPr bwMode="auto">
          <a:xfrm rot="5400000">
            <a:off x="1741488"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4" name="AutoShape 6"/>
          <p:cNvSpPr>
            <a:spLocks noChangeArrowheads="1"/>
          </p:cNvSpPr>
          <p:nvPr userDrawn="1"/>
        </p:nvSpPr>
        <p:spPr bwMode="auto">
          <a:xfrm rot="5400000">
            <a:off x="3758672" y="3122613"/>
            <a:ext cx="4416425"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5" name="AutoShape 7"/>
          <p:cNvSpPr>
            <a:spLocks noChangeArrowheads="1"/>
          </p:cNvSpPr>
          <p:nvPr userDrawn="1"/>
        </p:nvSpPr>
        <p:spPr bwMode="auto">
          <a:xfrm rot="5400000">
            <a:off x="5777972"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7" name="Text Placeholder 16"/>
          <p:cNvSpPr>
            <a:spLocks noGrp="1"/>
          </p:cNvSpPr>
          <p:nvPr>
            <p:ph type="body" sz="quarter" idx="10"/>
          </p:nvPr>
        </p:nvSpPr>
        <p:spPr>
          <a:xfrm>
            <a:off x="1016000" y="1417320"/>
            <a:ext cx="1828800" cy="457200"/>
          </a:xfrm>
          <a:prstGeom prst="rect">
            <a:avLst/>
          </a:prstGeom>
          <a:solidFill>
            <a:srgbClr val="4D4D4D"/>
          </a:solidFill>
        </p:spPr>
        <p:txBody>
          <a:bodyPr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3035300"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5052484"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7071784"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9086851"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812800" y="21336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marL="685800">
              <a:buClr>
                <a:srgbClr val="B01C2E"/>
              </a:buClr>
              <a:buFont typeface="Arial" pitchFamily="34" charset="0"/>
              <a:buChar char="–"/>
              <a:defRPr sz="12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812800" y="33909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a:defRPr lang="en-US" sz="12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812800" y="4648200"/>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a:defRPr lang="en-US" sz="12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Slide Number Placeholder 9"/>
          <p:cNvSpPr>
            <a:spLocks noGrp="1"/>
          </p:cNvSpPr>
          <p:nvPr>
            <p:ph type="sldNum" sz="quarter" idx="23"/>
          </p:nvPr>
        </p:nvSpPr>
        <p:spPr/>
        <p:txBody>
          <a:bodyPr/>
          <a:lstStyle>
            <a:lvl1pPr>
              <a:defRPr/>
            </a:lvl1pPr>
          </a:lstStyle>
          <a:p>
            <a:fld id="{4755A724-3117-D848-90FF-6F79FEC20653}" type="slidenum">
              <a:rPr lang="en-US" altLang="en-US"/>
              <a:pPr/>
              <a:t>‹#›</a:t>
            </a:fld>
            <a:endParaRPr lang="en-US" altLang="en-US"/>
          </a:p>
        </p:txBody>
      </p:sp>
      <p:sp>
        <p:nvSpPr>
          <p:cNvPr id="22" name="Footer Placeholder 21"/>
          <p:cNvSpPr>
            <a:spLocks noGrp="1"/>
          </p:cNvSpPr>
          <p:nvPr>
            <p:ph type="ftr" sz="quarter" idx="24"/>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18719421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4364736" y="1444752"/>
            <a:ext cx="3462528" cy="3968496"/>
          </a:xfrm>
          <a:prstGeom prst="rect">
            <a:avLst/>
          </a:prstGeom>
        </p:spPr>
        <p:txBody>
          <a:bodyPr wrap="square" lIns="640080" rIns="640080" anchor="ctr" anchorCtr="1">
            <a:noAutofit/>
          </a:bodyPr>
          <a:lstStyle>
            <a:lvl1pPr marL="0" indent="0" algn="ctr">
              <a:spcBef>
                <a:spcPts val="0"/>
              </a:spcBef>
              <a:spcAft>
                <a:spcPts val="0"/>
              </a:spcAft>
              <a:buNone/>
              <a:defRPr sz="1200" b="1"/>
            </a:lvl1pPr>
          </a:lstStyle>
          <a:p>
            <a:pPr lvl="0"/>
            <a:r>
              <a:rPr lang="en-US"/>
              <a:t>Click to edit Master text styles</a:t>
            </a:r>
          </a:p>
        </p:txBody>
      </p:sp>
      <p:sp>
        <p:nvSpPr>
          <p:cNvPr id="14" name="Text Placeholder 19"/>
          <p:cNvSpPr>
            <a:spLocks noGrp="1"/>
          </p:cNvSpPr>
          <p:nvPr>
            <p:ph type="body" sz="quarter" idx="15"/>
          </p:nvPr>
        </p:nvSpPr>
        <p:spPr>
          <a:xfrm>
            <a:off x="7160768" y="152400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812800" y="152400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7160768" y="255016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812800" y="255016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7160768" y="357632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812800" y="357632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7160768" y="460248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812800" y="460248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2" name="Slide Number Placeholder 9"/>
          <p:cNvSpPr>
            <a:spLocks noGrp="1"/>
          </p:cNvSpPr>
          <p:nvPr>
            <p:ph type="sldNum" sz="quarter" idx="38"/>
          </p:nvPr>
        </p:nvSpPr>
        <p:spPr/>
        <p:txBody>
          <a:bodyPr/>
          <a:lstStyle>
            <a:lvl1pPr>
              <a:defRPr/>
            </a:lvl1pPr>
          </a:lstStyle>
          <a:p>
            <a:fld id="{BA6B416F-5AE6-D74C-AE38-5D34E63DFA9A}" type="slidenum">
              <a:rPr lang="en-US" altLang="en-US"/>
              <a:pPr/>
              <a:t>‹#›</a:t>
            </a:fld>
            <a:endParaRPr lang="en-US" altLang="en-US"/>
          </a:p>
        </p:txBody>
      </p:sp>
      <p:sp>
        <p:nvSpPr>
          <p:cNvPr id="15" name="Footer Placeholder 12"/>
          <p:cNvSpPr>
            <a:spLocks noGrp="1"/>
          </p:cNvSpPr>
          <p:nvPr>
            <p:ph type="ftr" sz="quarter" idx="39"/>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12354106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8331200" y="1420504"/>
            <a:ext cx="3450336" cy="4800600"/>
          </a:xfrm>
          <a:prstGeom prst="rect">
            <a:avLst/>
          </a:prstGeom>
          <a:no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200" baseline="0"/>
            </a:lvl1pPr>
            <a:lvl2pPr marL="338138" indent="-173038">
              <a:spcBef>
                <a:spcPts val="200"/>
              </a:spcBef>
              <a:buClr>
                <a:srgbClr val="B01C2E"/>
              </a:buClr>
              <a:buFont typeface="Arial" pitchFamily="34" charset="0"/>
              <a:buChar char="•"/>
              <a:tabLst/>
              <a:defRPr sz="1200" baseline="0"/>
            </a:lvl2pPr>
            <a:lvl3pPr marL="502920" indent="-173038">
              <a:spcBef>
                <a:spcPts val="200"/>
              </a:spcBef>
              <a:buClr>
                <a:srgbClr val="B01C2E"/>
              </a:buClr>
              <a:buFont typeface="Arial" pitchFamily="34" charset="0"/>
              <a:buChar char="–"/>
              <a:defRPr sz="1200" baseline="0"/>
            </a:lvl3pPr>
            <a:lvl4pPr marL="685800" indent="-173736">
              <a:spcBef>
                <a:spcPts val="200"/>
              </a:spcBef>
              <a:buClr>
                <a:srgbClr val="B01C2E"/>
              </a:buClr>
              <a:buFont typeface="Arial" pitchFamily="34" charset="0"/>
              <a:buChar char="–"/>
              <a:tabLst/>
              <a:defRPr sz="1200"/>
            </a:lvl4pPr>
            <a:lvl5pPr marL="850392" indent="-173736">
              <a:spcBef>
                <a:spcPts val="200"/>
              </a:spcBef>
              <a:buClr>
                <a:srgbClr val="B01C2E"/>
              </a:buClr>
              <a:buFont typeface="Arial" pitchFamily="34" charset="0"/>
              <a:buChar char="–"/>
              <a:defRPr sz="1200"/>
            </a:lvl5pPr>
            <a:lvl6pPr marL="1115568">
              <a:buClr>
                <a:srgbClr val="B01C1A"/>
              </a:buClr>
              <a:buFont typeface="Arial" pitchFamily="34" charset="0"/>
              <a:buChar char="–"/>
              <a:defRPr sz="12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670560" y="15544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670560" y="27482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670560" y="39420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670560" y="51358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24"/>
          </p:nvPr>
        </p:nvSpPr>
        <p:spPr/>
        <p:txBody>
          <a:bodyPr/>
          <a:lstStyle>
            <a:lvl1pPr>
              <a:defRPr/>
            </a:lvl1pPr>
          </a:lstStyle>
          <a:p>
            <a:fld id="{12EFD6B5-614C-464C-AC16-8E45A0815BB5}" type="slidenum">
              <a:rPr lang="en-US" altLang="en-US"/>
              <a:pPr/>
              <a:t>‹#›</a:t>
            </a:fld>
            <a:endParaRPr lang="en-US" altLang="en-US"/>
          </a:p>
        </p:txBody>
      </p:sp>
      <p:sp>
        <p:nvSpPr>
          <p:cNvPr id="13" name="Footer Placeholder 12"/>
          <p:cNvSpPr>
            <a:spLocks noGrp="1"/>
          </p:cNvSpPr>
          <p:nvPr>
            <p:ph type="ftr" sz="quarter" idx="25"/>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17069551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406400" y="2362200"/>
            <a:ext cx="8156448"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33" name="Text Placeholder 19"/>
          <p:cNvSpPr>
            <a:spLocks noGrp="1"/>
          </p:cNvSpPr>
          <p:nvPr>
            <p:ph type="body" sz="quarter" idx="33"/>
          </p:nvPr>
        </p:nvSpPr>
        <p:spPr>
          <a:xfrm>
            <a:off x="406400" y="3491484"/>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36" name="Text Placeholder 19"/>
          <p:cNvSpPr>
            <a:spLocks noGrp="1"/>
          </p:cNvSpPr>
          <p:nvPr>
            <p:ph type="body" sz="quarter" idx="34"/>
          </p:nvPr>
        </p:nvSpPr>
        <p:spPr>
          <a:xfrm>
            <a:off x="406400" y="4620768"/>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26" name="Text Placeholder 25"/>
          <p:cNvSpPr>
            <a:spLocks noGrp="1"/>
          </p:cNvSpPr>
          <p:nvPr>
            <p:ph type="body" sz="quarter" idx="21"/>
          </p:nvPr>
        </p:nvSpPr>
        <p:spPr>
          <a:xfrm>
            <a:off x="8548577" y="1417320"/>
            <a:ext cx="2804160" cy="429768"/>
          </a:xfrm>
          <a:prstGeom prst="rect">
            <a:avLst/>
          </a:prstGeom>
          <a:solidFill>
            <a:srgbClr val="B01C2E"/>
          </a:solidFill>
          <a:ln>
            <a:solidFill>
              <a:srgbClr val="B01C2E"/>
            </a:solidFill>
          </a:ln>
        </p:spPr>
        <p:txBody>
          <a:bodyPr anchor="ctr"/>
          <a:lstStyle>
            <a:lvl1pPr algn="ctr">
              <a:buNone/>
              <a:defRPr sz="12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5854700"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3698748"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542796"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542796"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3698748"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5854700"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Content Placeholder 10"/>
          <p:cNvSpPr>
            <a:spLocks noGrp="1"/>
          </p:cNvSpPr>
          <p:nvPr>
            <p:ph sz="quarter" idx="20"/>
          </p:nvPr>
        </p:nvSpPr>
        <p:spPr>
          <a:xfrm>
            <a:off x="8548577" y="1861185"/>
            <a:ext cx="2804160" cy="4206240"/>
          </a:xfrm>
          <a:prstGeom prst="rect">
            <a:avLst/>
          </a:prstGeom>
          <a:solidFill>
            <a:srgbClr val="FFFFFF"/>
          </a:solidFill>
          <a:ln>
            <a:solidFill>
              <a:srgbClr val="C0C0C0"/>
            </a:solidFill>
          </a:ln>
        </p:spPr>
        <p:txBody>
          <a:bodyPr rIns="4572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14" name="Slide Number Placeholder 9"/>
          <p:cNvSpPr>
            <a:spLocks noGrp="1"/>
          </p:cNvSpPr>
          <p:nvPr>
            <p:ph type="sldNum" sz="quarter" idx="35"/>
          </p:nvPr>
        </p:nvSpPr>
        <p:spPr/>
        <p:txBody>
          <a:bodyPr/>
          <a:lstStyle>
            <a:lvl1pPr>
              <a:defRPr/>
            </a:lvl1pPr>
          </a:lstStyle>
          <a:p>
            <a:fld id="{08AE5534-AA48-F74E-87DE-645A72BA9DD1}" type="slidenum">
              <a:rPr lang="en-US" altLang="en-US"/>
              <a:pPr/>
              <a:t>‹#›</a:t>
            </a:fld>
            <a:endParaRPr lang="en-US" altLang="en-US"/>
          </a:p>
        </p:txBody>
      </p:sp>
      <p:sp>
        <p:nvSpPr>
          <p:cNvPr id="22" name="Footer Placeholder 12"/>
          <p:cNvSpPr>
            <a:spLocks noGrp="1"/>
          </p:cNvSpPr>
          <p:nvPr>
            <p:ph type="ftr" sz="quarter" idx="36"/>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16318878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p:cNvSpPr>
            <a:spLocks/>
          </p:cNvSpPr>
          <p:nvPr userDrawn="1"/>
        </p:nvSpPr>
        <p:spPr bwMode="auto">
          <a:xfrm>
            <a:off x="4091518" y="1981201"/>
            <a:ext cx="3382433"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17" name="Freeform 13"/>
          <p:cNvSpPr>
            <a:spLocks/>
          </p:cNvSpPr>
          <p:nvPr userDrawn="1"/>
        </p:nvSpPr>
        <p:spPr bwMode="auto">
          <a:xfrm>
            <a:off x="609601" y="1982789"/>
            <a:ext cx="3373967"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21" name="Freeform 14"/>
          <p:cNvSpPr>
            <a:spLocks/>
          </p:cNvSpPr>
          <p:nvPr userDrawn="1"/>
        </p:nvSpPr>
        <p:spPr bwMode="auto">
          <a:xfrm>
            <a:off x="7579785" y="1981201"/>
            <a:ext cx="3829049"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28" name="Text Placeholder 12"/>
          <p:cNvSpPr>
            <a:spLocks noGrp="1"/>
          </p:cNvSpPr>
          <p:nvPr>
            <p:ph type="body" sz="quarter" idx="16"/>
          </p:nvPr>
        </p:nvSpPr>
        <p:spPr bwMode="gray">
          <a:xfrm>
            <a:off x="7574514" y="1983087"/>
            <a:ext cx="383432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71450" indent="-171450">
              <a:buClr>
                <a:srgbClr val="B01C2E"/>
              </a:buClr>
              <a:buFont typeface="Wingdings 2" pitchFamily="18" charset="2"/>
              <a:buChar char=""/>
              <a:defRPr sz="120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4091412" y="1983087"/>
            <a:ext cx="3565957" cy="1903112"/>
          </a:xfrm>
          <a:prstGeom prst="chevron">
            <a:avLst>
              <a:gd name="adj" fmla="val 10431"/>
            </a:avLst>
          </a:prstGeom>
          <a:ln w="6350">
            <a:solidFill>
              <a:srgbClr val="A9A9A9"/>
            </a:solidFill>
          </a:ln>
        </p:spPr>
        <p:txBody>
          <a:bodyPr lIns="137160" tIns="457200" rIns="137160" bIns="137160"/>
          <a:lstStyle>
            <a:lvl1pPr marL="171450" indent="-171450">
              <a:buClr>
                <a:srgbClr val="B01C2E"/>
              </a:buClr>
              <a:buFont typeface="Wingdings 2" pitchFamily="18" charset="2"/>
              <a:buChar char=""/>
              <a:defRPr sz="1200" baseline="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609600" y="4038600"/>
            <a:ext cx="10769600" cy="310896"/>
          </a:xfrm>
          <a:prstGeom prst="rect">
            <a:avLst/>
          </a:prstGeom>
          <a:solidFill>
            <a:srgbClr val="4D4D4D"/>
          </a:solidFill>
          <a:ln>
            <a:noFill/>
          </a:ln>
        </p:spPr>
        <p:txBody>
          <a:bodyPr anchor="ctr" anchorCtr="1"/>
          <a:lstStyle>
            <a:lvl1pPr marL="0" indent="0" algn="ctr">
              <a:buNone/>
              <a:defRPr sz="12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609600" y="5937504"/>
            <a:ext cx="5266944" cy="310896"/>
          </a:xfrm>
          <a:prstGeom prst="rect">
            <a:avLst/>
          </a:prstGeom>
          <a:solidFill>
            <a:srgbClr val="4D4D4D"/>
          </a:solidFill>
          <a:ln>
            <a:noFill/>
          </a:ln>
        </p:spPr>
        <p:txBody>
          <a:bodyPr anchor="ctr" anchorCtr="1"/>
          <a:lstStyle>
            <a:lvl1pPr marL="0" indent="173736" algn="l">
              <a:buClr>
                <a:schemeClr val="accent1"/>
              </a:buClr>
              <a:buFont typeface="Wingdings" pitchFamily="2" charset="2"/>
              <a:buNone/>
              <a:defRPr sz="12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6114371" y="5937504"/>
            <a:ext cx="5266944" cy="310896"/>
          </a:xfrm>
          <a:prstGeom prst="rect">
            <a:avLst/>
          </a:prstGeom>
          <a:solidFill>
            <a:srgbClr val="4D4D4D"/>
          </a:solidFill>
          <a:ln>
            <a:noFill/>
          </a:ln>
        </p:spPr>
        <p:txBody>
          <a:bodyPr anchor="ctr" anchorCtr="1"/>
          <a:lstStyle>
            <a:lvl1pPr marL="0" indent="173736" algn="l">
              <a:buClr>
                <a:schemeClr val="accent1"/>
              </a:buClr>
              <a:buFont typeface="Wingdings" pitchFamily="2" charset="2"/>
              <a:buNone/>
              <a:defRPr sz="12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609600" y="1417320"/>
            <a:ext cx="692505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27" name="Text Placeholder 13"/>
          <p:cNvSpPr>
            <a:spLocks noGrp="1"/>
          </p:cNvSpPr>
          <p:nvPr>
            <p:ph type="body" sz="quarter" idx="17"/>
          </p:nvPr>
        </p:nvSpPr>
        <p:spPr>
          <a:xfrm>
            <a:off x="7541684" y="1417325"/>
            <a:ext cx="4047744" cy="461963"/>
          </a:xfrm>
          <a:prstGeom prst="chevron">
            <a:avLst>
              <a:gd name="adj" fmla="val 34831"/>
            </a:avLst>
          </a:prstGeom>
          <a:solidFill>
            <a:srgbClr val="B01C2E"/>
          </a:solidFill>
        </p:spPr>
        <p:txBody>
          <a:bodyPr anchor="ctr"/>
          <a:lstStyle>
            <a:lvl1pPr marL="342900" marR="0" indent="-342900"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609600" y="1983087"/>
            <a:ext cx="3565957" cy="1903112"/>
          </a:xfrm>
          <a:prstGeom prst="homePlate">
            <a:avLst>
              <a:gd name="adj" fmla="val 11448"/>
            </a:avLst>
          </a:prstGeom>
          <a:ln w="6350">
            <a:solidFill>
              <a:srgbClr val="A9A9A9"/>
            </a:solidFill>
          </a:ln>
        </p:spPr>
        <p:txBody>
          <a:bodyPr lIns="137160" tIns="457200" rIns="137160" bIns="137160"/>
          <a:lstStyle>
            <a:lvl1pPr marL="171450" indent="-171450">
              <a:buClr>
                <a:srgbClr val="B01C2E"/>
              </a:buClr>
              <a:buFont typeface="Wingdings 2" pitchFamily="18" charset="2"/>
              <a:buChar char=""/>
              <a:defRPr sz="1200" baseline="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609600" y="1981200"/>
            <a:ext cx="3297573"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4192430" y="1988239"/>
            <a:ext cx="3183381"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609600" y="4343400"/>
            <a:ext cx="10769600" cy="1481328"/>
          </a:xfrm>
          <a:prstGeom prst="rect">
            <a:avLst/>
          </a:prstGeom>
          <a:solidFill>
            <a:srgbClr val="FFFFFF"/>
          </a:solidFill>
          <a:ln>
            <a:solidFill>
              <a:srgbClr val="C0C0C0"/>
            </a:solidFill>
          </a:ln>
        </p:spPr>
        <p:txBody>
          <a:bodyPr/>
          <a:lstStyle>
            <a:lvl1pPr marL="173736" indent="-173736">
              <a:lnSpc>
                <a:spcPct val="95000"/>
              </a:lnSpc>
              <a:spcBef>
                <a:spcPts val="720"/>
              </a:spcBef>
              <a:buClr>
                <a:schemeClr val="accent1"/>
              </a:buClr>
              <a:buFont typeface="Wingdings 2" pitchFamily="18" charset="2"/>
              <a:buChar char=""/>
              <a:defRPr sz="1200"/>
            </a:lvl1pPr>
            <a:lvl2pPr marL="347472" indent="-173736">
              <a:lnSpc>
                <a:spcPct val="95000"/>
              </a:lnSpc>
              <a:spcBef>
                <a:spcPts val="300"/>
              </a:spcBef>
              <a:buClr>
                <a:schemeClr val="accent1"/>
              </a:buClr>
              <a:buFont typeface="Arial" pitchFamily="34" charset="0"/>
              <a:buChar char="•"/>
              <a:defRPr sz="1200"/>
            </a:lvl2pPr>
            <a:lvl3pPr marL="521208" indent="-173736">
              <a:lnSpc>
                <a:spcPct val="95000"/>
              </a:lnSpc>
              <a:spcBef>
                <a:spcPts val="300"/>
              </a:spcBef>
              <a:buClr>
                <a:schemeClr val="accent1"/>
              </a:buClr>
              <a:buFont typeface="Arial" pitchFamily="34" charset="0"/>
              <a:buChar char="–"/>
              <a:defRPr sz="1200"/>
            </a:lvl3pPr>
            <a:lvl4pPr marL="685800" indent="-173736">
              <a:lnSpc>
                <a:spcPct val="95000"/>
              </a:lnSpc>
              <a:spcBef>
                <a:spcPts val="300"/>
              </a:spcBef>
              <a:buClr>
                <a:schemeClr val="accent1"/>
              </a:buClr>
              <a:buFont typeface="Arial" pitchFamily="34" charset="0"/>
              <a:buChar char="–"/>
              <a:defRPr sz="1200"/>
            </a:lvl4pPr>
            <a:lvl5pPr marL="914400" indent="-173736">
              <a:lnSpc>
                <a:spcPct val="95000"/>
              </a:lnSpc>
              <a:spcBef>
                <a:spcPts val="300"/>
              </a:spcBef>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7683241" y="1987175"/>
            <a:ext cx="3725596"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3" name="Slide Number Placeholder 9"/>
          <p:cNvSpPr>
            <a:spLocks noGrp="1"/>
          </p:cNvSpPr>
          <p:nvPr>
            <p:ph type="sldNum" sz="quarter" idx="35"/>
          </p:nvPr>
        </p:nvSpPr>
        <p:spPr/>
        <p:txBody>
          <a:bodyPr/>
          <a:lstStyle>
            <a:lvl1pPr>
              <a:defRPr/>
            </a:lvl1pPr>
          </a:lstStyle>
          <a:p>
            <a:fld id="{E70D8206-912D-3041-8A60-C5747B4B98EB}" type="slidenum">
              <a:rPr lang="en-US" altLang="en-US"/>
              <a:pPr/>
              <a:t>‹#›</a:t>
            </a:fld>
            <a:endParaRPr lang="en-US" altLang="en-US"/>
          </a:p>
        </p:txBody>
      </p:sp>
      <p:sp>
        <p:nvSpPr>
          <p:cNvPr id="24" name="Footer Placeholder 23"/>
          <p:cNvSpPr>
            <a:spLocks noGrp="1"/>
          </p:cNvSpPr>
          <p:nvPr>
            <p:ph type="ftr" sz="quarter" idx="36"/>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9321310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p:cNvSpPr/>
          <p:nvPr userDrawn="1"/>
        </p:nvSpPr>
        <p:spPr bwMode="auto">
          <a:xfrm>
            <a:off x="7342718" y="1755775"/>
            <a:ext cx="905933"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117475" eaLnBrk="0" hangingPunct="0">
              <a:lnSpc>
                <a:spcPct val="95000"/>
              </a:lnSpc>
              <a:defRPr/>
            </a:pPr>
            <a:endParaRPr lang="en-US" sz="1800">
              <a:latin typeface="Arial" charset="0"/>
              <a:ea typeface="+mn-ea"/>
            </a:endParaRPr>
          </a:p>
        </p:txBody>
      </p:sp>
      <p:sp>
        <p:nvSpPr>
          <p:cNvPr id="6" name="Text Placeholder 2"/>
          <p:cNvSpPr>
            <a:spLocks noGrp="1"/>
          </p:cNvSpPr>
          <p:nvPr>
            <p:ph type="body" idx="38"/>
          </p:nvPr>
        </p:nvSpPr>
        <p:spPr>
          <a:xfrm>
            <a:off x="399164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Text Placeholder 2"/>
          <p:cNvSpPr>
            <a:spLocks noGrp="1"/>
          </p:cNvSpPr>
          <p:nvPr>
            <p:ph type="body" idx="39"/>
          </p:nvPr>
        </p:nvSpPr>
        <p:spPr>
          <a:xfrm>
            <a:off x="63711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5"/>
          </p:nvPr>
        </p:nvSpPr>
        <p:spPr>
          <a:xfrm>
            <a:off x="3991647" y="1290638"/>
            <a:ext cx="316992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2"/>
          </p:nvPr>
        </p:nvSpPr>
        <p:spPr>
          <a:xfrm>
            <a:off x="8400511" y="1290638"/>
            <a:ext cx="316992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2"/>
          <p:cNvSpPr>
            <a:spLocks noGrp="1"/>
          </p:cNvSpPr>
          <p:nvPr>
            <p:ph type="body" idx="30"/>
          </p:nvPr>
        </p:nvSpPr>
        <p:spPr>
          <a:xfrm>
            <a:off x="637117" y="1290638"/>
            <a:ext cx="316992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9"/>
          <p:cNvSpPr>
            <a:spLocks noGrp="1"/>
          </p:cNvSpPr>
          <p:nvPr>
            <p:ph type="body" sz="quarter" idx="40"/>
          </p:nvPr>
        </p:nvSpPr>
        <p:spPr>
          <a:xfrm>
            <a:off x="759037" y="1731264"/>
            <a:ext cx="2926080" cy="521208"/>
          </a:xfrm>
          <a:prstGeom prst="flowChartAlternateProcess">
            <a:avLst/>
          </a:prstGeom>
          <a:solidFill>
            <a:srgbClr val="FFFFFF"/>
          </a:solidFill>
          <a:ln>
            <a:solidFill>
              <a:srgbClr val="C0C0C0"/>
            </a:solidFill>
          </a:ln>
        </p:spPr>
        <p:txBody>
          <a:bodyPr lIns="45720" tIns="0" rIns="45720" bIns="0" anchor="ctr" anchorCtr="0"/>
          <a:lstStyle>
            <a:lvl1pPr marL="0" indent="-118872">
              <a:lnSpc>
                <a:spcPct val="95000"/>
              </a:lnSpc>
              <a:spcBef>
                <a:spcPts val="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2" name="Text Placeholder 19"/>
          <p:cNvSpPr>
            <a:spLocks noGrp="1"/>
          </p:cNvSpPr>
          <p:nvPr>
            <p:ph type="body" sz="quarter" idx="41"/>
          </p:nvPr>
        </p:nvSpPr>
        <p:spPr>
          <a:xfrm>
            <a:off x="759037" y="235712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3" name="Text Placeholder 19"/>
          <p:cNvSpPr>
            <a:spLocks noGrp="1"/>
          </p:cNvSpPr>
          <p:nvPr>
            <p:ph type="body" sz="quarter" idx="42"/>
          </p:nvPr>
        </p:nvSpPr>
        <p:spPr>
          <a:xfrm>
            <a:off x="759037" y="2982976"/>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4" name="Text Placeholder 19"/>
          <p:cNvSpPr>
            <a:spLocks noGrp="1"/>
          </p:cNvSpPr>
          <p:nvPr>
            <p:ph type="body" sz="quarter" idx="43"/>
          </p:nvPr>
        </p:nvSpPr>
        <p:spPr>
          <a:xfrm>
            <a:off x="759037" y="3608832"/>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5" name="Text Placeholder 19"/>
          <p:cNvSpPr>
            <a:spLocks noGrp="1"/>
          </p:cNvSpPr>
          <p:nvPr>
            <p:ph type="body" sz="quarter" idx="44"/>
          </p:nvPr>
        </p:nvSpPr>
        <p:spPr>
          <a:xfrm>
            <a:off x="759037" y="4234688"/>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6" name="Text Placeholder 19"/>
          <p:cNvSpPr>
            <a:spLocks noGrp="1"/>
          </p:cNvSpPr>
          <p:nvPr>
            <p:ph type="body" sz="quarter" idx="45"/>
          </p:nvPr>
        </p:nvSpPr>
        <p:spPr>
          <a:xfrm>
            <a:off x="759037" y="548640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7" name="Text Placeholder 19"/>
          <p:cNvSpPr>
            <a:spLocks noGrp="1"/>
          </p:cNvSpPr>
          <p:nvPr>
            <p:ph type="body" sz="quarter" idx="46"/>
          </p:nvPr>
        </p:nvSpPr>
        <p:spPr>
          <a:xfrm>
            <a:off x="759037" y="4860544"/>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8" name="Text Placeholder 19"/>
          <p:cNvSpPr>
            <a:spLocks noGrp="1"/>
          </p:cNvSpPr>
          <p:nvPr>
            <p:ph type="body" sz="quarter" idx="47"/>
          </p:nvPr>
        </p:nvSpPr>
        <p:spPr>
          <a:xfrm>
            <a:off x="4113567" y="1743456"/>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9" name="Text Placeholder 19"/>
          <p:cNvSpPr>
            <a:spLocks noGrp="1"/>
          </p:cNvSpPr>
          <p:nvPr>
            <p:ph type="body" sz="quarter" idx="48"/>
          </p:nvPr>
        </p:nvSpPr>
        <p:spPr>
          <a:xfrm>
            <a:off x="4113567" y="2369312"/>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0" name="Text Placeholder 19"/>
          <p:cNvSpPr>
            <a:spLocks noGrp="1"/>
          </p:cNvSpPr>
          <p:nvPr>
            <p:ph type="body" sz="quarter" idx="49"/>
          </p:nvPr>
        </p:nvSpPr>
        <p:spPr>
          <a:xfrm>
            <a:off x="4113567" y="2995168"/>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1" name="Text Placeholder 19"/>
          <p:cNvSpPr>
            <a:spLocks noGrp="1"/>
          </p:cNvSpPr>
          <p:nvPr>
            <p:ph type="body" sz="quarter" idx="50"/>
          </p:nvPr>
        </p:nvSpPr>
        <p:spPr>
          <a:xfrm>
            <a:off x="4113567" y="3621024"/>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2" name="Text Placeholder 19"/>
          <p:cNvSpPr>
            <a:spLocks noGrp="1"/>
          </p:cNvSpPr>
          <p:nvPr>
            <p:ph type="body" sz="quarter" idx="51"/>
          </p:nvPr>
        </p:nvSpPr>
        <p:spPr>
          <a:xfrm>
            <a:off x="4113567" y="4246880"/>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3" name="Text Placeholder 19"/>
          <p:cNvSpPr>
            <a:spLocks noGrp="1"/>
          </p:cNvSpPr>
          <p:nvPr>
            <p:ph type="body" sz="quarter" idx="52"/>
          </p:nvPr>
        </p:nvSpPr>
        <p:spPr>
          <a:xfrm>
            <a:off x="4113567" y="5498592"/>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4" name="Text Placeholder 19"/>
          <p:cNvSpPr>
            <a:spLocks noGrp="1"/>
          </p:cNvSpPr>
          <p:nvPr>
            <p:ph type="body" sz="quarter" idx="53"/>
          </p:nvPr>
        </p:nvSpPr>
        <p:spPr>
          <a:xfrm>
            <a:off x="4113567" y="4872736"/>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5" name="Text Placeholder 19"/>
          <p:cNvSpPr>
            <a:spLocks noGrp="1"/>
          </p:cNvSpPr>
          <p:nvPr>
            <p:ph type="body" sz="quarter" idx="54"/>
          </p:nvPr>
        </p:nvSpPr>
        <p:spPr>
          <a:xfrm>
            <a:off x="8400511" y="1743456"/>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6" name="Text Placeholder 19"/>
          <p:cNvSpPr>
            <a:spLocks noGrp="1"/>
          </p:cNvSpPr>
          <p:nvPr>
            <p:ph type="body" sz="quarter" idx="55"/>
          </p:nvPr>
        </p:nvSpPr>
        <p:spPr>
          <a:xfrm>
            <a:off x="8400511" y="2369312"/>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7" name="Text Placeholder 19"/>
          <p:cNvSpPr>
            <a:spLocks noGrp="1"/>
          </p:cNvSpPr>
          <p:nvPr>
            <p:ph type="body" sz="quarter" idx="56"/>
          </p:nvPr>
        </p:nvSpPr>
        <p:spPr>
          <a:xfrm>
            <a:off x="8400511" y="2995168"/>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8" name="Text Placeholder 19"/>
          <p:cNvSpPr>
            <a:spLocks noGrp="1"/>
          </p:cNvSpPr>
          <p:nvPr>
            <p:ph type="body" sz="quarter" idx="57"/>
          </p:nvPr>
        </p:nvSpPr>
        <p:spPr>
          <a:xfrm>
            <a:off x="8400511" y="3621024"/>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9" name="Text Placeholder 19"/>
          <p:cNvSpPr>
            <a:spLocks noGrp="1"/>
          </p:cNvSpPr>
          <p:nvPr>
            <p:ph type="body" sz="quarter" idx="58"/>
          </p:nvPr>
        </p:nvSpPr>
        <p:spPr>
          <a:xfrm>
            <a:off x="8400511" y="4246880"/>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0" name="Text Placeholder 19"/>
          <p:cNvSpPr>
            <a:spLocks noGrp="1"/>
          </p:cNvSpPr>
          <p:nvPr>
            <p:ph type="body" sz="quarter" idx="59"/>
          </p:nvPr>
        </p:nvSpPr>
        <p:spPr>
          <a:xfrm>
            <a:off x="8400511" y="5498592"/>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1" name="Text Placeholder 19"/>
          <p:cNvSpPr>
            <a:spLocks noGrp="1"/>
          </p:cNvSpPr>
          <p:nvPr>
            <p:ph type="body" sz="quarter" idx="60"/>
          </p:nvPr>
        </p:nvSpPr>
        <p:spPr>
          <a:xfrm>
            <a:off x="8400511" y="4872736"/>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4" name="Slide Number Placeholder 9"/>
          <p:cNvSpPr>
            <a:spLocks noGrp="1"/>
          </p:cNvSpPr>
          <p:nvPr>
            <p:ph type="sldNum" sz="quarter" idx="61"/>
          </p:nvPr>
        </p:nvSpPr>
        <p:spPr/>
        <p:txBody>
          <a:bodyPr/>
          <a:lstStyle>
            <a:lvl1pPr>
              <a:defRPr/>
            </a:lvl1pPr>
          </a:lstStyle>
          <a:p>
            <a:fld id="{250D9D91-D592-1043-AF8D-0FC015913F1E}" type="slidenum">
              <a:rPr lang="en-US" altLang="en-US"/>
              <a:pPr/>
              <a:t>‹#›</a:t>
            </a:fld>
            <a:endParaRPr lang="en-US" altLang="en-US"/>
          </a:p>
        </p:txBody>
      </p:sp>
      <p:sp>
        <p:nvSpPr>
          <p:cNvPr id="35" name="Footer Placeholder 33"/>
          <p:cNvSpPr>
            <a:spLocks noGrp="1"/>
          </p:cNvSpPr>
          <p:nvPr>
            <p:ph type="ftr" sz="quarter" idx="62"/>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8433748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p:cNvSpPr/>
          <p:nvPr userDrawn="1"/>
        </p:nvSpPr>
        <p:spPr bwMode="auto">
          <a:xfrm>
            <a:off x="7133167" y="1497014"/>
            <a:ext cx="905933"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7" name="Text Placeholder 8"/>
          <p:cNvSpPr>
            <a:spLocks noGrp="1"/>
          </p:cNvSpPr>
          <p:nvPr>
            <p:ph type="body" sz="quarter" idx="21"/>
          </p:nvPr>
        </p:nvSpPr>
        <p:spPr>
          <a:xfrm rot="5400000">
            <a:off x="9549384" y="-97536"/>
            <a:ext cx="640080" cy="3425952"/>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8" name="Text Placeholder 12"/>
          <p:cNvSpPr>
            <a:spLocks noGrp="1"/>
          </p:cNvSpPr>
          <p:nvPr>
            <p:ph type="body" sz="quarter" idx="18"/>
          </p:nvPr>
        </p:nvSpPr>
        <p:spPr>
          <a:xfrm>
            <a:off x="8156448" y="1981200"/>
            <a:ext cx="3425952" cy="4114800"/>
          </a:xfrm>
          <a:prstGeom prst="rect">
            <a:avLst/>
          </a:prstGeom>
          <a:noFill/>
          <a:ln>
            <a:solidFill>
              <a:srgbClr val="C0C0C0"/>
            </a:solidFill>
          </a:ln>
        </p:spPr>
        <p:txBody>
          <a:bodyPr wrap="square" lIns="91440" anchor="t" anchorCtr="0">
            <a:noAutofit/>
          </a:bodyPr>
          <a:lstStyle>
            <a:lvl1pPr marL="233363" indent="-233363" algn="l">
              <a:spcBef>
                <a:spcPts val="200"/>
              </a:spcBef>
              <a:buClr>
                <a:srgbClr val="B01C2E"/>
              </a:buClr>
              <a:buFont typeface="Wingdings" pitchFamily="2" charset="2"/>
              <a:buChar char="§"/>
              <a:defRPr sz="1200" b="1" baseline="0"/>
            </a:lvl1pPr>
            <a:lvl2pPr marL="338138" indent="-173038">
              <a:spcBef>
                <a:spcPts val="200"/>
              </a:spcBef>
              <a:buClr>
                <a:srgbClr val="B01C2E"/>
              </a:buClr>
              <a:buFont typeface="Arial" pitchFamily="34" charset="0"/>
              <a:buChar char="•"/>
              <a:tabLst/>
              <a:defRPr sz="1200" b="1" baseline="0"/>
            </a:lvl2pPr>
            <a:lvl3pPr marL="502920" indent="-173038">
              <a:spcBef>
                <a:spcPts val="200"/>
              </a:spcBef>
              <a:buClr>
                <a:srgbClr val="B01C2E"/>
              </a:buClr>
              <a:buFont typeface="Arial" pitchFamily="34" charset="0"/>
              <a:buChar char="–"/>
              <a:defRPr sz="1200" b="1" baseline="0"/>
            </a:lvl3pPr>
            <a:lvl4pPr marL="685800" indent="-173736">
              <a:spcBef>
                <a:spcPts val="200"/>
              </a:spcBef>
              <a:buClr>
                <a:srgbClr val="B01C2E"/>
              </a:buClr>
              <a:buFont typeface="Arial" pitchFamily="34" charset="0"/>
              <a:buChar char="–"/>
              <a:tabLst/>
              <a:defRPr sz="1200" b="1"/>
            </a:lvl4pPr>
            <a:lvl5pPr marL="850392" indent="-173736">
              <a:spcBef>
                <a:spcPts val="200"/>
              </a:spcBef>
              <a:buClr>
                <a:srgbClr val="B01C2E"/>
              </a:buClr>
              <a:buFont typeface="Arial" pitchFamily="34" charset="0"/>
              <a:buChar char="–"/>
              <a:defRPr sz="12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5080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5080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5080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7432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7432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7432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49784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49784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49784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Slide Number Placeholder 9"/>
          <p:cNvSpPr>
            <a:spLocks noGrp="1"/>
          </p:cNvSpPr>
          <p:nvPr>
            <p:ph type="sldNum" sz="quarter" idx="30"/>
          </p:nvPr>
        </p:nvSpPr>
        <p:spPr/>
        <p:txBody>
          <a:bodyPr/>
          <a:lstStyle>
            <a:lvl1pPr>
              <a:defRPr/>
            </a:lvl1pPr>
          </a:lstStyle>
          <a:p>
            <a:fld id="{09CF501B-85A3-0748-9525-578425C49286}" type="slidenum">
              <a:rPr lang="en-US" altLang="en-US"/>
              <a:pPr/>
              <a:t>‹#›</a:t>
            </a:fld>
            <a:endParaRPr lang="en-US" altLang="en-US"/>
          </a:p>
        </p:txBody>
      </p:sp>
      <p:sp>
        <p:nvSpPr>
          <p:cNvPr id="21" name="Footer Placeholder 20"/>
          <p:cNvSpPr>
            <a:spLocks noGrp="1"/>
          </p:cNvSpPr>
          <p:nvPr>
            <p:ph type="ftr" sz="quarter" idx="31"/>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198554645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p:cNvCxnSpPr>
            <a:cxnSpLocks noChangeShapeType="1"/>
          </p:cNvCxnSpPr>
          <p:nvPr userDrawn="1"/>
        </p:nvCxnSpPr>
        <p:spPr bwMode="auto">
          <a:xfrm rot="16200000" flipH="1">
            <a:off x="1340909" y="2289175"/>
            <a:ext cx="768350" cy="850900"/>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p:cNvCxnSpPr>
            <a:cxnSpLocks noChangeShapeType="1"/>
          </p:cNvCxnSpPr>
          <p:nvPr userDrawn="1"/>
        </p:nvCxnSpPr>
        <p:spPr bwMode="auto">
          <a:xfrm rot="16200000" flipH="1">
            <a:off x="2881313" y="3486680"/>
            <a:ext cx="752475" cy="833967"/>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p:cNvCxnSpPr>
            <a:cxnSpLocks noChangeShapeType="1"/>
          </p:cNvCxnSpPr>
          <p:nvPr userDrawn="1"/>
        </p:nvCxnSpPr>
        <p:spPr bwMode="auto">
          <a:xfrm rot="16200000" flipH="1">
            <a:off x="4429126" y="4714875"/>
            <a:ext cx="698500" cy="793751"/>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5175608" y="4986243"/>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638822" y="1441358"/>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2150310" y="2622986"/>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3674314" y="3804614"/>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18"/>
          </p:nvPr>
        </p:nvSpPr>
        <p:spPr/>
        <p:txBody>
          <a:bodyPr/>
          <a:lstStyle>
            <a:lvl1pPr>
              <a:defRPr/>
            </a:lvl1pPr>
          </a:lstStyle>
          <a:p>
            <a:fld id="{0C10D6D8-3B97-854D-B9A2-DD1E2B17F6F0}" type="slidenum">
              <a:rPr lang="en-US" altLang="en-US"/>
              <a:pPr/>
              <a:t>‹#›</a:t>
            </a:fld>
            <a:endParaRPr lang="en-US" altLang="en-US"/>
          </a:p>
        </p:txBody>
      </p:sp>
      <p:sp>
        <p:nvSpPr>
          <p:cNvPr id="16" name="Footer Placeholder 13"/>
          <p:cNvSpPr>
            <a:spLocks noGrp="1"/>
          </p:cNvSpPr>
          <p:nvPr>
            <p:ph type="ftr" sz="quarter" idx="19"/>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61958301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p:cNvSpPr/>
          <p:nvPr userDrawn="1"/>
        </p:nvSpPr>
        <p:spPr bwMode="auto">
          <a:xfrm>
            <a:off x="950384" y="1782764"/>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8" name="Parallelogram 7"/>
          <p:cNvSpPr/>
          <p:nvPr userDrawn="1"/>
        </p:nvSpPr>
        <p:spPr bwMode="auto">
          <a:xfrm>
            <a:off x="950384" y="5300664"/>
            <a:ext cx="10625667"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14" name="Parallelogram 13"/>
          <p:cNvSpPr/>
          <p:nvPr userDrawn="1"/>
        </p:nvSpPr>
        <p:spPr bwMode="auto">
          <a:xfrm>
            <a:off x="950384" y="4129089"/>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15" name="Parallelogram 14"/>
          <p:cNvSpPr/>
          <p:nvPr userDrawn="1"/>
        </p:nvSpPr>
        <p:spPr bwMode="auto">
          <a:xfrm>
            <a:off x="950384" y="2955925"/>
            <a:ext cx="10625667"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9" name="Content Placeholder 3"/>
          <p:cNvSpPr>
            <a:spLocks noGrp="1"/>
          </p:cNvSpPr>
          <p:nvPr>
            <p:ph sz="half" idx="12"/>
          </p:nvPr>
        </p:nvSpPr>
        <p:spPr>
          <a:xfrm>
            <a:off x="944921" y="1501649"/>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0" name="Content Placeholder 3"/>
          <p:cNvSpPr>
            <a:spLocks noGrp="1"/>
          </p:cNvSpPr>
          <p:nvPr>
            <p:ph sz="half" idx="13"/>
          </p:nvPr>
        </p:nvSpPr>
        <p:spPr>
          <a:xfrm>
            <a:off x="944921" y="5019703"/>
            <a:ext cx="9934099" cy="789371"/>
          </a:xfrm>
          <a:prstGeom prst="parallelogram">
            <a:avLst/>
          </a:prstGeom>
          <a:solidFill>
            <a:schemeClr val="accent1"/>
          </a:solidFill>
          <a:ln w="6350">
            <a:noFill/>
          </a:ln>
        </p:spPr>
        <p:txBody>
          <a:bodyPr lIns="137160" tIns="137160" rIns="137160" bIns="137160" anchor="ctr"/>
          <a:lstStyle>
            <a:lvl1pPr marL="176213" marR="0" indent="-176213"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1" name="Content Placeholder 3"/>
          <p:cNvSpPr>
            <a:spLocks noGrp="1"/>
          </p:cNvSpPr>
          <p:nvPr>
            <p:ph sz="half" idx="14"/>
          </p:nvPr>
        </p:nvSpPr>
        <p:spPr>
          <a:xfrm>
            <a:off x="944921" y="3847016"/>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2" name="Content Placeholder 3"/>
          <p:cNvSpPr>
            <a:spLocks noGrp="1"/>
          </p:cNvSpPr>
          <p:nvPr>
            <p:ph sz="half" idx="15"/>
          </p:nvPr>
        </p:nvSpPr>
        <p:spPr>
          <a:xfrm>
            <a:off x="944921" y="2674335"/>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Slide Number Placeholder 9"/>
          <p:cNvSpPr>
            <a:spLocks noGrp="1"/>
          </p:cNvSpPr>
          <p:nvPr>
            <p:ph type="sldNum" sz="quarter" idx="16"/>
          </p:nvPr>
        </p:nvSpPr>
        <p:spPr/>
        <p:txBody>
          <a:bodyPr/>
          <a:lstStyle>
            <a:lvl1pPr>
              <a:defRPr/>
            </a:lvl1pPr>
          </a:lstStyle>
          <a:p>
            <a:fld id="{97E92AD8-7AD1-8240-8596-9839AB315E2F}" type="slidenum">
              <a:rPr lang="en-US" altLang="en-US"/>
              <a:pPr/>
              <a:t>‹#›</a:t>
            </a:fld>
            <a:endParaRPr lang="en-US" altLang="en-US"/>
          </a:p>
        </p:txBody>
      </p:sp>
      <p:sp>
        <p:nvSpPr>
          <p:cNvPr id="17" name="Footer Placeholder 14"/>
          <p:cNvSpPr>
            <a:spLocks noGrp="1"/>
          </p:cNvSpPr>
          <p:nvPr>
            <p:ph type="ftr" sz="quarter" idx="17"/>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49958287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p:cNvCxnSpPr>
            <a:cxnSpLocks noChangeShapeType="1"/>
          </p:cNvCxnSpPr>
          <p:nvPr userDrawn="1"/>
        </p:nvCxnSpPr>
        <p:spPr bwMode="auto">
          <a:xfrm>
            <a:off x="637117" y="3294064"/>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p:cNvCxnSpPr>
            <a:cxnSpLocks noChangeShapeType="1"/>
          </p:cNvCxnSpPr>
          <p:nvPr userDrawn="1"/>
        </p:nvCxnSpPr>
        <p:spPr bwMode="auto">
          <a:xfrm>
            <a:off x="637117" y="4670425"/>
            <a:ext cx="10651067"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a:off x="637117" y="6046789"/>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2110661" y="1290643"/>
            <a:ext cx="2494291"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6" name="Text Placeholder 12"/>
          <p:cNvSpPr>
            <a:spLocks noGrp="1"/>
          </p:cNvSpPr>
          <p:nvPr>
            <p:ph type="body" sz="quarter" idx="15"/>
          </p:nvPr>
        </p:nvSpPr>
        <p:spPr>
          <a:xfrm>
            <a:off x="9195340"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7" name="Text Placeholder 12"/>
          <p:cNvSpPr>
            <a:spLocks noGrp="1"/>
          </p:cNvSpPr>
          <p:nvPr>
            <p:ph type="body" sz="quarter" idx="30"/>
          </p:nvPr>
        </p:nvSpPr>
        <p:spPr>
          <a:xfrm>
            <a:off x="6819046"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8" name="Text Placeholder 12"/>
          <p:cNvSpPr>
            <a:spLocks noGrp="1"/>
          </p:cNvSpPr>
          <p:nvPr>
            <p:ph type="body" sz="quarter" idx="31"/>
          </p:nvPr>
        </p:nvSpPr>
        <p:spPr>
          <a:xfrm>
            <a:off x="4442752"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9" name="Text Placeholder 12"/>
          <p:cNvSpPr>
            <a:spLocks noGrp="1"/>
          </p:cNvSpPr>
          <p:nvPr>
            <p:ph type="body" sz="quarter" idx="11"/>
          </p:nvPr>
        </p:nvSpPr>
        <p:spPr>
          <a:xfrm>
            <a:off x="609600" y="2068960"/>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200"/>
            </a:lvl5pPr>
          </a:lstStyle>
          <a:p>
            <a:pPr lvl="0"/>
            <a:r>
              <a:rPr lang="en-US"/>
              <a:t>Click to edit Master text styles</a:t>
            </a:r>
          </a:p>
        </p:txBody>
      </p:sp>
      <p:sp>
        <p:nvSpPr>
          <p:cNvPr id="10" name="Text Placeholder 12"/>
          <p:cNvSpPr>
            <a:spLocks noGrp="1"/>
          </p:cNvSpPr>
          <p:nvPr>
            <p:ph type="body" sz="quarter" idx="32"/>
          </p:nvPr>
        </p:nvSpPr>
        <p:spPr>
          <a:xfrm>
            <a:off x="609600" y="3436667"/>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1" name="Text Placeholder 12"/>
          <p:cNvSpPr>
            <a:spLocks noGrp="1"/>
          </p:cNvSpPr>
          <p:nvPr>
            <p:ph type="body" sz="quarter" idx="33"/>
          </p:nvPr>
        </p:nvSpPr>
        <p:spPr>
          <a:xfrm>
            <a:off x="609600" y="4802487"/>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2" name="Text Placeholder 12"/>
          <p:cNvSpPr>
            <a:spLocks noGrp="1"/>
          </p:cNvSpPr>
          <p:nvPr>
            <p:ph type="body" sz="quarter" idx="34"/>
          </p:nvPr>
        </p:nvSpPr>
        <p:spPr>
          <a:xfrm>
            <a:off x="2110661" y="2068960"/>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3" name="Text Placeholder 12"/>
          <p:cNvSpPr>
            <a:spLocks noGrp="1"/>
          </p:cNvSpPr>
          <p:nvPr>
            <p:ph type="body" sz="quarter" idx="35"/>
          </p:nvPr>
        </p:nvSpPr>
        <p:spPr>
          <a:xfrm>
            <a:off x="2110661" y="3441508"/>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4" name="Text Placeholder 12"/>
          <p:cNvSpPr>
            <a:spLocks noGrp="1"/>
          </p:cNvSpPr>
          <p:nvPr>
            <p:ph type="body" sz="quarter" idx="36"/>
          </p:nvPr>
        </p:nvSpPr>
        <p:spPr>
          <a:xfrm>
            <a:off x="2110661" y="4807328"/>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4442752"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9" name="Text Placeholder 12"/>
          <p:cNvSpPr>
            <a:spLocks noGrp="1"/>
          </p:cNvSpPr>
          <p:nvPr>
            <p:ph type="body" sz="quarter" idx="38"/>
          </p:nvPr>
        </p:nvSpPr>
        <p:spPr>
          <a:xfrm>
            <a:off x="4442752"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0" name="Text Placeholder 12"/>
          <p:cNvSpPr>
            <a:spLocks noGrp="1"/>
          </p:cNvSpPr>
          <p:nvPr>
            <p:ph type="body" sz="quarter" idx="39"/>
          </p:nvPr>
        </p:nvSpPr>
        <p:spPr>
          <a:xfrm>
            <a:off x="4442752"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1" name="Text Placeholder 12"/>
          <p:cNvSpPr>
            <a:spLocks noGrp="1"/>
          </p:cNvSpPr>
          <p:nvPr>
            <p:ph type="body" sz="quarter" idx="40"/>
          </p:nvPr>
        </p:nvSpPr>
        <p:spPr>
          <a:xfrm>
            <a:off x="6819045"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2" name="Text Placeholder 12"/>
          <p:cNvSpPr>
            <a:spLocks noGrp="1"/>
          </p:cNvSpPr>
          <p:nvPr>
            <p:ph type="body" sz="quarter" idx="41"/>
          </p:nvPr>
        </p:nvSpPr>
        <p:spPr>
          <a:xfrm>
            <a:off x="6819045"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3" name="Text Placeholder 12"/>
          <p:cNvSpPr>
            <a:spLocks noGrp="1"/>
          </p:cNvSpPr>
          <p:nvPr>
            <p:ph type="body" sz="quarter" idx="42"/>
          </p:nvPr>
        </p:nvSpPr>
        <p:spPr>
          <a:xfrm>
            <a:off x="6819045"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4" name="Text Placeholder 12"/>
          <p:cNvSpPr>
            <a:spLocks noGrp="1"/>
          </p:cNvSpPr>
          <p:nvPr>
            <p:ph type="body" sz="quarter" idx="43"/>
          </p:nvPr>
        </p:nvSpPr>
        <p:spPr>
          <a:xfrm>
            <a:off x="9195340"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5" name="Text Placeholder 12"/>
          <p:cNvSpPr>
            <a:spLocks noGrp="1"/>
          </p:cNvSpPr>
          <p:nvPr>
            <p:ph type="body" sz="quarter" idx="44"/>
          </p:nvPr>
        </p:nvSpPr>
        <p:spPr>
          <a:xfrm>
            <a:off x="9195340"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6" name="Text Placeholder 12"/>
          <p:cNvSpPr>
            <a:spLocks noGrp="1"/>
          </p:cNvSpPr>
          <p:nvPr>
            <p:ph type="body" sz="quarter" idx="45"/>
          </p:nvPr>
        </p:nvSpPr>
        <p:spPr>
          <a:xfrm>
            <a:off x="9195340"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5" name="Slide Number Placeholder 9"/>
          <p:cNvSpPr>
            <a:spLocks noGrp="1"/>
          </p:cNvSpPr>
          <p:nvPr>
            <p:ph type="sldNum" sz="quarter" idx="46"/>
          </p:nvPr>
        </p:nvSpPr>
        <p:spPr/>
        <p:txBody>
          <a:bodyPr/>
          <a:lstStyle>
            <a:lvl1pPr>
              <a:defRPr/>
            </a:lvl1pPr>
          </a:lstStyle>
          <a:p>
            <a:fld id="{BC9105C1-E9DE-DA45-BFF7-4F496C07EBDE}" type="slidenum">
              <a:rPr lang="en-US" altLang="en-US"/>
              <a:pPr/>
              <a:t>‹#›</a:t>
            </a:fld>
            <a:endParaRPr lang="en-US" altLang="en-US"/>
          </a:p>
        </p:txBody>
      </p:sp>
      <p:sp>
        <p:nvSpPr>
          <p:cNvPr id="26" name="Footer Placeholder 37"/>
          <p:cNvSpPr>
            <a:spLocks noGrp="1"/>
          </p:cNvSpPr>
          <p:nvPr>
            <p:ph type="ftr" sz="quarter" idx="47"/>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2332775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p:cNvSpPr>
            <a:spLocks noChangeArrowheads="1"/>
          </p:cNvSpPr>
          <p:nvPr userDrawn="1"/>
        </p:nvSpPr>
        <p:spPr bwMode="auto">
          <a:xfrm>
            <a:off x="2868085" y="1277938"/>
            <a:ext cx="8824383" cy="582612"/>
          </a:xfrm>
          <a:prstGeom prst="homePlate">
            <a:avLst>
              <a:gd name="adj" fmla="val 39286"/>
            </a:avLst>
          </a:prstGeom>
          <a:solidFill>
            <a:schemeClr val="accent1"/>
          </a:solidFill>
          <a:ln w="12700">
            <a:solidFill>
              <a:srgbClr val="A9A9A9"/>
            </a:solidFill>
            <a:miter lim="800000"/>
            <a:headEnd/>
            <a:tailEnd/>
          </a:ln>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cxnSp>
        <p:nvCxnSpPr>
          <p:cNvPr id="23" name="Straight Connector 9"/>
          <p:cNvCxnSpPr>
            <a:cxnSpLocks noChangeShapeType="1"/>
          </p:cNvCxnSpPr>
          <p:nvPr userDrawn="1"/>
        </p:nvCxnSpPr>
        <p:spPr bwMode="auto">
          <a:xfrm>
            <a:off x="2880784" y="1568450"/>
            <a:ext cx="8811683"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rot="16200000" flipH="1">
            <a:off x="554302" y="3602303"/>
            <a:ext cx="4665662" cy="16933"/>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p:cNvGrpSpPr>
            <a:grpSpLocks/>
          </p:cNvGrpSpPr>
          <p:nvPr userDrawn="1"/>
        </p:nvGrpSpPr>
        <p:grpSpPr bwMode="auto">
          <a:xfrm>
            <a:off x="3445933" y="1576388"/>
            <a:ext cx="7374467" cy="4367212"/>
            <a:chOff x="2585007" y="1576462"/>
            <a:chExt cx="5530617" cy="4041195"/>
          </a:xfrm>
        </p:grpSpPr>
        <p:cxnSp>
          <p:nvCxnSpPr>
            <p:cNvPr id="42" name="Straight Connector 12"/>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p:cNvSpPr>
            <a:spLocks noChangeArrowheads="1"/>
          </p:cNvSpPr>
          <p:nvPr userDrawn="1"/>
        </p:nvSpPr>
        <p:spPr bwMode="auto">
          <a:xfrm>
            <a:off x="624417" y="1860550"/>
            <a:ext cx="10759016"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sp>
        <p:nvSpPr>
          <p:cNvPr id="61" name="Rectangle 31"/>
          <p:cNvSpPr>
            <a:spLocks noChangeArrowheads="1"/>
          </p:cNvSpPr>
          <p:nvPr userDrawn="1"/>
        </p:nvSpPr>
        <p:spPr bwMode="auto">
          <a:xfrm>
            <a:off x="624418" y="1277938"/>
            <a:ext cx="2256367" cy="582612"/>
          </a:xfrm>
          <a:prstGeom prst="rect">
            <a:avLst/>
          </a:prstGeom>
          <a:solidFill>
            <a:srgbClr val="4D4D4D"/>
          </a:solidFill>
          <a:ln w="12700">
            <a:solidFill>
              <a:srgbClr val="A9A9A9"/>
            </a:solidFill>
            <a:miter lim="800000"/>
            <a:headEnd/>
            <a:tailEnd/>
          </a:ln>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cxnSp>
        <p:nvCxnSpPr>
          <p:cNvPr id="62" name="Straight Connector 28"/>
          <p:cNvCxnSpPr>
            <a:cxnSpLocks noChangeShapeType="1"/>
          </p:cNvCxnSpPr>
          <p:nvPr userDrawn="1"/>
        </p:nvCxnSpPr>
        <p:spPr bwMode="auto">
          <a:xfrm>
            <a:off x="630767" y="1277938"/>
            <a:ext cx="22352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879952" y="1282930"/>
            <a:ext cx="8496387" cy="294737"/>
          </a:xfrm>
          <a:prstGeom prst="rect">
            <a:avLst/>
          </a:prstGeom>
          <a:ln w="6350">
            <a:noFill/>
          </a:ln>
        </p:spPr>
        <p:txBody>
          <a:bodyPr anchor="ctr"/>
          <a:lstStyle>
            <a:lvl1pPr marL="0" indent="0">
              <a:lnSpc>
                <a:spcPct val="100000"/>
              </a:lnSpc>
              <a:spcBef>
                <a:spcPts val="0"/>
              </a:spcBef>
              <a:buFontTx/>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7" name="Text Placeholder 12"/>
          <p:cNvSpPr>
            <a:spLocks noGrp="1"/>
          </p:cNvSpPr>
          <p:nvPr>
            <p:ph type="body" sz="quarter" idx="31"/>
          </p:nvPr>
        </p:nvSpPr>
        <p:spPr>
          <a:xfrm>
            <a:off x="4021495"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8" name="Text Placeholder 12"/>
          <p:cNvSpPr>
            <a:spLocks noGrp="1"/>
          </p:cNvSpPr>
          <p:nvPr>
            <p:ph type="body" sz="quarter" idx="32"/>
          </p:nvPr>
        </p:nvSpPr>
        <p:spPr>
          <a:xfrm>
            <a:off x="4588796"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9" name="Text Placeholder 12"/>
          <p:cNvSpPr>
            <a:spLocks noGrp="1"/>
          </p:cNvSpPr>
          <p:nvPr>
            <p:ph type="body" sz="quarter" idx="33"/>
          </p:nvPr>
        </p:nvSpPr>
        <p:spPr>
          <a:xfrm>
            <a:off x="2886892"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0" name="Text Placeholder 12"/>
          <p:cNvSpPr>
            <a:spLocks noGrp="1"/>
          </p:cNvSpPr>
          <p:nvPr>
            <p:ph type="body" sz="quarter" idx="34"/>
          </p:nvPr>
        </p:nvSpPr>
        <p:spPr>
          <a:xfrm>
            <a:off x="3454193"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1" name="Text Placeholder 12"/>
          <p:cNvSpPr>
            <a:spLocks noGrp="1"/>
          </p:cNvSpPr>
          <p:nvPr>
            <p:ph type="body" sz="quarter" idx="35"/>
          </p:nvPr>
        </p:nvSpPr>
        <p:spPr>
          <a:xfrm>
            <a:off x="6290700"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2" name="Text Placeholder 12"/>
          <p:cNvSpPr>
            <a:spLocks noGrp="1"/>
          </p:cNvSpPr>
          <p:nvPr>
            <p:ph type="body" sz="quarter" idx="36"/>
          </p:nvPr>
        </p:nvSpPr>
        <p:spPr>
          <a:xfrm>
            <a:off x="6858001"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3" name="Text Placeholder 12"/>
          <p:cNvSpPr>
            <a:spLocks noGrp="1"/>
          </p:cNvSpPr>
          <p:nvPr>
            <p:ph type="body" sz="quarter" idx="37"/>
          </p:nvPr>
        </p:nvSpPr>
        <p:spPr>
          <a:xfrm>
            <a:off x="5156097"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4" name="Text Placeholder 12"/>
          <p:cNvSpPr>
            <a:spLocks noGrp="1"/>
          </p:cNvSpPr>
          <p:nvPr>
            <p:ph type="body" sz="quarter" idx="38"/>
          </p:nvPr>
        </p:nvSpPr>
        <p:spPr>
          <a:xfrm>
            <a:off x="5723399"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5" name="Text Placeholder 12"/>
          <p:cNvSpPr>
            <a:spLocks noGrp="1"/>
          </p:cNvSpPr>
          <p:nvPr>
            <p:ph type="body" sz="quarter" idx="39"/>
          </p:nvPr>
        </p:nvSpPr>
        <p:spPr>
          <a:xfrm>
            <a:off x="8559905"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6" name="Text Placeholder 12"/>
          <p:cNvSpPr>
            <a:spLocks noGrp="1"/>
          </p:cNvSpPr>
          <p:nvPr>
            <p:ph type="body" sz="quarter" idx="40"/>
          </p:nvPr>
        </p:nvSpPr>
        <p:spPr>
          <a:xfrm>
            <a:off x="9127207"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7" name="Text Placeholder 12"/>
          <p:cNvSpPr>
            <a:spLocks noGrp="1"/>
          </p:cNvSpPr>
          <p:nvPr>
            <p:ph type="body" sz="quarter" idx="41"/>
          </p:nvPr>
        </p:nvSpPr>
        <p:spPr>
          <a:xfrm>
            <a:off x="7425303"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8" name="Text Placeholder 12"/>
          <p:cNvSpPr>
            <a:spLocks noGrp="1"/>
          </p:cNvSpPr>
          <p:nvPr>
            <p:ph type="body" sz="quarter" idx="42"/>
          </p:nvPr>
        </p:nvSpPr>
        <p:spPr>
          <a:xfrm>
            <a:off x="7992604"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9" name="Text Placeholder 12"/>
          <p:cNvSpPr>
            <a:spLocks noGrp="1"/>
          </p:cNvSpPr>
          <p:nvPr>
            <p:ph type="body" sz="quarter" idx="43"/>
          </p:nvPr>
        </p:nvSpPr>
        <p:spPr>
          <a:xfrm>
            <a:off x="9694508"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0" name="Text Placeholder 12"/>
          <p:cNvSpPr>
            <a:spLocks noGrp="1"/>
          </p:cNvSpPr>
          <p:nvPr>
            <p:ph type="body" sz="quarter" idx="44"/>
          </p:nvPr>
        </p:nvSpPr>
        <p:spPr>
          <a:xfrm>
            <a:off x="10261809"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1" name="Text Placeholder 12"/>
          <p:cNvSpPr>
            <a:spLocks noGrp="1"/>
          </p:cNvSpPr>
          <p:nvPr>
            <p:ph type="body" sz="quarter" idx="45"/>
          </p:nvPr>
        </p:nvSpPr>
        <p:spPr>
          <a:xfrm>
            <a:off x="10829111"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3" name="Text Placeholder 12"/>
          <p:cNvSpPr>
            <a:spLocks noGrp="1"/>
          </p:cNvSpPr>
          <p:nvPr>
            <p:ph type="body" sz="quarter" idx="46"/>
          </p:nvPr>
        </p:nvSpPr>
        <p:spPr>
          <a:xfrm>
            <a:off x="730741" y="1548247"/>
            <a:ext cx="860776" cy="280554"/>
          </a:xfrm>
          <a:prstGeom prst="rect">
            <a:avLst/>
          </a:prstGeom>
          <a:ln w="6350">
            <a:noFill/>
          </a:ln>
        </p:spPr>
        <p:txBody>
          <a:bodyPr lIns="0" tIns="0" rIns="0" bIns="0" anchor="ctr"/>
          <a:lstStyle>
            <a:lvl1pPr marL="0" indent="0">
              <a:lnSpc>
                <a:spcPct val="100000"/>
              </a:lnSpc>
              <a:spcBef>
                <a:spcPts val="0"/>
              </a:spcBef>
              <a:buNone/>
              <a:defRPr sz="12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4" name="Text Placeholder 12"/>
          <p:cNvSpPr>
            <a:spLocks noGrp="1"/>
          </p:cNvSpPr>
          <p:nvPr>
            <p:ph type="body" sz="quarter" idx="47"/>
          </p:nvPr>
        </p:nvSpPr>
        <p:spPr>
          <a:xfrm>
            <a:off x="1868569" y="1278088"/>
            <a:ext cx="860776" cy="561107"/>
          </a:xfrm>
          <a:prstGeom prst="rect">
            <a:avLst/>
          </a:prstGeom>
          <a:ln w="6350">
            <a:noFill/>
          </a:ln>
        </p:spPr>
        <p:txBody>
          <a:bodyPr lIns="0" tIns="0" rIns="0" bIns="0" anchor="ctr"/>
          <a:lstStyle>
            <a:lvl1pPr marL="0" marR="0" indent="0" algn="r" defTabSz="914400" rtl="0" eaLnBrk="1" fontAlgn="auto" latinLnBrk="0" hangingPunct="1">
              <a:lnSpc>
                <a:spcPts val="1700"/>
              </a:lnSpc>
              <a:spcBef>
                <a:spcPts val="0"/>
              </a:spcBef>
              <a:spcAft>
                <a:spcPts val="0"/>
              </a:spcAft>
              <a:buClrTx/>
              <a:buSzTx/>
              <a:buFont typeface="Arial" pitchFamily="34" charset="0"/>
              <a:buNone/>
              <a:tabLst/>
              <a:defRPr sz="12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711200" y="1905000"/>
            <a:ext cx="2072640" cy="3977640"/>
          </a:xfrm>
          <a:prstGeom prst="rect">
            <a:avLst/>
          </a:prstGeom>
          <a:noFill/>
          <a:ln>
            <a:noFill/>
          </a:ln>
        </p:spPr>
        <p:txBody>
          <a:bodyPr wrap="square" lIns="91440" anchor="t" anchorCtr="0">
            <a:noAutofit/>
          </a:bodyPr>
          <a:lstStyle>
            <a:lvl1pPr marL="173736" indent="-173736" algn="l">
              <a:spcBef>
                <a:spcPts val="200"/>
              </a:spcBef>
              <a:buClr>
                <a:srgbClr val="B01C2E"/>
              </a:buClr>
              <a:buFont typeface="Wingdings" pitchFamily="2" charset="2"/>
              <a:buChar char="§"/>
              <a:defRPr sz="1200" baseline="0"/>
            </a:lvl1pPr>
            <a:lvl2pPr marL="338138" indent="-173038">
              <a:spcBef>
                <a:spcPts val="200"/>
              </a:spcBef>
              <a:buClr>
                <a:srgbClr val="B01C2E"/>
              </a:buClr>
              <a:buFont typeface="Arial" pitchFamily="34" charset="0"/>
              <a:buChar char="•"/>
              <a:tabLst/>
              <a:defRPr sz="1200" baseline="0"/>
            </a:lvl2pPr>
            <a:lvl3pPr marL="502920" indent="-173038">
              <a:spcBef>
                <a:spcPts val="200"/>
              </a:spcBef>
              <a:buClr>
                <a:srgbClr val="B01C2E"/>
              </a:buClr>
              <a:buFont typeface="Arial" pitchFamily="34" charset="0"/>
              <a:buChar char="–"/>
              <a:defRPr sz="1200" baseline="0"/>
            </a:lvl3pPr>
            <a:lvl4pPr marL="685800" indent="-173736">
              <a:spcBef>
                <a:spcPts val="200"/>
              </a:spcBef>
              <a:buClr>
                <a:srgbClr val="B01C2E"/>
              </a:buClr>
              <a:buFont typeface="Arial" pitchFamily="34" charset="0"/>
              <a:buChar char="–"/>
              <a:tabLst/>
              <a:defRPr sz="1200"/>
            </a:lvl4pPr>
            <a:lvl5pPr marL="850392" indent="-173736">
              <a:spcBef>
                <a:spcPts val="200"/>
              </a:spcBef>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3" name="Slide Number Placeholder 9"/>
          <p:cNvSpPr>
            <a:spLocks noGrp="1"/>
          </p:cNvSpPr>
          <p:nvPr>
            <p:ph type="sldNum" sz="quarter" idx="48"/>
          </p:nvPr>
        </p:nvSpPr>
        <p:spPr/>
        <p:txBody>
          <a:bodyPr/>
          <a:lstStyle>
            <a:lvl1pPr>
              <a:defRPr/>
            </a:lvl1pPr>
          </a:lstStyle>
          <a:p>
            <a:fld id="{A2AEA599-6C77-BA4A-9F89-7B2425581CA4}" type="slidenum">
              <a:rPr lang="en-US" altLang="en-US"/>
              <a:pPr/>
              <a:t>‹#›</a:t>
            </a:fld>
            <a:endParaRPr lang="en-US" altLang="en-US"/>
          </a:p>
        </p:txBody>
      </p:sp>
      <p:sp>
        <p:nvSpPr>
          <p:cNvPr id="64" name="Footer Placeholder 47"/>
          <p:cNvSpPr>
            <a:spLocks noGrp="1"/>
          </p:cNvSpPr>
          <p:nvPr>
            <p:ph type="ftr" sz="quarter" idx="49"/>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130598318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p:cNvSpPr>
            <a:spLocks noChangeArrowheads="1"/>
          </p:cNvSpPr>
          <p:nvPr userDrawn="1"/>
        </p:nvSpPr>
        <p:spPr bwMode="auto">
          <a:xfrm>
            <a:off x="2074333" y="1828801"/>
            <a:ext cx="9508067"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800">
              <a:latin typeface="Arial" charset="0"/>
            </a:endParaRPr>
          </a:p>
        </p:txBody>
      </p:sp>
      <p:sp>
        <p:nvSpPr>
          <p:cNvPr id="71" name="Rectangle 13"/>
          <p:cNvSpPr>
            <a:spLocks noChangeArrowheads="1"/>
          </p:cNvSpPr>
          <p:nvPr userDrawn="1"/>
        </p:nvSpPr>
        <p:spPr bwMode="auto">
          <a:xfrm>
            <a:off x="596900" y="2189163"/>
            <a:ext cx="1464733"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800">
              <a:latin typeface="Arial" charset="0"/>
            </a:endParaRPr>
          </a:p>
        </p:txBody>
      </p:sp>
      <p:grpSp>
        <p:nvGrpSpPr>
          <p:cNvPr id="72" name="Group 84"/>
          <p:cNvGrpSpPr>
            <a:grpSpLocks/>
          </p:cNvGrpSpPr>
          <p:nvPr userDrawn="1"/>
        </p:nvGrpSpPr>
        <p:grpSpPr bwMode="auto">
          <a:xfrm>
            <a:off x="590551" y="1819275"/>
            <a:ext cx="10979149" cy="3657600"/>
            <a:chOff x="443344" y="1819866"/>
            <a:chExt cx="8234523" cy="3657600"/>
          </a:xfrm>
        </p:grpSpPr>
        <p:grpSp>
          <p:nvGrpSpPr>
            <p:cNvPr id="73" name="Group 83"/>
            <p:cNvGrpSpPr>
              <a:grpSpLocks/>
            </p:cNvGrpSpPr>
            <p:nvPr userDrawn="1"/>
          </p:nvGrpSpPr>
          <p:grpSpPr bwMode="auto">
            <a:xfrm>
              <a:off x="443344" y="2565862"/>
              <a:ext cx="8229600" cy="2556366"/>
              <a:chOff x="443344" y="2565862"/>
              <a:chExt cx="8229600" cy="2556366"/>
            </a:xfrm>
          </p:grpSpPr>
          <p:cxnSp>
            <p:nvCxnSpPr>
              <p:cNvPr id="87" name="Straight Connector 27"/>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p:cNvGrpSpPr>
              <a:grpSpLocks/>
            </p:cNvGrpSpPr>
            <p:nvPr userDrawn="1"/>
          </p:nvGrpSpPr>
          <p:grpSpPr bwMode="auto">
            <a:xfrm>
              <a:off x="2202964" y="1819866"/>
              <a:ext cx="6474903" cy="3657600"/>
              <a:chOff x="2202964" y="1819866"/>
              <a:chExt cx="6474903" cy="3657600"/>
            </a:xfrm>
          </p:grpSpPr>
          <p:cxnSp>
            <p:nvCxnSpPr>
              <p:cNvPr id="75" name="Straight Connector 16"/>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p:cNvSpPr txBox="1">
            <a:spLocks noChangeArrowheads="1"/>
          </p:cNvSpPr>
          <p:nvPr userDrawn="1"/>
        </p:nvSpPr>
        <p:spPr bwMode="auto">
          <a:xfrm>
            <a:off x="683685" y="1566864"/>
            <a:ext cx="1178983"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400"/>
              </a:lnSpc>
              <a:spcBef>
                <a:spcPts val="1500"/>
              </a:spcBef>
              <a:buClr>
                <a:schemeClr val="accent1"/>
              </a:buClr>
              <a:buFont typeface="Wingdings 2" pitchFamily="18" charset="2"/>
              <a:buNone/>
              <a:defRPr/>
            </a:pPr>
            <a:r>
              <a:rPr lang="en-US" sz="800" b="1">
                <a:solidFill>
                  <a:srgbClr val="000000"/>
                </a:solidFill>
                <a:latin typeface="Arial" charset="0"/>
                <a:ea typeface="+mn-ea"/>
              </a:rPr>
              <a:t>WEEK NUMBER</a:t>
            </a:r>
          </a:p>
        </p:txBody>
      </p:sp>
      <p:sp>
        <p:nvSpPr>
          <p:cNvPr id="96" name="TextBox 37"/>
          <p:cNvSpPr txBox="1">
            <a:spLocks noChangeArrowheads="1"/>
          </p:cNvSpPr>
          <p:nvPr userDrawn="1"/>
        </p:nvSpPr>
        <p:spPr bwMode="auto">
          <a:xfrm>
            <a:off x="683685" y="1939925"/>
            <a:ext cx="1178983"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400"/>
              </a:lnSpc>
              <a:spcBef>
                <a:spcPts val="1500"/>
              </a:spcBef>
              <a:buClr>
                <a:schemeClr val="accent1"/>
              </a:buClr>
              <a:buFont typeface="Wingdings 2" pitchFamily="18" charset="2"/>
              <a:buNone/>
              <a:defRPr/>
            </a:pPr>
            <a:r>
              <a:rPr lang="en-US" sz="800" b="1">
                <a:solidFill>
                  <a:srgbClr val="000000"/>
                </a:solidFill>
                <a:latin typeface="Arial" charset="0"/>
                <a:ea typeface="+mn-ea"/>
              </a:rPr>
              <a:t>STARTS ON</a:t>
            </a:r>
          </a:p>
        </p:txBody>
      </p:sp>
      <p:cxnSp>
        <p:nvCxnSpPr>
          <p:cNvPr id="97" name="Straight Connector 39"/>
          <p:cNvCxnSpPr>
            <a:cxnSpLocks noChangeShapeType="1"/>
          </p:cNvCxnSpPr>
          <p:nvPr userDrawn="1"/>
        </p:nvCxnSpPr>
        <p:spPr bwMode="auto">
          <a:xfrm>
            <a:off x="590551" y="2200275"/>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p:cNvCxnSpPr>
            <a:cxnSpLocks noChangeShapeType="1"/>
          </p:cNvCxnSpPr>
          <p:nvPr userDrawn="1"/>
        </p:nvCxnSpPr>
        <p:spPr bwMode="auto">
          <a:xfrm>
            <a:off x="590551" y="5486400"/>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p:cNvSpPr>
            <a:spLocks/>
          </p:cNvSpPr>
          <p:nvPr userDrawn="1"/>
        </p:nvSpPr>
        <p:spPr bwMode="auto">
          <a:xfrm>
            <a:off x="2074334" y="1468439"/>
            <a:ext cx="9469967"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800"/>
          </a:p>
        </p:txBody>
      </p:sp>
      <p:cxnSp>
        <p:nvCxnSpPr>
          <p:cNvPr id="100" name="Straight Connector 42"/>
          <p:cNvCxnSpPr>
            <a:cxnSpLocks noChangeShapeType="1"/>
          </p:cNvCxnSpPr>
          <p:nvPr userDrawn="1"/>
        </p:nvCxnSpPr>
        <p:spPr bwMode="auto">
          <a:xfrm>
            <a:off x="2061634" y="1828800"/>
            <a:ext cx="865717"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2061633" y="1835813"/>
            <a:ext cx="861216"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0" name="Text Placeholder 12"/>
          <p:cNvSpPr>
            <a:spLocks noGrp="1"/>
          </p:cNvSpPr>
          <p:nvPr>
            <p:ph type="body" sz="quarter" idx="34"/>
          </p:nvPr>
        </p:nvSpPr>
        <p:spPr>
          <a:xfrm>
            <a:off x="2937751" y="1835813"/>
            <a:ext cx="862519"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1" name="Text Placeholder 12"/>
          <p:cNvSpPr>
            <a:spLocks noGrp="1"/>
          </p:cNvSpPr>
          <p:nvPr>
            <p:ph type="body" sz="quarter" idx="35"/>
          </p:nvPr>
        </p:nvSpPr>
        <p:spPr>
          <a:xfrm>
            <a:off x="3800274" y="1835813"/>
            <a:ext cx="86900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2" name="Text Placeholder 12"/>
          <p:cNvSpPr>
            <a:spLocks noGrp="1"/>
          </p:cNvSpPr>
          <p:nvPr>
            <p:ph type="body" sz="quarter" idx="36"/>
          </p:nvPr>
        </p:nvSpPr>
        <p:spPr>
          <a:xfrm>
            <a:off x="4662791" y="1835813"/>
            <a:ext cx="85603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3" name="Text Placeholder 12"/>
          <p:cNvSpPr>
            <a:spLocks noGrp="1"/>
          </p:cNvSpPr>
          <p:nvPr>
            <p:ph type="body" sz="quarter" idx="37"/>
          </p:nvPr>
        </p:nvSpPr>
        <p:spPr>
          <a:xfrm>
            <a:off x="5518824"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4" name="Text Placeholder 12"/>
          <p:cNvSpPr>
            <a:spLocks noGrp="1"/>
          </p:cNvSpPr>
          <p:nvPr>
            <p:ph type="body" sz="quarter" idx="38"/>
          </p:nvPr>
        </p:nvSpPr>
        <p:spPr>
          <a:xfrm>
            <a:off x="6394315"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5" name="Text Placeholder 12"/>
          <p:cNvSpPr>
            <a:spLocks noGrp="1"/>
          </p:cNvSpPr>
          <p:nvPr>
            <p:ph type="body" sz="quarter" idx="39"/>
          </p:nvPr>
        </p:nvSpPr>
        <p:spPr>
          <a:xfrm>
            <a:off x="7250347"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6" name="Text Placeholder 12"/>
          <p:cNvSpPr>
            <a:spLocks noGrp="1"/>
          </p:cNvSpPr>
          <p:nvPr>
            <p:ph type="body" sz="quarter" idx="40"/>
          </p:nvPr>
        </p:nvSpPr>
        <p:spPr>
          <a:xfrm>
            <a:off x="8112867" y="1835813"/>
            <a:ext cx="86900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7" name="Text Placeholder 12"/>
          <p:cNvSpPr>
            <a:spLocks noGrp="1"/>
          </p:cNvSpPr>
          <p:nvPr>
            <p:ph type="body" sz="quarter" idx="41"/>
          </p:nvPr>
        </p:nvSpPr>
        <p:spPr>
          <a:xfrm>
            <a:off x="8975387" y="1835813"/>
            <a:ext cx="862520"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8" name="Text Placeholder 12"/>
          <p:cNvSpPr>
            <a:spLocks noGrp="1"/>
          </p:cNvSpPr>
          <p:nvPr>
            <p:ph type="body" sz="quarter" idx="42"/>
          </p:nvPr>
        </p:nvSpPr>
        <p:spPr>
          <a:xfrm>
            <a:off x="9844389"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9" name="Text Placeholder 12"/>
          <p:cNvSpPr>
            <a:spLocks noGrp="1"/>
          </p:cNvSpPr>
          <p:nvPr>
            <p:ph type="body" sz="quarter" idx="43"/>
          </p:nvPr>
        </p:nvSpPr>
        <p:spPr>
          <a:xfrm>
            <a:off x="10700427" y="1835813"/>
            <a:ext cx="87089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0" name="Text Placeholder 12"/>
          <p:cNvSpPr>
            <a:spLocks noGrp="1"/>
          </p:cNvSpPr>
          <p:nvPr>
            <p:ph type="body" sz="quarter" idx="45"/>
          </p:nvPr>
        </p:nvSpPr>
        <p:spPr>
          <a:xfrm>
            <a:off x="625653" y="223026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1" name="Text Placeholder 12"/>
          <p:cNvSpPr>
            <a:spLocks noGrp="1"/>
          </p:cNvSpPr>
          <p:nvPr>
            <p:ph type="body" sz="quarter" idx="46"/>
          </p:nvPr>
        </p:nvSpPr>
        <p:spPr>
          <a:xfrm>
            <a:off x="625653" y="259557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2" name="Text Placeholder 12"/>
          <p:cNvSpPr>
            <a:spLocks noGrp="1"/>
          </p:cNvSpPr>
          <p:nvPr>
            <p:ph type="body" sz="quarter" idx="47"/>
          </p:nvPr>
        </p:nvSpPr>
        <p:spPr>
          <a:xfrm>
            <a:off x="625653" y="296088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3" name="Text Placeholder 12"/>
          <p:cNvSpPr>
            <a:spLocks noGrp="1"/>
          </p:cNvSpPr>
          <p:nvPr>
            <p:ph type="body" sz="quarter" idx="48"/>
          </p:nvPr>
        </p:nvSpPr>
        <p:spPr>
          <a:xfrm>
            <a:off x="625653" y="332619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4" name="Text Placeholder 12"/>
          <p:cNvSpPr>
            <a:spLocks noGrp="1"/>
          </p:cNvSpPr>
          <p:nvPr>
            <p:ph type="body" sz="quarter" idx="49"/>
          </p:nvPr>
        </p:nvSpPr>
        <p:spPr>
          <a:xfrm>
            <a:off x="625653" y="369150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5" name="Text Placeholder 12"/>
          <p:cNvSpPr>
            <a:spLocks noGrp="1"/>
          </p:cNvSpPr>
          <p:nvPr>
            <p:ph type="body" sz="quarter" idx="50"/>
          </p:nvPr>
        </p:nvSpPr>
        <p:spPr>
          <a:xfrm>
            <a:off x="625653" y="405681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6" name="Text Placeholder 12"/>
          <p:cNvSpPr>
            <a:spLocks noGrp="1"/>
          </p:cNvSpPr>
          <p:nvPr>
            <p:ph type="body" sz="quarter" idx="51"/>
          </p:nvPr>
        </p:nvSpPr>
        <p:spPr>
          <a:xfrm>
            <a:off x="625653" y="5152742"/>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7" name="Text Placeholder 12"/>
          <p:cNvSpPr>
            <a:spLocks noGrp="1"/>
          </p:cNvSpPr>
          <p:nvPr>
            <p:ph type="body" sz="quarter" idx="52"/>
          </p:nvPr>
        </p:nvSpPr>
        <p:spPr>
          <a:xfrm>
            <a:off x="625653" y="442212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8" name="Text Placeholder 12"/>
          <p:cNvSpPr>
            <a:spLocks noGrp="1"/>
          </p:cNvSpPr>
          <p:nvPr>
            <p:ph type="body" sz="quarter" idx="53"/>
          </p:nvPr>
        </p:nvSpPr>
        <p:spPr>
          <a:xfrm>
            <a:off x="625653" y="478743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9" name="Text Placeholder 12"/>
          <p:cNvSpPr>
            <a:spLocks noGrp="1"/>
          </p:cNvSpPr>
          <p:nvPr>
            <p:ph type="body" sz="quarter" idx="54"/>
          </p:nvPr>
        </p:nvSpPr>
        <p:spPr>
          <a:xfrm>
            <a:off x="2083023"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94301C"/>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0" name="Text Placeholder 12"/>
          <p:cNvSpPr>
            <a:spLocks noGrp="1"/>
          </p:cNvSpPr>
          <p:nvPr>
            <p:ph type="body" sz="quarter" idx="55"/>
          </p:nvPr>
        </p:nvSpPr>
        <p:spPr>
          <a:xfrm>
            <a:off x="293775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1" name="Text Placeholder 12"/>
          <p:cNvSpPr>
            <a:spLocks noGrp="1"/>
          </p:cNvSpPr>
          <p:nvPr>
            <p:ph type="body" sz="quarter" idx="56"/>
          </p:nvPr>
        </p:nvSpPr>
        <p:spPr>
          <a:xfrm>
            <a:off x="380027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2" name="Text Placeholder 12"/>
          <p:cNvSpPr>
            <a:spLocks noGrp="1"/>
          </p:cNvSpPr>
          <p:nvPr>
            <p:ph type="body" sz="quarter" idx="57"/>
          </p:nvPr>
        </p:nvSpPr>
        <p:spPr>
          <a:xfrm>
            <a:off x="466279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3" name="Text Placeholder 12"/>
          <p:cNvSpPr>
            <a:spLocks noGrp="1"/>
          </p:cNvSpPr>
          <p:nvPr>
            <p:ph type="body" sz="quarter" idx="58"/>
          </p:nvPr>
        </p:nvSpPr>
        <p:spPr>
          <a:xfrm>
            <a:off x="5518824"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4" name="Text Placeholder 12"/>
          <p:cNvSpPr>
            <a:spLocks noGrp="1"/>
          </p:cNvSpPr>
          <p:nvPr>
            <p:ph type="body" sz="quarter" idx="59"/>
          </p:nvPr>
        </p:nvSpPr>
        <p:spPr>
          <a:xfrm>
            <a:off x="6394315"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5" name="Text Placeholder 12"/>
          <p:cNvSpPr>
            <a:spLocks noGrp="1"/>
          </p:cNvSpPr>
          <p:nvPr>
            <p:ph type="body" sz="quarter" idx="60"/>
          </p:nvPr>
        </p:nvSpPr>
        <p:spPr>
          <a:xfrm>
            <a:off x="725034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6" name="Text Placeholder 12"/>
          <p:cNvSpPr>
            <a:spLocks noGrp="1"/>
          </p:cNvSpPr>
          <p:nvPr>
            <p:ph type="body" sz="quarter" idx="61"/>
          </p:nvPr>
        </p:nvSpPr>
        <p:spPr>
          <a:xfrm>
            <a:off x="811286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7" name="Text Placeholder 12"/>
          <p:cNvSpPr>
            <a:spLocks noGrp="1"/>
          </p:cNvSpPr>
          <p:nvPr>
            <p:ph type="body" sz="quarter" idx="62"/>
          </p:nvPr>
        </p:nvSpPr>
        <p:spPr>
          <a:xfrm>
            <a:off x="897538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8" name="Text Placeholder 12"/>
          <p:cNvSpPr>
            <a:spLocks noGrp="1"/>
          </p:cNvSpPr>
          <p:nvPr>
            <p:ph type="body" sz="quarter" idx="63"/>
          </p:nvPr>
        </p:nvSpPr>
        <p:spPr>
          <a:xfrm>
            <a:off x="9844389"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9" name="Text Placeholder 12"/>
          <p:cNvSpPr>
            <a:spLocks noGrp="1"/>
          </p:cNvSpPr>
          <p:nvPr>
            <p:ph type="body" sz="quarter" idx="64"/>
          </p:nvPr>
        </p:nvSpPr>
        <p:spPr>
          <a:xfrm>
            <a:off x="10700424"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179" name="Text Placeholder 178"/>
          <p:cNvSpPr>
            <a:spLocks noGrp="1"/>
          </p:cNvSpPr>
          <p:nvPr>
            <p:ph type="body" sz="quarter" idx="65"/>
          </p:nvPr>
        </p:nvSpPr>
        <p:spPr>
          <a:xfrm>
            <a:off x="2061633" y="2321700"/>
            <a:ext cx="12192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2061633" y="2687010"/>
            <a:ext cx="24384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2061633" y="3052320"/>
            <a:ext cx="36576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2061633" y="3417630"/>
            <a:ext cx="48768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2061633" y="3782940"/>
            <a:ext cx="60960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2061633" y="4148250"/>
            <a:ext cx="12192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2061633" y="4513560"/>
            <a:ext cx="24384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2061633" y="4878870"/>
            <a:ext cx="36576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2061633" y="5244182"/>
            <a:ext cx="48768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4582160" y="5562600"/>
            <a:ext cx="182880" cy="137160"/>
          </a:xfrm>
          <a:prstGeom prst="flowChartExtract">
            <a:avLst/>
          </a:prstGeom>
          <a:solidFill>
            <a:srgbClr val="B01C2E"/>
          </a:solidFill>
          <a:ln>
            <a:solidFill>
              <a:srgbClr val="B01C2E"/>
            </a:solidFill>
          </a:ln>
        </p:spPr>
        <p:txBody>
          <a:bodyPr/>
          <a:lstStyle>
            <a:lvl1pPr>
              <a:buNone/>
              <a:defRPr sz="8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4064000" y="5817472"/>
            <a:ext cx="1219200" cy="228600"/>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191" name="Text Placeholder 178"/>
          <p:cNvSpPr>
            <a:spLocks noGrp="1"/>
          </p:cNvSpPr>
          <p:nvPr>
            <p:ph type="body" sz="quarter" idx="77"/>
          </p:nvPr>
        </p:nvSpPr>
        <p:spPr>
          <a:xfrm>
            <a:off x="7140089" y="5562600"/>
            <a:ext cx="182880" cy="137160"/>
          </a:xfrm>
          <a:prstGeom prst="flowChartExtract">
            <a:avLst/>
          </a:prstGeom>
          <a:solidFill>
            <a:srgbClr val="B01C2E"/>
          </a:solidFill>
          <a:ln>
            <a:solidFill>
              <a:srgbClr val="B01C2E"/>
            </a:solidFill>
          </a:ln>
        </p:spPr>
        <p:txBody>
          <a:bodyPr/>
          <a:lstStyle>
            <a:lvl1pPr>
              <a:buNone/>
              <a:defRPr sz="8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6621929" y="5817472"/>
            <a:ext cx="1219200" cy="228600"/>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78"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01" name="Slide Number Placeholder 9"/>
          <p:cNvSpPr>
            <a:spLocks noGrp="1"/>
          </p:cNvSpPr>
          <p:nvPr>
            <p:ph type="sldNum" sz="quarter" idx="79"/>
          </p:nvPr>
        </p:nvSpPr>
        <p:spPr/>
        <p:txBody>
          <a:bodyPr/>
          <a:lstStyle>
            <a:lvl1pPr>
              <a:defRPr/>
            </a:lvl1pPr>
          </a:lstStyle>
          <a:p>
            <a:fld id="{D003C6ED-C4A5-154D-A951-DFA096D6467B}" type="slidenum">
              <a:rPr lang="en-US" altLang="en-US"/>
              <a:pPr/>
              <a:t>‹#›</a:t>
            </a:fld>
            <a:endParaRPr lang="en-US" altLang="en-US"/>
          </a:p>
        </p:txBody>
      </p:sp>
      <p:sp>
        <p:nvSpPr>
          <p:cNvPr id="102" name="Footer Placeholder 79"/>
          <p:cNvSpPr>
            <a:spLocks noGrp="1"/>
          </p:cNvSpPr>
          <p:nvPr>
            <p:ph type="ftr" sz="quarter" idx="80"/>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8064438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p:cNvCxnSpPr>
            <a:cxnSpLocks noChangeShapeType="1"/>
          </p:cNvCxnSpPr>
          <p:nvPr userDrawn="1"/>
        </p:nvCxnSpPr>
        <p:spPr bwMode="auto">
          <a:xfrm>
            <a:off x="2372785" y="5981700"/>
            <a:ext cx="7327900"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2389717" y="5453936"/>
            <a:ext cx="7315200" cy="474325"/>
          </a:xfrm>
          <a:prstGeom prst="rect">
            <a:avLst/>
          </a:prstGeom>
        </p:spPr>
        <p:txBody>
          <a:bodyPr/>
          <a:lstStyle>
            <a:lvl1pPr algn="l">
              <a:defRPr sz="1200" b="1"/>
            </a:lvl1pPr>
          </a:lstStyle>
          <a:p>
            <a:r>
              <a:rPr lang="en-US"/>
              <a:t>Click to edit Master title style</a:t>
            </a:r>
            <a:endParaRPr lang="en-US" dirty="0"/>
          </a:p>
        </p:txBody>
      </p:sp>
      <p:sp>
        <p:nvSpPr>
          <p:cNvPr id="7" name="Picture Placeholder 2"/>
          <p:cNvSpPr>
            <a:spLocks noGrp="1"/>
          </p:cNvSpPr>
          <p:nvPr>
            <p:ph type="pic" idx="1"/>
          </p:nvPr>
        </p:nvSpPr>
        <p:spPr>
          <a:xfrm>
            <a:off x="2389717" y="1166755"/>
            <a:ext cx="7315200" cy="419268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Drag picture to placeholder or click icon to add</a:t>
            </a:r>
          </a:p>
        </p:txBody>
      </p:sp>
      <p:sp>
        <p:nvSpPr>
          <p:cNvPr id="8" name="Text Placeholder 3"/>
          <p:cNvSpPr>
            <a:spLocks noGrp="1"/>
          </p:cNvSpPr>
          <p:nvPr>
            <p:ph type="body" sz="half" idx="2"/>
          </p:nvPr>
        </p:nvSpPr>
        <p:spPr>
          <a:xfrm>
            <a:off x="2389717" y="6042020"/>
            <a:ext cx="7315200" cy="311280"/>
          </a:xfrm>
          <a:prstGeom prst="rect">
            <a:avLst/>
          </a:prstGeom>
        </p:spPr>
        <p:txBody>
          <a:bodyPr/>
          <a:lstStyle>
            <a:lvl1pPr marL="0" indent="0">
              <a:buNone/>
              <a:defRPr sz="1000" i="1">
                <a:solidFill>
                  <a:srgbClr val="4D4D4D"/>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10"/>
          <p:cNvSpPr>
            <a:spLocks noGrp="1"/>
          </p:cNvSpPr>
          <p:nvPr>
            <p:ph type="body" sz="quarter" idx="10"/>
          </p:nvPr>
        </p:nvSpPr>
        <p:spPr>
          <a:xfrm>
            <a:off x="1026004" y="0"/>
            <a:ext cx="10139992" cy="896112"/>
          </a:xfrm>
          <a:prstGeom prst="rect">
            <a:avLst/>
          </a:prstGeom>
        </p:spPr>
        <p:txBody>
          <a:bodyPr anchor="b"/>
          <a:lstStyle>
            <a:lvl1pPr>
              <a:buNone/>
              <a:defRPr sz="2200">
                <a:latin typeface="+mj-lt"/>
              </a:defRPr>
            </a:lvl1pPr>
          </a:lstStyle>
          <a:p>
            <a:pPr lvl="0"/>
            <a:r>
              <a:rPr lang="en-US"/>
              <a:t>Click to edit Master text styles</a:t>
            </a:r>
          </a:p>
        </p:txBody>
      </p:sp>
      <p:sp>
        <p:nvSpPr>
          <p:cNvPr id="10" name="Slide Number Placeholder 9"/>
          <p:cNvSpPr>
            <a:spLocks noGrp="1"/>
          </p:cNvSpPr>
          <p:nvPr>
            <p:ph type="sldNum" sz="quarter" idx="11"/>
          </p:nvPr>
        </p:nvSpPr>
        <p:spPr/>
        <p:txBody>
          <a:bodyPr/>
          <a:lstStyle>
            <a:lvl1pPr>
              <a:defRPr/>
            </a:lvl1pPr>
          </a:lstStyle>
          <a:p>
            <a:fld id="{614CE4E3-D3DE-AB41-A281-30813EB5473F}" type="slidenum">
              <a:rPr lang="en-US" altLang="en-US"/>
              <a:pPr/>
              <a:t>‹#›</a:t>
            </a:fld>
            <a:endParaRPr lang="en-US" altLang="en-US"/>
          </a:p>
        </p:txBody>
      </p:sp>
      <p:sp>
        <p:nvSpPr>
          <p:cNvPr id="12" name="Footer Placeholder 9"/>
          <p:cNvSpPr>
            <a:spLocks noGrp="1"/>
          </p:cNvSpPr>
          <p:nvPr>
            <p:ph type="ftr" sz="quarter" idx="12"/>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135593479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603254" y="1447800"/>
            <a:ext cx="2250831" cy="914400"/>
          </a:xfrm>
          <a:prstGeom prst="rect">
            <a:avLst/>
          </a:prstGeom>
        </p:spPr>
        <p:txBody>
          <a:bodyPr/>
          <a:lstStyle>
            <a:lvl1pPr>
              <a:buNone/>
              <a:defRPr sz="1000"/>
            </a:lvl1pPr>
          </a:lstStyle>
          <a:p>
            <a:pPr lvl="0"/>
            <a:r>
              <a:rPr lang="en-US"/>
              <a:t>Click to edit Master text styles</a:t>
            </a:r>
          </a:p>
        </p:txBody>
      </p:sp>
      <p:sp>
        <p:nvSpPr>
          <p:cNvPr id="9" name="Text Placeholder 11"/>
          <p:cNvSpPr>
            <a:spLocks noGrp="1"/>
          </p:cNvSpPr>
          <p:nvPr>
            <p:ph type="body" sz="quarter" idx="12"/>
          </p:nvPr>
        </p:nvSpPr>
        <p:spPr>
          <a:xfrm>
            <a:off x="603254" y="2667000"/>
            <a:ext cx="2250831" cy="914400"/>
          </a:xfrm>
          <a:prstGeom prst="rect">
            <a:avLst/>
          </a:prstGeom>
        </p:spPr>
        <p:txBody>
          <a:bodyPr/>
          <a:lstStyle>
            <a:lvl1pPr>
              <a:buNone/>
              <a:defRPr sz="1000"/>
            </a:lvl1pPr>
          </a:lstStyle>
          <a:p>
            <a:pPr lvl="0"/>
            <a:r>
              <a:rPr lang="en-US"/>
              <a:t>Click to edit Master text styles</a:t>
            </a:r>
          </a:p>
        </p:txBody>
      </p:sp>
      <p:sp>
        <p:nvSpPr>
          <p:cNvPr id="10" name="Text Placeholder 11"/>
          <p:cNvSpPr>
            <a:spLocks noGrp="1"/>
          </p:cNvSpPr>
          <p:nvPr>
            <p:ph type="body" sz="quarter" idx="13"/>
          </p:nvPr>
        </p:nvSpPr>
        <p:spPr>
          <a:xfrm>
            <a:off x="603254" y="5105400"/>
            <a:ext cx="2250831" cy="914400"/>
          </a:xfrm>
          <a:prstGeom prst="rect">
            <a:avLst/>
          </a:prstGeom>
        </p:spPr>
        <p:txBody>
          <a:bodyPr/>
          <a:lstStyle>
            <a:lvl1pPr>
              <a:buNone/>
              <a:defRPr sz="1000"/>
            </a:lvl1pPr>
          </a:lstStyle>
          <a:p>
            <a:pPr lvl="0"/>
            <a:r>
              <a:rPr lang="en-US"/>
              <a:t>Click to edit Master text styles</a:t>
            </a:r>
          </a:p>
        </p:txBody>
      </p:sp>
      <p:sp>
        <p:nvSpPr>
          <p:cNvPr id="11" name="Text Placeholder 11"/>
          <p:cNvSpPr>
            <a:spLocks noGrp="1"/>
          </p:cNvSpPr>
          <p:nvPr>
            <p:ph type="body" sz="quarter" idx="14"/>
          </p:nvPr>
        </p:nvSpPr>
        <p:spPr>
          <a:xfrm>
            <a:off x="9337923" y="1447800"/>
            <a:ext cx="2250831" cy="914400"/>
          </a:xfrm>
          <a:prstGeom prst="rect">
            <a:avLst/>
          </a:prstGeom>
        </p:spPr>
        <p:txBody>
          <a:bodyPr/>
          <a:lstStyle>
            <a:lvl1pPr>
              <a:buNone/>
              <a:defRPr sz="1000"/>
            </a:lvl1pPr>
          </a:lstStyle>
          <a:p>
            <a:pPr lvl="0"/>
            <a:r>
              <a:rPr lang="en-US"/>
              <a:t>Click to edit Master text styles</a:t>
            </a:r>
          </a:p>
        </p:txBody>
      </p:sp>
      <p:sp>
        <p:nvSpPr>
          <p:cNvPr id="12" name="Text Placeholder 11"/>
          <p:cNvSpPr>
            <a:spLocks noGrp="1"/>
          </p:cNvSpPr>
          <p:nvPr>
            <p:ph type="body" sz="quarter" idx="15"/>
          </p:nvPr>
        </p:nvSpPr>
        <p:spPr>
          <a:xfrm>
            <a:off x="9337923" y="2667000"/>
            <a:ext cx="2250831" cy="914400"/>
          </a:xfrm>
          <a:prstGeom prst="rect">
            <a:avLst/>
          </a:prstGeom>
        </p:spPr>
        <p:txBody>
          <a:bodyPr/>
          <a:lstStyle>
            <a:lvl1pPr>
              <a:buNone/>
              <a:defRPr sz="1000"/>
            </a:lvl1pPr>
          </a:lstStyle>
          <a:p>
            <a:pPr lvl="0"/>
            <a:r>
              <a:rPr lang="en-US"/>
              <a:t>Click to edit Master text styles</a:t>
            </a:r>
          </a:p>
        </p:txBody>
      </p:sp>
      <p:sp>
        <p:nvSpPr>
          <p:cNvPr id="13" name="Text Placeholder 11"/>
          <p:cNvSpPr>
            <a:spLocks noGrp="1"/>
          </p:cNvSpPr>
          <p:nvPr>
            <p:ph type="body" sz="quarter" idx="16"/>
          </p:nvPr>
        </p:nvSpPr>
        <p:spPr>
          <a:xfrm>
            <a:off x="9337923" y="3886200"/>
            <a:ext cx="2250831" cy="914400"/>
          </a:xfrm>
          <a:prstGeom prst="rect">
            <a:avLst/>
          </a:prstGeom>
        </p:spPr>
        <p:txBody>
          <a:bodyPr/>
          <a:lstStyle>
            <a:lvl1pPr>
              <a:buNone/>
              <a:defRPr sz="1000"/>
            </a:lvl1pPr>
          </a:lstStyle>
          <a:p>
            <a:pPr lvl="0"/>
            <a:r>
              <a:rPr lang="en-US"/>
              <a:t>Click to edit Master text styles</a:t>
            </a:r>
          </a:p>
        </p:txBody>
      </p:sp>
      <p:sp>
        <p:nvSpPr>
          <p:cNvPr id="14" name="Text Placeholder 11"/>
          <p:cNvSpPr>
            <a:spLocks noGrp="1"/>
          </p:cNvSpPr>
          <p:nvPr>
            <p:ph type="body" sz="quarter" idx="17"/>
          </p:nvPr>
        </p:nvSpPr>
        <p:spPr>
          <a:xfrm>
            <a:off x="9337923" y="5105400"/>
            <a:ext cx="2250831" cy="914400"/>
          </a:xfrm>
          <a:prstGeom prst="rect">
            <a:avLst/>
          </a:prstGeom>
        </p:spPr>
        <p:txBody>
          <a:bodyPr/>
          <a:lstStyle>
            <a:lvl1pPr>
              <a:buNone/>
              <a:defRPr sz="1000"/>
            </a:lvl1pPr>
          </a:lstStyle>
          <a:p>
            <a:pPr lvl="0"/>
            <a:r>
              <a:rPr lang="en-US"/>
              <a:t>Click to edit Master text styles</a:t>
            </a:r>
          </a:p>
        </p:txBody>
      </p:sp>
      <p:sp>
        <p:nvSpPr>
          <p:cNvPr id="15" name="Text Placeholder 11"/>
          <p:cNvSpPr>
            <a:spLocks noGrp="1"/>
          </p:cNvSpPr>
          <p:nvPr>
            <p:ph type="body" sz="quarter" idx="18"/>
          </p:nvPr>
        </p:nvSpPr>
        <p:spPr>
          <a:xfrm>
            <a:off x="603254" y="3886200"/>
            <a:ext cx="2250831" cy="914400"/>
          </a:xfrm>
          <a:prstGeom prst="rect">
            <a:avLst/>
          </a:prstGeom>
        </p:spPr>
        <p:txBody>
          <a:bodyPr/>
          <a:lstStyle>
            <a:lvl1pPr>
              <a:buNone/>
              <a:defRPr sz="1000"/>
            </a:lvl1pPr>
          </a:lstStyle>
          <a:p>
            <a:pPr lvl="0"/>
            <a:r>
              <a:rPr lang="en-US"/>
              <a:t>Click to edit Master text styles</a:t>
            </a:r>
          </a:p>
        </p:txBody>
      </p:sp>
      <p:sp>
        <p:nvSpPr>
          <p:cNvPr id="16" name="Slide Number Placeholder 9"/>
          <p:cNvSpPr>
            <a:spLocks noGrp="1"/>
          </p:cNvSpPr>
          <p:nvPr>
            <p:ph type="sldNum" sz="quarter" idx="19"/>
          </p:nvPr>
        </p:nvSpPr>
        <p:spPr/>
        <p:txBody>
          <a:bodyPr/>
          <a:lstStyle>
            <a:lvl1pPr>
              <a:defRPr/>
            </a:lvl1pPr>
          </a:lstStyle>
          <a:p>
            <a:fld id="{1B28FF10-2575-714D-9D0B-AB6D45C94EAE}" type="slidenum">
              <a:rPr lang="en-US" altLang="en-US"/>
              <a:pPr/>
              <a:t>‹#›</a:t>
            </a:fld>
            <a:endParaRPr lang="en-US" altLang="en-US"/>
          </a:p>
        </p:txBody>
      </p:sp>
      <p:sp>
        <p:nvSpPr>
          <p:cNvPr id="17" name="Footer Placeholder 12"/>
          <p:cNvSpPr>
            <a:spLocks noGrp="1"/>
          </p:cNvSpPr>
          <p:nvPr>
            <p:ph type="ftr" sz="quarter" idx="20"/>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70181634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8212506" y="1419225"/>
            <a:ext cx="3376247" cy="4800600"/>
          </a:xfrm>
          <a:prstGeom prst="rect">
            <a:avLst/>
          </a:prstGeom>
        </p:spPr>
        <p:txBody>
          <a:bodyPr/>
          <a:lstStyle>
            <a:lvl1pPr marL="228600" indent="-228600">
              <a:buClr>
                <a:srgbClr val="B01C2E"/>
              </a:buClr>
              <a:buFont typeface="Wingdings 2" pitchFamily="18" charset="2"/>
              <a:buChar char=""/>
              <a:defRPr sz="1100"/>
            </a:lvl1pPr>
            <a:lvl2pPr marL="457200" indent="-228600">
              <a:buClr>
                <a:srgbClr val="B01C2E"/>
              </a:buClr>
              <a:buSzPct val="125000"/>
              <a:buFont typeface="Arial" pitchFamily="34" charset="0"/>
              <a:buChar char="•"/>
              <a:defRPr sz="1100"/>
            </a:lvl2pPr>
            <a:lvl3pPr marL="685800">
              <a:buClr>
                <a:srgbClr val="B01C2E"/>
              </a:buClr>
              <a:buFont typeface="Arial" pitchFamily="34" charset="0"/>
              <a:buChar char="–"/>
              <a:defRPr sz="1100"/>
            </a:lvl3pPr>
            <a:lvl4pPr marL="914400">
              <a:buClr>
                <a:srgbClr val="B01C2E"/>
              </a:buClr>
              <a:buFont typeface="Arial" pitchFamily="34" charset="0"/>
              <a:buChar char="–"/>
              <a:defRPr sz="1100"/>
            </a:lvl4pPr>
            <a:lvl5pPr marL="1143000">
              <a:buClr>
                <a:srgbClr val="B01C2E"/>
              </a:buClr>
              <a:buFont typeface="Arial" pitchFamily="34" charset="0"/>
              <a:buChar char="–"/>
              <a:defRPr sz="11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4" name="Slide Number Placeholder 9"/>
          <p:cNvSpPr>
            <a:spLocks noGrp="1"/>
          </p:cNvSpPr>
          <p:nvPr>
            <p:ph type="sldNum" sz="quarter" idx="10"/>
          </p:nvPr>
        </p:nvSpPr>
        <p:spPr/>
        <p:txBody>
          <a:bodyPr/>
          <a:lstStyle>
            <a:lvl1pPr>
              <a:defRPr/>
            </a:lvl1pPr>
          </a:lstStyle>
          <a:p>
            <a:fld id="{3B598768-D1F4-594C-B51E-99B1ED06033F}" type="slidenum">
              <a:rPr lang="en-US" altLang="en-US"/>
              <a:pPr/>
              <a:t>‹#›</a:t>
            </a:fld>
            <a:endParaRPr lang="en-US" altLang="en-US"/>
          </a:p>
        </p:txBody>
      </p:sp>
      <p:sp>
        <p:nvSpPr>
          <p:cNvPr id="6" name="Footer Placeholder 12"/>
          <p:cNvSpPr>
            <a:spLocks noGrp="1"/>
          </p:cNvSpPr>
          <p:nvPr>
            <p:ph type="ftr" sz="quarter" idx="11"/>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9469236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766735" y="1419225"/>
            <a:ext cx="6815667" cy="4706938"/>
          </a:xfrm>
          <a:prstGeom prst="rect">
            <a:avLst/>
          </a:prstGeom>
        </p:spPr>
        <p:txBody>
          <a:bodyPr/>
          <a:lstStyle>
            <a:lvl1pPr marL="228600" indent="-228600">
              <a:buClr>
                <a:srgbClr val="B01C2E"/>
              </a:buClr>
              <a:buFont typeface="Wingdings 2" pitchFamily="18" charset="2"/>
              <a:buChar char=""/>
              <a:defRPr sz="1200"/>
            </a:lvl1pPr>
            <a:lvl2pPr marL="457200" indent="-228600">
              <a:buClr>
                <a:srgbClr val="B01C2E"/>
              </a:buClr>
              <a:buSzPct val="125000"/>
              <a:buFont typeface="Arial" pitchFamily="34" charset="0"/>
              <a:buChar char="•"/>
              <a:defRPr sz="1200"/>
            </a:lvl2pPr>
            <a:lvl3pPr marL="685800">
              <a:buClr>
                <a:srgbClr val="B01C2E"/>
              </a:buClr>
              <a:buFont typeface="Arial" pitchFamily="34" charset="0"/>
              <a:buChar char="–"/>
              <a:defRPr sz="1200"/>
            </a:lvl3pPr>
            <a:lvl4pPr marL="914400">
              <a:buClr>
                <a:srgbClr val="B01C2E"/>
              </a:buClr>
              <a:buFont typeface="Arial" pitchFamily="34" charset="0"/>
              <a:buChar char="–"/>
              <a:defRPr sz="1200"/>
            </a:lvl4pPr>
            <a:lvl5pPr marL="1143000">
              <a:buClr>
                <a:srgbClr val="B01C2E"/>
              </a:buClr>
              <a:buFont typeface="Arial" pitchFamily="34" charset="0"/>
              <a:buChar cha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609601" y="1419226"/>
            <a:ext cx="3891064" cy="4706938"/>
          </a:xfrm>
          <a:prstGeom prst="rect">
            <a:avLst/>
          </a:prstGeom>
        </p:spPr>
        <p:txBody>
          <a:bodyPr/>
          <a:lstStyle>
            <a:lvl1pPr marL="0" indent="0">
              <a:buNone/>
              <a:defRPr sz="1200" i="1">
                <a:solidFill>
                  <a:srgbClr val="666666"/>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219B113F-1BA8-CA4E-A6B3-92D1D8C0C887}"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6506504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09601" y="1419225"/>
            <a:ext cx="6815667" cy="4706938"/>
          </a:xfrm>
          <a:prstGeom prst="rect">
            <a:avLst/>
          </a:prstGeom>
        </p:spPr>
        <p:txBody>
          <a:bodyPr/>
          <a:lstStyle>
            <a:lvl1pPr marL="228600" indent="-228600">
              <a:buClr>
                <a:srgbClr val="B01C2E"/>
              </a:buClr>
              <a:buFont typeface="Wingdings 2" pitchFamily="18" charset="2"/>
              <a:buChar char=""/>
              <a:defRPr sz="1200"/>
            </a:lvl1pPr>
            <a:lvl2pPr marL="457200" indent="-228600">
              <a:buClr>
                <a:srgbClr val="B01C2E"/>
              </a:buClr>
              <a:buSzPct val="125000"/>
              <a:buFont typeface="Arial" pitchFamily="34" charset="0"/>
              <a:buChar char="•"/>
              <a:defRPr sz="1200"/>
            </a:lvl2pPr>
            <a:lvl3pPr marL="685800">
              <a:buClr>
                <a:srgbClr val="B01C2E"/>
              </a:buClr>
              <a:buFont typeface="Arial" pitchFamily="34" charset="0"/>
              <a:buChar char="–"/>
              <a:defRPr sz="1200"/>
            </a:lvl3pPr>
            <a:lvl4pPr marL="914400">
              <a:buClr>
                <a:srgbClr val="B01C2E"/>
              </a:buClr>
              <a:buFont typeface="Arial" pitchFamily="34" charset="0"/>
              <a:buChar char="–"/>
              <a:defRPr sz="1200"/>
            </a:lvl4pPr>
            <a:lvl5pPr marL="1143000">
              <a:buClr>
                <a:srgbClr val="B01C2E"/>
              </a:buClr>
              <a:buFont typeface="Arial" pitchFamily="34" charset="0"/>
              <a:buChar cha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7697687" y="1419226"/>
            <a:ext cx="3891064" cy="4706938"/>
          </a:xfrm>
          <a:prstGeom prst="rect">
            <a:avLst/>
          </a:prstGeom>
        </p:spPr>
        <p:txBody>
          <a:bodyPr/>
          <a:lstStyle>
            <a:lvl1pPr marL="0" indent="0">
              <a:buNone/>
              <a:defRPr sz="1200" i="1">
                <a:solidFill>
                  <a:srgbClr val="666666"/>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524011BE-5C53-0E48-93A9-5E9857491FB1}"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89128295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p:cNvSpPr>
            <a:spLocks noChangeShapeType="1"/>
          </p:cNvSpPr>
          <p:nvPr/>
        </p:nvSpPr>
        <p:spPr bwMode="auto">
          <a:xfrm>
            <a:off x="2768600" y="2667000"/>
            <a:ext cx="88392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3" name="TextBox 13"/>
          <p:cNvSpPr txBox="1">
            <a:spLocks noChangeArrowheads="1"/>
          </p:cNvSpPr>
          <p:nvPr userDrawn="1"/>
        </p:nvSpPr>
        <p:spPr bwMode="auto">
          <a:xfrm>
            <a:off x="2755900" y="1108076"/>
            <a:ext cx="426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1000" b="1">
                <a:solidFill>
                  <a:srgbClr val="B01C2E"/>
                </a:solidFill>
                <a:latin typeface="Arial" charset="0"/>
                <a:ea typeface="+mn-ea"/>
              </a:rPr>
              <a:t>Specialization</a:t>
            </a:r>
          </a:p>
        </p:txBody>
      </p:sp>
      <p:sp>
        <p:nvSpPr>
          <p:cNvPr id="14" name="TextBox 14"/>
          <p:cNvSpPr txBox="1">
            <a:spLocks noChangeArrowheads="1"/>
          </p:cNvSpPr>
          <p:nvPr userDrawn="1"/>
        </p:nvSpPr>
        <p:spPr bwMode="auto">
          <a:xfrm>
            <a:off x="7340600" y="1108076"/>
            <a:ext cx="426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100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756408" y="2743200"/>
            <a:ext cx="8851392" cy="3429000"/>
          </a:xfrm>
          <a:prstGeom prst="rect">
            <a:avLst/>
          </a:prstGeom>
          <a:ln>
            <a:noFill/>
          </a:ln>
        </p:spPr>
        <p:txBody>
          <a:bodyPr lIns="27432" anchor="t"/>
          <a:lstStyle>
            <a:lvl1pPr marL="0" indent="0" algn="l">
              <a:lnSpc>
                <a:spcPts val="1200"/>
              </a:lnSpc>
              <a:spcBef>
                <a:spcPts val="0"/>
              </a:spcBef>
              <a:spcAft>
                <a:spcPts val="600"/>
              </a:spcAft>
              <a:buFont typeface="Arial" pitchFamily="34" charset="0"/>
              <a:buChar char=" "/>
              <a:defRPr sz="1000" b="0" baseline="0">
                <a:latin typeface="+mn-lt"/>
              </a:defRPr>
            </a:lvl1pPr>
            <a:lvl2pPr marL="0" indent="0">
              <a:lnSpc>
                <a:spcPts val="1200"/>
              </a:lnSpc>
              <a:spcBef>
                <a:spcPts val="0"/>
              </a:spcBef>
              <a:spcAft>
                <a:spcPts val="1200"/>
              </a:spcAft>
              <a:buFont typeface="Arial" pitchFamily="34" charset="0"/>
              <a:buChar char=" "/>
              <a:defRPr sz="1000" b="1" baseline="0">
                <a:solidFill>
                  <a:srgbClr val="666666"/>
                </a:solidFill>
                <a:latin typeface="Arial" pitchFamily="34" charset="0"/>
              </a:defRPr>
            </a:lvl2pPr>
            <a:lvl3pPr marL="228600" indent="-228600">
              <a:buClr>
                <a:srgbClr val="B01C2E"/>
              </a:buClr>
              <a:buFont typeface="Wingdings 2" pitchFamily="18" charset="2"/>
              <a:buChar char="¡"/>
              <a:defRPr sz="1000" baseline="0">
                <a:latin typeface="Arial" pitchFamily="34" charset="0"/>
              </a:defRPr>
            </a:lvl3pPr>
            <a:lvl4pPr marL="457200" indent="-228600">
              <a:buClr>
                <a:srgbClr val="B01C2E"/>
              </a:buClr>
              <a:buFont typeface="Arial" pitchFamily="34" charset="0"/>
              <a:buChar char="–"/>
              <a:defRPr sz="1000" baseline="0">
                <a:latin typeface="Arial" pitchFamily="34" charset="0"/>
              </a:defRPr>
            </a:lvl4pPr>
            <a:lvl5pPr marL="685800" indent="-228600">
              <a:buClr>
                <a:srgbClr val="B01C2E"/>
              </a:buClr>
              <a:buFont typeface="Arial" pitchFamily="34" charset="0"/>
              <a:buChar char="–"/>
              <a:defRPr sz="100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607483" y="1108074"/>
            <a:ext cx="1560576" cy="1563624"/>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22" name="Text Placeholder 7"/>
          <p:cNvSpPr>
            <a:spLocks noGrp="1"/>
          </p:cNvSpPr>
          <p:nvPr>
            <p:ph type="body" sz="quarter" idx="12"/>
          </p:nvPr>
        </p:nvSpPr>
        <p:spPr>
          <a:xfrm>
            <a:off x="607487" y="2722996"/>
            <a:ext cx="2034116" cy="553604"/>
          </a:xfrm>
          <a:prstGeom prst="rect">
            <a:avLst/>
          </a:prstGeom>
        </p:spPr>
        <p:txBody>
          <a:bodyPr lIns="0"/>
          <a:lstStyle>
            <a:lvl1pPr marL="0" indent="0">
              <a:lnSpc>
                <a:spcPts val="1000"/>
              </a:lnSpc>
              <a:buNone/>
              <a:defRPr sz="1000" b="0" baseline="0"/>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p:txBody>
      </p:sp>
      <p:sp>
        <p:nvSpPr>
          <p:cNvPr id="40" name="Text Placeholder 12"/>
          <p:cNvSpPr>
            <a:spLocks noGrp="1"/>
          </p:cNvSpPr>
          <p:nvPr>
            <p:ph type="body" sz="quarter" idx="37"/>
          </p:nvPr>
        </p:nvSpPr>
        <p:spPr>
          <a:xfrm>
            <a:off x="7340600" y="2144554"/>
            <a:ext cx="4267200" cy="246888"/>
          </a:xfrm>
          <a:prstGeom prst="rect">
            <a:avLst/>
          </a:prstGeom>
          <a:ln w="6350">
            <a:noFill/>
          </a:ln>
        </p:spPr>
        <p:txBody>
          <a:bodyPr lIns="27432" tIns="45720" rIns="45720" bIns="45720" anchor="t" anchorCtr="0"/>
          <a:lstStyle>
            <a:lvl1pPr marL="171450" indent="-171450">
              <a:buClr>
                <a:srgbClr val="B01C2E"/>
              </a:buClr>
              <a:buFont typeface="Wingdings 2" pitchFamily="18" charset="2"/>
              <a:buNone/>
              <a:defRPr sz="1000" b="1" baseline="0">
                <a:solidFill>
                  <a:srgbClr val="B01C2E"/>
                </a:solidFill>
              </a:defRPr>
            </a:lvl1pPr>
            <a:lvl2pPr marL="118872" indent="-118872">
              <a:buClr>
                <a:srgbClr val="B01C2E"/>
              </a:buClr>
              <a:buFont typeface="Wingdings 2" pitchFamily="18" charset="2"/>
              <a:buNone/>
              <a:defRPr sz="1000" b="1" baseline="0">
                <a:solidFill>
                  <a:srgbClr val="B01C2E"/>
                </a:solidFill>
              </a:defRPr>
            </a:lvl2pPr>
            <a:lvl3pPr marL="0" indent="-118872" algn="l" defTabSz="914400" rtl="0" eaLnBrk="1" latinLnBrk="0" hangingPunct="1">
              <a:lnSpc>
                <a:spcPct val="95000"/>
              </a:lnSpc>
              <a:spcBef>
                <a:spcPts val="0"/>
              </a:spcBef>
              <a:spcAft>
                <a:spcPts val="240"/>
              </a:spcAft>
              <a:buClr>
                <a:srgbClr val="B01C2E"/>
              </a:buClr>
              <a:buFont typeface="Wingdings 2" pitchFamily="18" charset="2"/>
              <a:buNone/>
              <a:defRPr lang="en-US" sz="1000" b="1" kern="1200" baseline="0" dirty="0" smtClean="0">
                <a:solidFill>
                  <a:srgbClr val="B01C2E"/>
                </a:solidFill>
                <a:latin typeface="+mn-lt"/>
                <a:ea typeface="+mn-ea"/>
                <a:cs typeface="+mn-cs"/>
              </a:defRPr>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42" name="Text Placeholder 12"/>
          <p:cNvSpPr>
            <a:spLocks noGrp="1"/>
          </p:cNvSpPr>
          <p:nvPr>
            <p:ph type="body" sz="quarter" idx="39"/>
          </p:nvPr>
        </p:nvSpPr>
        <p:spPr>
          <a:xfrm>
            <a:off x="2756408" y="2144554"/>
            <a:ext cx="4267200" cy="246888"/>
          </a:xfrm>
          <a:prstGeom prst="rect">
            <a:avLst/>
          </a:prstGeom>
          <a:ln w="6350">
            <a:noFill/>
          </a:ln>
        </p:spPr>
        <p:txBody>
          <a:bodyPr lIns="27432" tIns="45720" rIns="45720" bIns="45720" anchor="t" anchorCtr="0"/>
          <a:lstStyle>
            <a:lvl1pPr marL="171450" indent="-171450">
              <a:buClr>
                <a:srgbClr val="B01C2E"/>
              </a:buClr>
              <a:buFont typeface="Wingdings 2" pitchFamily="18" charset="2"/>
              <a:buNone/>
              <a:defRPr sz="1000" b="1" baseline="0">
                <a:solidFill>
                  <a:srgbClr val="B01C2E"/>
                </a:solidFill>
              </a:defRPr>
            </a:lvl1pPr>
            <a:lvl2pPr marL="118872" indent="-118872">
              <a:buClr>
                <a:srgbClr val="B01C2E"/>
              </a:buClr>
              <a:buFont typeface="Wingdings 2" pitchFamily="18" charset="2"/>
              <a:buNone/>
              <a:defRPr sz="1000" b="1" baseline="0">
                <a:solidFill>
                  <a:srgbClr val="B01C2E"/>
                </a:solidFill>
              </a:defRPr>
            </a:lvl2pPr>
            <a:lvl3pPr marL="0" indent="-118872" algn="l" defTabSz="914400" rtl="0" eaLnBrk="1" latinLnBrk="0" hangingPunct="1">
              <a:lnSpc>
                <a:spcPct val="95000"/>
              </a:lnSpc>
              <a:spcBef>
                <a:spcPts val="0"/>
              </a:spcBef>
              <a:spcAft>
                <a:spcPts val="240"/>
              </a:spcAft>
              <a:buClr>
                <a:srgbClr val="B01C2E"/>
              </a:buClr>
              <a:buFont typeface="Wingdings 2" pitchFamily="18" charset="2"/>
              <a:buNone/>
              <a:defRPr lang="en-US" sz="1000" b="1" kern="1200" baseline="0" dirty="0" smtClean="0">
                <a:solidFill>
                  <a:srgbClr val="B01C2E"/>
                </a:solidFill>
                <a:latin typeface="+mn-lt"/>
                <a:ea typeface="+mn-ea"/>
                <a:cs typeface="+mn-cs"/>
              </a:defRPr>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44" name="Text Placeholder 16"/>
          <p:cNvSpPr>
            <a:spLocks noGrp="1"/>
          </p:cNvSpPr>
          <p:nvPr>
            <p:ph type="body" sz="quarter" idx="41"/>
          </p:nvPr>
        </p:nvSpPr>
        <p:spPr>
          <a:xfrm>
            <a:off x="2756408" y="2308860"/>
            <a:ext cx="4267200" cy="347472"/>
          </a:xfrm>
          <a:prstGeom prst="rect">
            <a:avLst/>
          </a:prstGeom>
          <a:ln>
            <a:noFill/>
          </a:ln>
        </p:spPr>
        <p:txBody>
          <a:bodyPr lIns="27432" anchor="t"/>
          <a:lstStyle>
            <a:lvl1pPr marL="0" indent="0" algn="l">
              <a:lnSpc>
                <a:spcPct val="95000"/>
              </a:lnSpc>
              <a:spcBef>
                <a:spcPts val="0"/>
              </a:spcBef>
              <a:spcAft>
                <a:spcPts val="240"/>
              </a:spcAft>
              <a:buNone/>
              <a:defRPr sz="1000" b="0"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7340600" y="2308860"/>
            <a:ext cx="4267200" cy="347472"/>
          </a:xfrm>
          <a:prstGeom prst="rect">
            <a:avLst/>
          </a:prstGeom>
          <a:ln>
            <a:noFill/>
          </a:ln>
        </p:spPr>
        <p:txBody>
          <a:bodyPr lIns="27432" anchor="t"/>
          <a:lstStyle>
            <a:lvl1pPr marL="0" indent="0" algn="l">
              <a:lnSpc>
                <a:spcPct val="95000"/>
              </a:lnSpc>
              <a:spcBef>
                <a:spcPts val="0"/>
              </a:spcBef>
              <a:spcAft>
                <a:spcPts val="240"/>
              </a:spcAft>
              <a:buNone/>
              <a:defRPr sz="1000" b="0"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756408" y="1295400"/>
            <a:ext cx="4267200" cy="822960"/>
          </a:xfrm>
          <a:prstGeom prst="rect">
            <a:avLst/>
          </a:prstGeom>
          <a:solidFill>
            <a:srgbClr val="FFFFFF"/>
          </a:solidFill>
          <a:ln>
            <a:noFill/>
          </a:ln>
        </p:spPr>
        <p:txBody>
          <a:bodyPr wrap="square" lIns="27432" tIns="45720" rIns="45720" bIns="45720" anchor="t">
            <a:noAutofit/>
          </a:bodyPr>
          <a:lstStyle>
            <a:lvl1pPr marL="118872" indent="-118872">
              <a:lnSpc>
                <a:spcPct val="95000"/>
              </a:lnSpc>
              <a:spcBef>
                <a:spcPts val="0"/>
              </a:spcBef>
              <a:spcAft>
                <a:spcPts val="200"/>
              </a:spcAft>
              <a:buClr>
                <a:schemeClr val="accent1"/>
              </a:buClr>
              <a:buFont typeface="Wingdings 2" pitchFamily="18" charset="2"/>
              <a:buChar char=""/>
              <a:defRPr sz="1000" baseline="0">
                <a:solidFill>
                  <a:schemeClr val="tx1"/>
                </a:solidFill>
              </a:defRPr>
            </a:lvl1pPr>
            <a:lvl2pPr marL="118872" indent="-118872">
              <a:lnSpc>
                <a:spcPct val="95000"/>
              </a:lnSpc>
              <a:spcBef>
                <a:spcPts val="0"/>
              </a:spcBef>
              <a:spcAft>
                <a:spcPts val="200"/>
              </a:spcAft>
              <a:buClr>
                <a:srgbClr val="B01C2E"/>
              </a:buClr>
              <a:buFont typeface="NSimSun" pitchFamily="49" charset="-122"/>
              <a:buChar char=" "/>
              <a:defRPr sz="1000" baseline="0"/>
            </a:lvl2pPr>
            <a:lvl3pPr marL="118872" indent="-118872">
              <a:lnSpc>
                <a:spcPct val="95000"/>
              </a:lnSpc>
              <a:spcBef>
                <a:spcPts val="0"/>
              </a:spcBef>
              <a:spcAft>
                <a:spcPts val="200"/>
              </a:spcAft>
              <a:buClr>
                <a:srgbClr val="B01C2E"/>
              </a:buClr>
              <a:buFont typeface="Wingdings 2" pitchFamily="18" charset="2"/>
              <a:buChar char="¡"/>
              <a:defRPr sz="1000"/>
            </a:lvl3pPr>
          </a:lstStyle>
          <a:p>
            <a:pPr lvl="0"/>
            <a:r>
              <a:rPr lang="en-US"/>
              <a:t>Click to edit Master text styles</a:t>
            </a:r>
          </a:p>
        </p:txBody>
      </p:sp>
      <p:sp>
        <p:nvSpPr>
          <p:cNvPr id="48" name="Text Placeholder 19"/>
          <p:cNvSpPr>
            <a:spLocks noGrp="1"/>
          </p:cNvSpPr>
          <p:nvPr>
            <p:ph type="body" sz="quarter" idx="43"/>
          </p:nvPr>
        </p:nvSpPr>
        <p:spPr>
          <a:xfrm>
            <a:off x="7340600" y="1295400"/>
            <a:ext cx="4267200" cy="822960"/>
          </a:xfrm>
          <a:prstGeom prst="rect">
            <a:avLst/>
          </a:prstGeom>
          <a:solidFill>
            <a:srgbClr val="FFFFFF"/>
          </a:solidFill>
          <a:ln>
            <a:noFill/>
          </a:ln>
        </p:spPr>
        <p:txBody>
          <a:bodyPr wrap="square" lIns="27432" tIns="45720" rIns="45720" bIns="45720" anchor="t">
            <a:noAutofit/>
          </a:bodyPr>
          <a:lstStyle>
            <a:lvl1pPr marL="118872" indent="-118872">
              <a:lnSpc>
                <a:spcPct val="95000"/>
              </a:lnSpc>
              <a:spcBef>
                <a:spcPts val="0"/>
              </a:spcBef>
              <a:spcAft>
                <a:spcPts val="200"/>
              </a:spcAft>
              <a:buClr>
                <a:schemeClr val="accent1"/>
              </a:buClr>
              <a:buFont typeface="Wingdings 2" pitchFamily="18" charset="2"/>
              <a:buChar char=""/>
              <a:defRPr sz="1000" baseline="0">
                <a:solidFill>
                  <a:schemeClr val="tx1"/>
                </a:solidFill>
              </a:defRPr>
            </a:lvl1pPr>
            <a:lvl2pPr marL="118872" indent="-118872">
              <a:lnSpc>
                <a:spcPct val="95000"/>
              </a:lnSpc>
              <a:spcBef>
                <a:spcPts val="0"/>
              </a:spcBef>
              <a:spcAft>
                <a:spcPts val="200"/>
              </a:spcAft>
              <a:buClr>
                <a:srgbClr val="B01C2E"/>
              </a:buClr>
              <a:buFont typeface="Arial" pitchFamily="34" charset="0"/>
              <a:buChar char=" "/>
              <a:defRPr sz="1000" baseline="0"/>
            </a:lvl2pPr>
            <a:lvl3pPr marL="118872" indent="-118872">
              <a:lnSpc>
                <a:spcPct val="95000"/>
              </a:lnSpc>
              <a:spcBef>
                <a:spcPts val="0"/>
              </a:spcBef>
              <a:spcAft>
                <a:spcPts val="200"/>
              </a:spcAft>
              <a:buClr>
                <a:srgbClr val="B01C2E"/>
              </a:buClr>
              <a:buFont typeface="Wingdings 2" pitchFamily="18" charset="2"/>
              <a:buChar char="¡"/>
              <a:defRPr sz="1000"/>
            </a:lvl3pPr>
          </a:lstStyle>
          <a:p>
            <a:pPr lvl="0"/>
            <a:r>
              <a:rPr lang="en-US"/>
              <a:t>Click to edit Master text styles</a:t>
            </a:r>
          </a:p>
        </p:txBody>
      </p:sp>
      <p:sp>
        <p:nvSpPr>
          <p:cNvPr id="15" name="Slide Number Placeholder 9"/>
          <p:cNvSpPr>
            <a:spLocks noGrp="1"/>
          </p:cNvSpPr>
          <p:nvPr>
            <p:ph type="sldNum" sz="quarter" idx="44"/>
          </p:nvPr>
        </p:nvSpPr>
        <p:spPr/>
        <p:txBody>
          <a:bodyPr/>
          <a:lstStyle>
            <a:lvl1pPr>
              <a:defRPr/>
            </a:lvl1pPr>
          </a:lstStyle>
          <a:p>
            <a:fld id="{3D17329F-BDC0-3444-A6CB-5CFB4AFF00F8}" type="slidenum">
              <a:rPr lang="en-US" altLang="en-US"/>
              <a:pPr/>
              <a:t>‹#›</a:t>
            </a:fld>
            <a:endParaRPr lang="en-US" altLang="en-US"/>
          </a:p>
        </p:txBody>
      </p:sp>
      <p:sp>
        <p:nvSpPr>
          <p:cNvPr id="16" name="Footer Placeholder 15"/>
          <p:cNvSpPr>
            <a:spLocks noGrp="1"/>
          </p:cNvSpPr>
          <p:nvPr>
            <p:ph type="ftr" sz="quarter" idx="45"/>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211366941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769315" y="2982769"/>
            <a:ext cx="1904615" cy="934604"/>
          </a:xfrm>
          <a:prstGeom prst="rect">
            <a:avLst/>
          </a:prstGeom>
        </p:spPr>
        <p:txBody>
          <a:bodyPr/>
          <a:lstStyle>
            <a:lvl1pPr marL="0" indent="0">
              <a:lnSpc>
                <a:spcPts val="1000"/>
              </a:lnSpc>
              <a:buNone/>
              <a:defRPr sz="1000" b="1" baseline="0"/>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769313" y="1589234"/>
            <a:ext cx="1426633" cy="1330325"/>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7" name="Text Placeholder 11"/>
          <p:cNvSpPr>
            <a:spLocks noGrp="1"/>
          </p:cNvSpPr>
          <p:nvPr>
            <p:ph type="body" sz="quarter" idx="14"/>
          </p:nvPr>
        </p:nvSpPr>
        <p:spPr>
          <a:xfrm>
            <a:off x="623842" y="1246188"/>
            <a:ext cx="10917767" cy="228600"/>
          </a:xfrm>
          <a:prstGeom prst="rect">
            <a:avLst/>
          </a:prstGeom>
        </p:spPr>
        <p:txBody>
          <a:bodyPr/>
          <a:lstStyle>
            <a:lvl1pPr>
              <a:buFontTx/>
              <a:buNone/>
              <a:defRPr sz="12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930625"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spcBef>
                <a:spcPts val="0"/>
              </a:spcBef>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930622" y="1589234"/>
            <a:ext cx="1426633" cy="1330325"/>
          </a:xfrm>
          <a:prstGeom prst="rect">
            <a:avLst/>
          </a:prstGeom>
        </p:spPr>
        <p:txBody>
          <a:bodyPr/>
          <a:lstStyle>
            <a:lvl1pPr>
              <a:buFont typeface="Wingdings 2" pitchFamily="18" charset="2"/>
              <a:buChar char=""/>
              <a:defRPr lang="en-US" sz="1600" kern="1200" noProof="0">
                <a:solidFill>
                  <a:schemeClr val="tx1"/>
                </a:solidFill>
                <a:latin typeface="+mn-lt"/>
                <a:ea typeface="+mn-ea"/>
                <a:cs typeface="+mn-cs"/>
              </a:defRPr>
            </a:lvl1pPr>
          </a:lstStyle>
          <a:p>
            <a:pPr lvl="0"/>
            <a:r>
              <a:rPr lang="en-US" noProof="0"/>
              <a:t>Drag picture to placeholder or click icon to add</a:t>
            </a:r>
          </a:p>
        </p:txBody>
      </p:sp>
      <p:sp>
        <p:nvSpPr>
          <p:cNvPr id="10" name="Text Placeholder 7"/>
          <p:cNvSpPr>
            <a:spLocks noGrp="1"/>
          </p:cNvSpPr>
          <p:nvPr>
            <p:ph type="body" sz="quarter" idx="17"/>
          </p:nvPr>
        </p:nvSpPr>
        <p:spPr>
          <a:xfrm>
            <a:off x="5133498"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5133498" y="1589234"/>
            <a:ext cx="1426633" cy="1330325"/>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12" name="Text Placeholder 7"/>
          <p:cNvSpPr>
            <a:spLocks noGrp="1"/>
          </p:cNvSpPr>
          <p:nvPr>
            <p:ph type="body" sz="quarter" idx="19"/>
          </p:nvPr>
        </p:nvSpPr>
        <p:spPr>
          <a:xfrm>
            <a:off x="7322517"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7322514" y="1589234"/>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14" name="Text Placeholder 7"/>
          <p:cNvSpPr>
            <a:spLocks noGrp="1"/>
          </p:cNvSpPr>
          <p:nvPr>
            <p:ph type="body" sz="quarter" idx="22"/>
          </p:nvPr>
        </p:nvSpPr>
        <p:spPr>
          <a:xfrm>
            <a:off x="9525389"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9525389" y="1589234"/>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16" name="Text Placeholder 7"/>
          <p:cNvSpPr>
            <a:spLocks noGrp="1"/>
          </p:cNvSpPr>
          <p:nvPr>
            <p:ph type="body" sz="quarter" idx="24"/>
          </p:nvPr>
        </p:nvSpPr>
        <p:spPr>
          <a:xfrm>
            <a:off x="769315"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769313"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18" name="Text Placeholder 7"/>
          <p:cNvSpPr>
            <a:spLocks noGrp="1"/>
          </p:cNvSpPr>
          <p:nvPr>
            <p:ph type="body" sz="quarter" idx="26"/>
          </p:nvPr>
        </p:nvSpPr>
        <p:spPr>
          <a:xfrm>
            <a:off x="2930625"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spcBef>
                <a:spcPts val="0"/>
              </a:spcBef>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930622"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20" name="Text Placeholder 7"/>
          <p:cNvSpPr>
            <a:spLocks noGrp="1"/>
          </p:cNvSpPr>
          <p:nvPr>
            <p:ph type="body" sz="quarter" idx="28"/>
          </p:nvPr>
        </p:nvSpPr>
        <p:spPr>
          <a:xfrm>
            <a:off x="5133498"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5133498"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22" name="Text Placeholder 7"/>
          <p:cNvSpPr>
            <a:spLocks noGrp="1"/>
          </p:cNvSpPr>
          <p:nvPr>
            <p:ph type="body" sz="quarter" idx="30"/>
          </p:nvPr>
        </p:nvSpPr>
        <p:spPr>
          <a:xfrm>
            <a:off x="7322517"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7322514"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24" name="Text Placeholder 7"/>
          <p:cNvSpPr>
            <a:spLocks noGrp="1"/>
          </p:cNvSpPr>
          <p:nvPr>
            <p:ph type="body" sz="quarter" idx="32"/>
          </p:nvPr>
        </p:nvSpPr>
        <p:spPr>
          <a:xfrm>
            <a:off x="9525389"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9525389" y="3962401"/>
            <a:ext cx="1426633" cy="1330325"/>
          </a:xfrm>
          <a:prstGeom prst="rect">
            <a:avLst/>
          </a:prstGeom>
        </p:spPr>
        <p:txBody>
          <a:bodyPr/>
          <a:lstStyle>
            <a:lvl1pPr>
              <a:defRPr lang="en-US" sz="1600" kern="1200" noProof="0" dirty="0">
                <a:solidFill>
                  <a:schemeClr val="tx1"/>
                </a:solidFill>
                <a:latin typeface="+mn-lt"/>
                <a:ea typeface="+mn-ea"/>
                <a:cs typeface="+mn-cs"/>
              </a:defRPr>
            </a:lvl1pPr>
            <a:lvl2pPr>
              <a:defRPr lang="en-US" sz="1600" kern="1200" noProof="0" dirty="0">
                <a:solidFill>
                  <a:schemeClr val="tx1"/>
                </a:solidFill>
                <a:latin typeface="+mn-lt"/>
                <a:ea typeface="+mn-ea"/>
                <a:cs typeface="+mn-cs"/>
              </a:defRPr>
            </a:lvl2pPr>
          </a:lstStyle>
          <a:p>
            <a:pPr lvl="0"/>
            <a:r>
              <a:rPr lang="en-US" noProof="0"/>
              <a:t>Drag picture to placeholder or click icon to add</a:t>
            </a:r>
          </a:p>
        </p:txBody>
      </p:sp>
      <p:sp>
        <p:nvSpPr>
          <p:cNvPr id="2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7" name="Slide Number Placeholder 9"/>
          <p:cNvSpPr>
            <a:spLocks noGrp="1"/>
          </p:cNvSpPr>
          <p:nvPr>
            <p:ph type="sldNum" sz="quarter" idx="34"/>
          </p:nvPr>
        </p:nvSpPr>
        <p:spPr/>
        <p:txBody>
          <a:bodyPr/>
          <a:lstStyle>
            <a:lvl1pPr>
              <a:defRPr/>
            </a:lvl1pPr>
          </a:lstStyle>
          <a:p>
            <a:fld id="{516D5A61-1BB2-3C40-A809-0A00CE29D5F0}" type="slidenum">
              <a:rPr lang="en-US" altLang="en-US"/>
              <a:pPr/>
              <a:t>‹#›</a:t>
            </a:fld>
            <a:endParaRPr lang="en-US" altLang="en-US"/>
          </a:p>
        </p:txBody>
      </p:sp>
      <p:sp>
        <p:nvSpPr>
          <p:cNvPr id="28" name="Footer Placeholder 12"/>
          <p:cNvSpPr>
            <a:spLocks noGrp="1"/>
          </p:cNvSpPr>
          <p:nvPr>
            <p:ph type="ftr" sz="quarter" idx="35"/>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1229889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p:cNvSpPr txBox="1">
            <a:spLocks noChangeArrowheads="1"/>
          </p:cNvSpPr>
          <p:nvPr/>
        </p:nvSpPr>
        <p:spPr bwMode="auto">
          <a:xfrm>
            <a:off x="588433" y="14398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1050" b="1">
                <a:solidFill>
                  <a:srgbClr val="C00000"/>
                </a:solidFill>
                <a:latin typeface="Arial" charset="0"/>
                <a:ea typeface="+mn-ea"/>
                <a:cs typeface="+mn-cs"/>
              </a:rPr>
              <a:t>PARTNERS</a:t>
            </a:r>
          </a:p>
        </p:txBody>
      </p:sp>
      <p:sp>
        <p:nvSpPr>
          <p:cNvPr id="11" name="Line 22"/>
          <p:cNvSpPr>
            <a:spLocks noChangeShapeType="1"/>
          </p:cNvSpPr>
          <p:nvPr/>
        </p:nvSpPr>
        <p:spPr bwMode="auto">
          <a:xfrm>
            <a:off x="584201" y="18970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2" name="Text Box 23"/>
          <p:cNvSpPr txBox="1">
            <a:spLocks noChangeArrowheads="1"/>
          </p:cNvSpPr>
          <p:nvPr/>
        </p:nvSpPr>
        <p:spPr bwMode="auto">
          <a:xfrm>
            <a:off x="588433" y="32686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1050" b="1">
                <a:solidFill>
                  <a:srgbClr val="C00000"/>
                </a:solidFill>
                <a:latin typeface="Arial" charset="0"/>
                <a:ea typeface="+mn-ea"/>
                <a:cs typeface="+mn-cs"/>
              </a:rPr>
              <a:t>ASSOCIATES</a:t>
            </a:r>
          </a:p>
        </p:txBody>
      </p:sp>
      <p:sp>
        <p:nvSpPr>
          <p:cNvPr id="13" name="Line 24"/>
          <p:cNvSpPr>
            <a:spLocks noChangeShapeType="1"/>
          </p:cNvSpPr>
          <p:nvPr/>
        </p:nvSpPr>
        <p:spPr bwMode="auto">
          <a:xfrm>
            <a:off x="584201" y="37258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8" name="Text Placeholder 27"/>
          <p:cNvSpPr>
            <a:spLocks noGrp="1"/>
          </p:cNvSpPr>
          <p:nvPr>
            <p:ph type="body" sz="quarter" idx="10"/>
          </p:nvPr>
        </p:nvSpPr>
        <p:spPr>
          <a:xfrm>
            <a:off x="3478108"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32" name="Text Placeholder 31"/>
          <p:cNvSpPr>
            <a:spLocks noGrp="1"/>
          </p:cNvSpPr>
          <p:nvPr>
            <p:ph type="body" sz="quarter" idx="11"/>
          </p:nvPr>
        </p:nvSpPr>
        <p:spPr>
          <a:xfrm>
            <a:off x="6372015"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34" name="Text Placeholder 33"/>
          <p:cNvSpPr>
            <a:spLocks noGrp="1"/>
          </p:cNvSpPr>
          <p:nvPr>
            <p:ph type="body" sz="quarter" idx="12"/>
          </p:nvPr>
        </p:nvSpPr>
        <p:spPr>
          <a:xfrm>
            <a:off x="9265920"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17" name="Text Placeholder 16"/>
          <p:cNvSpPr>
            <a:spLocks noGrp="1"/>
          </p:cNvSpPr>
          <p:nvPr>
            <p:ph type="body" sz="quarter" idx="17"/>
          </p:nvPr>
        </p:nvSpPr>
        <p:spPr>
          <a:xfrm>
            <a:off x="1975104" y="3886200"/>
            <a:ext cx="3962400" cy="73152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6299200" y="3886200"/>
            <a:ext cx="3962400" cy="73152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975104" y="4800600"/>
            <a:ext cx="8290560" cy="54864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584201"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14" name="Slide Number Placeholder 9"/>
          <p:cNvSpPr>
            <a:spLocks noGrp="1"/>
          </p:cNvSpPr>
          <p:nvPr>
            <p:ph type="sldNum" sz="quarter" idx="21"/>
          </p:nvPr>
        </p:nvSpPr>
        <p:spPr/>
        <p:txBody>
          <a:bodyPr/>
          <a:lstStyle>
            <a:lvl1pPr>
              <a:defRPr/>
            </a:lvl1pPr>
          </a:lstStyle>
          <a:p>
            <a:fld id="{B0AC1651-679E-F444-9932-326657929C56}"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158711758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3" name="Slide Number Placeholder 9"/>
          <p:cNvSpPr>
            <a:spLocks noGrp="1"/>
          </p:cNvSpPr>
          <p:nvPr>
            <p:ph type="sldNum" sz="quarter" idx="132"/>
          </p:nvPr>
        </p:nvSpPr>
        <p:spPr/>
        <p:txBody>
          <a:bodyPr/>
          <a:lstStyle>
            <a:lvl1pPr>
              <a:defRPr/>
            </a:lvl1pPr>
          </a:lstStyle>
          <a:p>
            <a:fld id="{77461BCF-BBA5-5E4A-ABD5-3E5D9382F9DD}" type="slidenum">
              <a:rPr lang="en-US" altLang="en-US"/>
              <a:pPr/>
              <a:t>‹#›</a:t>
            </a:fld>
            <a:endParaRPr lang="en-US" altLang="en-US"/>
          </a:p>
        </p:txBody>
      </p:sp>
      <p:sp>
        <p:nvSpPr>
          <p:cNvPr id="34" name="Footer Placeholder 12"/>
          <p:cNvSpPr>
            <a:spLocks noGrp="1"/>
          </p:cNvSpPr>
          <p:nvPr>
            <p:ph type="ftr" sz="quarter" idx="133"/>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38692242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2"/>
          </p:nvPr>
        </p:nvSpPr>
        <p:spPr/>
        <p:txBody>
          <a:bodyPr/>
          <a:lstStyle>
            <a:lvl1pPr>
              <a:defRPr/>
            </a:lvl1pPr>
          </a:lstStyle>
          <a:p>
            <a:fld id="{31BEBA66-216E-7243-B012-B44CAA5F986C}" type="slidenum">
              <a:rPr lang="en-US" altLang="en-US"/>
              <a:pPr/>
              <a:t>‹#›</a:t>
            </a:fld>
            <a:endParaRPr lang="en-US" altLang="en-US"/>
          </a:p>
        </p:txBody>
      </p:sp>
      <p:sp>
        <p:nvSpPr>
          <p:cNvPr id="38" name="Footer Placeholder 12"/>
          <p:cNvSpPr>
            <a:spLocks noGrp="1"/>
          </p:cNvSpPr>
          <p:nvPr>
            <p:ph type="ftr" sz="quarter" idx="133"/>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123024348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601133"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601133" y="46228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601133"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818451"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5035768"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7253085"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9470400"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818451"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818451"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u="none"/>
            </a:lvl1pPr>
            <a:lvl2pPr marL="0" indent="0">
              <a:lnSpc>
                <a:spcPct val="100000"/>
              </a:lnSpc>
              <a:spcBef>
                <a:spcPts val="0"/>
              </a:spcBef>
              <a:buNone/>
              <a:defRPr sz="700" b="0" i="0" u="none">
                <a:solidFill>
                  <a:srgbClr val="808080"/>
                </a:solidFill>
              </a:defRPr>
            </a:lvl2pPr>
            <a:lvl3pPr marL="0" indent="0">
              <a:lnSpc>
                <a:spcPct val="100000"/>
              </a:lnSpc>
              <a:spcBef>
                <a:spcPts val="100"/>
              </a:spcBef>
              <a:buNone/>
              <a:defRPr sz="700" b="0" i="0" u="none">
                <a:solidFill>
                  <a:srgbClr val="808080"/>
                </a:solidFill>
              </a:defRPr>
            </a:lvl3pPr>
            <a:lvl4pPr marL="0" indent="0">
              <a:lnSpc>
                <a:spcPct val="100000"/>
              </a:lnSpc>
              <a:spcBef>
                <a:spcPts val="100"/>
              </a:spcBef>
              <a:buNone/>
              <a:defRPr sz="700" b="0" i="0" u="none">
                <a:solidFill>
                  <a:srgbClr val="808080"/>
                </a:solidFill>
              </a:defRPr>
            </a:lvl4pPr>
            <a:lvl5pPr marL="0" indent="0">
              <a:lnSpc>
                <a:spcPct val="100000"/>
              </a:lnSpc>
              <a:spcBef>
                <a:spcPts val="100"/>
              </a:spcBef>
              <a:buNone/>
              <a:defRPr sz="700"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5035768"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5035768"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7253085"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7253085"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9470400"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9470400"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601133"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601133" y="6020181"/>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601133"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818451"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chemeClr val="tx1"/>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5035768"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7253085"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9470400"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818451"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818451"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5035768"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5035768"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7253085"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7253085"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9470400"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9470400"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3" name="Slide Number Placeholder 9"/>
          <p:cNvSpPr>
            <a:spLocks noGrp="1"/>
          </p:cNvSpPr>
          <p:nvPr>
            <p:ph type="sldNum" sz="quarter" idx="131"/>
          </p:nvPr>
        </p:nvSpPr>
        <p:spPr/>
        <p:txBody>
          <a:bodyPr/>
          <a:lstStyle>
            <a:lvl1pPr>
              <a:defRPr/>
            </a:lvl1pPr>
          </a:lstStyle>
          <a:p>
            <a:fld id="{44A3DAED-98CA-ED44-BD8D-010557C4E8AD}" type="slidenum">
              <a:rPr lang="en-US" altLang="en-US"/>
              <a:pPr/>
              <a:t>‹#›</a:t>
            </a:fld>
            <a:endParaRPr lang="en-US" altLang="en-US"/>
          </a:p>
        </p:txBody>
      </p:sp>
      <p:sp>
        <p:nvSpPr>
          <p:cNvPr id="34" name="Footer Placeholder 12"/>
          <p:cNvSpPr>
            <a:spLocks noGrp="1"/>
          </p:cNvSpPr>
          <p:nvPr>
            <p:ph type="ftr" sz="quarter" idx="132"/>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192079638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280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5123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465CD288-24B3-4B48-8EA0-67784588A8A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148866573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90FE7E78-F63E-6945-90BC-87516667A72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9900634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103632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914400" y="914400"/>
            <a:ext cx="103632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p:cNvSpPr>
            <a:spLocks noGrp="1" noChangeArrowheads="1"/>
          </p:cNvSpPr>
          <p:nvPr>
            <p:ph type="ftr" sz="quarter" idx="10"/>
          </p:nvPr>
        </p:nvSpPr>
        <p:spPr/>
        <p:txBody>
          <a:bodyPr/>
          <a:lstStyle>
            <a:lvl1pPr>
              <a:defRPr b="0"/>
            </a:lvl1pPr>
          </a:lstStyle>
          <a:p>
            <a:r>
              <a:rPr lang="en-US"/>
              <a:t>Income Shifting in Families</a:t>
            </a:r>
          </a:p>
        </p:txBody>
      </p:sp>
      <p:sp>
        <p:nvSpPr>
          <p:cNvPr id="5" name="Rectangle 4"/>
          <p:cNvSpPr>
            <a:spLocks noGrp="1" noChangeArrowheads="1"/>
          </p:cNvSpPr>
          <p:nvPr>
            <p:ph type="sldNum" sz="quarter" idx="11"/>
          </p:nvPr>
        </p:nvSpPr>
        <p:spPr/>
        <p:txBody>
          <a:bodyPr/>
          <a:lstStyle>
            <a:lvl1pPr>
              <a:defRPr/>
            </a:lvl1pPr>
          </a:lstStyle>
          <a:p>
            <a:endParaRPr lang="en-US">
              <a:latin typeface="Calibri"/>
            </a:endParaRPr>
          </a:p>
          <a:p>
            <a:fld id="{32A47CA8-1D40-3C49-82CF-CF2201A41E4F}" type="slidenum">
              <a:rPr lang="en-US" smtClean="0">
                <a:latin typeface="Calibri"/>
              </a:rPr>
              <a:pPr/>
              <a:t>‹#›</a:t>
            </a:fld>
            <a:endParaRPr lang="en-US">
              <a:latin typeface="Calibri"/>
            </a:endParaRPr>
          </a:p>
        </p:txBody>
      </p:sp>
    </p:spTree>
    <p:extLst>
      <p:ext uri="{BB962C8B-B14F-4D97-AF65-F5344CB8AC3E}">
        <p14:creationId xmlns:p14="http://schemas.microsoft.com/office/powerpoint/2010/main" val="26546976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022781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Income Shifting in Families</a:t>
            </a:r>
          </a:p>
        </p:txBody>
      </p:sp>
      <p:sp>
        <p:nvSpPr>
          <p:cNvPr id="6" name="Slide Number Placeholder 5"/>
          <p:cNvSpPr>
            <a:spLocks noGrp="1"/>
          </p:cNvSpPr>
          <p:nvPr>
            <p:ph type="sldNum" sz="quarter" idx="12"/>
          </p:nvPr>
        </p:nvSpPr>
        <p:spPr/>
        <p:txBody>
          <a:bodyPr/>
          <a:lstStyle/>
          <a:p>
            <a:fld id="{96D85B43-D788-46F7-A773-91C165729B06}" type="slidenum">
              <a:rPr lang="en-US" smtClean="0"/>
              <a:t>‹#›</a:t>
            </a:fld>
            <a:endParaRPr lang="en-US"/>
          </a:p>
        </p:txBody>
      </p:sp>
    </p:spTree>
    <p:extLst>
      <p:ext uri="{BB962C8B-B14F-4D97-AF65-F5344CB8AC3E}">
        <p14:creationId xmlns:p14="http://schemas.microsoft.com/office/powerpoint/2010/main" val="361451278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8" name="Line 88"/>
          <p:cNvSpPr>
            <a:spLocks noChangeShapeType="1"/>
          </p:cNvSpPr>
          <p:nvPr/>
        </p:nvSpPr>
        <p:spPr bwMode="gray">
          <a:xfrm>
            <a:off x="0" y="6423027"/>
            <a:ext cx="12192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 name="Slide Number Placeholder 9"/>
          <p:cNvSpPr>
            <a:spLocks noGrp="1"/>
          </p:cNvSpPr>
          <p:nvPr>
            <p:ph type="sldNum" sz="quarter" idx="4"/>
          </p:nvPr>
        </p:nvSpPr>
        <p:spPr>
          <a:xfrm>
            <a:off x="11480800" y="6436634"/>
            <a:ext cx="609600" cy="365125"/>
          </a:xfrm>
          <a:prstGeom prst="rect">
            <a:avLst/>
          </a:prstGeom>
        </p:spPr>
        <p:txBody>
          <a:bodyPr vert="horz" wrap="square" lIns="91440" tIns="45720" rIns="91440" bIns="45720" numCol="1" anchor="ctr" anchorCtr="0" compatLnSpc="1">
            <a:prstTxWarp prst="textNoShape">
              <a:avLst/>
            </a:prstTxWarp>
          </a:bodyPr>
          <a:lstStyle>
            <a:lvl1pPr>
              <a:defRPr sz="800" b="0">
                <a:solidFill>
                  <a:schemeClr val="tx1">
                    <a:lumMod val="50000"/>
                    <a:lumOff val="50000"/>
                  </a:schemeClr>
                </a:solidFill>
                <a:latin typeface="+mn-lt"/>
              </a:defRPr>
            </a:lvl1pPr>
          </a:lstStyle>
          <a:p>
            <a:pPr algn="r"/>
            <a:fld id="{D9D5F7EB-196B-A148-8812-2A4F7A2FBBD6}" type="slidenum">
              <a:rPr lang="en-US" altLang="en-US" smtClean="0"/>
              <a:pPr algn="r"/>
              <a:t>‹#›</a:t>
            </a:fld>
            <a:endParaRPr lang="en-US" altLang="en-US"/>
          </a:p>
        </p:txBody>
      </p:sp>
      <p:sp>
        <p:nvSpPr>
          <p:cNvPr id="13" name="Footer Placeholder 12"/>
          <p:cNvSpPr>
            <a:spLocks noGrp="1"/>
          </p:cNvSpPr>
          <p:nvPr>
            <p:ph type="ftr" sz="quarter" idx="3"/>
          </p:nvPr>
        </p:nvSpPr>
        <p:spPr>
          <a:xfrm>
            <a:off x="4165600" y="6442487"/>
            <a:ext cx="3860800" cy="365125"/>
          </a:xfrm>
          <a:prstGeom prst="rect">
            <a:avLst/>
          </a:prstGeom>
        </p:spPr>
        <p:txBody>
          <a:bodyPr vert="horz" wrap="square" lIns="91440" tIns="45720" rIns="91440" bIns="45720" numCol="1" anchor="ctr" anchorCtr="0" compatLnSpc="1">
            <a:prstTxWarp prst="textNoShape">
              <a:avLst/>
            </a:prstTxWarp>
          </a:bodyPr>
          <a:lstStyle>
            <a:lvl1pPr algn="ctr">
              <a:defRPr sz="1000" smtClean="0">
                <a:solidFill>
                  <a:srgbClr val="898989"/>
                </a:solidFill>
                <a:latin typeface="+mn-lt"/>
                <a:ea typeface="+mn-ea"/>
              </a:defRPr>
            </a:lvl1pPr>
          </a:lstStyle>
          <a:p>
            <a:pPr>
              <a:defRPr/>
            </a:pPr>
            <a:r>
              <a:rPr lang="en-US"/>
              <a:t>Income Shifting in Families</a:t>
            </a:r>
            <a:endParaRPr lang="en-US" dirty="0"/>
          </a:p>
        </p:txBody>
      </p:sp>
      <p:sp>
        <p:nvSpPr>
          <p:cNvPr id="9" name="Footer Placeholder 3"/>
          <p:cNvSpPr txBox="1">
            <a:spLocks/>
          </p:cNvSpPr>
          <p:nvPr userDrawn="1"/>
        </p:nvSpPr>
        <p:spPr>
          <a:xfrm>
            <a:off x="96545" y="6423028"/>
            <a:ext cx="3149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800" baseline="0" dirty="0">
                <a:latin typeface="+mn-lt"/>
              </a:rPr>
              <a:t>FIT_IncomeShifting_2026F</a:t>
            </a:r>
            <a:endParaRPr lang="en-US" sz="800" dirty="0">
              <a:latin typeface="+mn-lt"/>
            </a:endParaRPr>
          </a:p>
        </p:txBody>
      </p:sp>
    </p:spTree>
    <p:extLst>
      <p:ext uri="{BB962C8B-B14F-4D97-AF65-F5344CB8AC3E}">
        <p14:creationId xmlns:p14="http://schemas.microsoft.com/office/powerpoint/2010/main" val="3717763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715"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 id="2147483695" r:id="rId36"/>
    <p:sldLayoutId id="2147483696" r:id="rId37"/>
    <p:sldLayoutId id="2147483697" r:id="rId38"/>
    <p:sldLayoutId id="2147483698" r:id="rId39"/>
    <p:sldLayoutId id="2147483699" r:id="rId40"/>
    <p:sldLayoutId id="2147483700" r:id="rId41"/>
    <p:sldLayoutId id="2147483701" r:id="rId42"/>
    <p:sldLayoutId id="2147483702" r:id="rId43"/>
    <p:sldLayoutId id="2147483703" r:id="rId44"/>
    <p:sldLayoutId id="2147483704" r:id="rId45"/>
    <p:sldLayoutId id="2147483705" r:id="rId46"/>
    <p:sldLayoutId id="2147483706" r:id="rId47"/>
    <p:sldLayoutId id="2147483707" r:id="rId48"/>
    <p:sldLayoutId id="2147483708" r:id="rId49"/>
    <p:sldLayoutId id="2147483709" r:id="rId50"/>
    <p:sldLayoutId id="2147483710" r:id="rId51"/>
    <p:sldLayoutId id="2147483711" r:id="rId52"/>
    <p:sldLayoutId id="2147483712" r:id="rId53"/>
    <p:sldLayoutId id="2147483713" r:id="rId54"/>
    <p:sldLayoutId id="2147483714" r:id="rId55"/>
    <p:sldLayoutId id="2147483716" r:id="rId56"/>
    <p:sldLayoutId id="2147483717" r:id="rId57"/>
  </p:sldLayoutIdLst>
  <p:hf hd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Arial" charset="0"/>
        </a:defRPr>
      </a:lvl2pPr>
      <a:lvl3pPr algn="ctr" rtl="0" eaLnBrk="1" fontAlgn="base" hangingPunct="1">
        <a:spcBef>
          <a:spcPct val="0"/>
        </a:spcBef>
        <a:spcAft>
          <a:spcPct val="0"/>
        </a:spcAft>
        <a:defRPr sz="4400">
          <a:solidFill>
            <a:schemeClr val="tx1"/>
          </a:solidFill>
          <a:latin typeface="Arial" charset="0"/>
        </a:defRPr>
      </a:lvl3pPr>
      <a:lvl4pPr algn="ctr" rtl="0" eaLnBrk="1" fontAlgn="base" hangingPunct="1">
        <a:spcBef>
          <a:spcPct val="0"/>
        </a:spcBef>
        <a:spcAft>
          <a:spcPct val="0"/>
        </a:spcAft>
        <a:defRPr sz="4400">
          <a:solidFill>
            <a:schemeClr val="tx1"/>
          </a:solidFill>
          <a:latin typeface="Arial" charset="0"/>
        </a:defRPr>
      </a:lvl4pPr>
      <a:lvl5pPr algn="ctr" rtl="0" eaLnBrk="1" fontAlgn="base" hangingPunct="1">
        <a:spcBef>
          <a:spcPct val="0"/>
        </a:spcBef>
        <a:spcAft>
          <a:spcPct val="0"/>
        </a:spcAft>
        <a:defRPr sz="4400">
          <a:solidFill>
            <a:schemeClr val="tx1"/>
          </a:solidFill>
          <a:latin typeface="Arial" charset="0"/>
        </a:defRPr>
      </a:lvl5pPr>
      <a:lvl6pPr marL="457200" algn="ctr" rtl="0" eaLnBrk="1" fontAlgn="base" hangingPunct="1">
        <a:spcBef>
          <a:spcPct val="0"/>
        </a:spcBef>
        <a:spcAft>
          <a:spcPct val="0"/>
        </a:spcAft>
        <a:defRPr sz="4400">
          <a:solidFill>
            <a:schemeClr val="tx1"/>
          </a:solidFill>
          <a:latin typeface="Arial" charset="0"/>
        </a:defRPr>
      </a:lvl6pPr>
      <a:lvl7pPr marL="914400" algn="ctr" rtl="0" eaLnBrk="1" fontAlgn="base" hangingPunct="1">
        <a:spcBef>
          <a:spcPct val="0"/>
        </a:spcBef>
        <a:spcAft>
          <a:spcPct val="0"/>
        </a:spcAft>
        <a:defRPr sz="4400">
          <a:solidFill>
            <a:schemeClr val="tx1"/>
          </a:solidFill>
          <a:latin typeface="Arial" charset="0"/>
        </a:defRPr>
      </a:lvl7pPr>
      <a:lvl8pPr marL="1371600" algn="ctr" rtl="0" eaLnBrk="1" fontAlgn="base" hangingPunct="1">
        <a:spcBef>
          <a:spcPct val="0"/>
        </a:spcBef>
        <a:spcAft>
          <a:spcPct val="0"/>
        </a:spcAft>
        <a:defRPr sz="4400">
          <a:solidFill>
            <a:schemeClr val="tx1"/>
          </a:solidFill>
          <a:latin typeface="Arial" charset="0"/>
        </a:defRPr>
      </a:lvl8pPr>
      <a:lvl9pPr marL="1828800" algn="ctr" rtl="0" eaLnBrk="1" fontAlgn="base" hangingPunct="1">
        <a:spcBef>
          <a:spcPct val="0"/>
        </a:spcBef>
        <a:spcAft>
          <a:spcPct val="0"/>
        </a:spcAft>
        <a:defRPr sz="4400">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nerdwallet.com/calculator/tax-calculator"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prstGeom prst="rect">
            <a:avLst/>
          </a:prstGeom>
        </p:spPr>
        <p:txBody>
          <a:bodyPr/>
          <a:lstStyle/>
          <a:p>
            <a:r>
              <a:rPr lang="en-US" dirty="0"/>
              <a:t>Federal Income Taxation</a:t>
            </a:r>
            <a:br>
              <a:rPr lang="en-US" dirty="0"/>
            </a:br>
            <a:r>
              <a:rPr lang="en-US" i="1" dirty="0"/>
              <a:t>Income Shifting in Families</a:t>
            </a:r>
            <a:endParaRPr lang="en-US" dirty="0"/>
          </a:p>
        </p:txBody>
      </p:sp>
      <p:sp>
        <p:nvSpPr>
          <p:cNvPr id="3" name="Subtitle 2"/>
          <p:cNvSpPr>
            <a:spLocks noGrp="1"/>
          </p:cNvSpPr>
          <p:nvPr>
            <p:ph type="subTitle" idx="1"/>
          </p:nvPr>
        </p:nvSpPr>
        <p:spPr>
          <a:xfrm>
            <a:off x="2658533" y="5013325"/>
            <a:ext cx="6858000" cy="609600"/>
          </a:xfrm>
          <a:prstGeom prst="rect">
            <a:avLst/>
          </a:prstGeom>
        </p:spPr>
        <p:txBody>
          <a:bodyPr>
            <a:normAutofit fontScale="85000" lnSpcReduction="20000"/>
          </a:bodyPr>
          <a:lstStyle/>
          <a:p>
            <a:r>
              <a:rPr lang="en-US" sz="2100" b="1" dirty="0"/>
              <a:t>Prof. Colon</a:t>
            </a:r>
          </a:p>
          <a:p>
            <a:r>
              <a:rPr lang="en-US" sz="2100" b="1" dirty="0"/>
              <a:t>Fall 2026</a:t>
            </a:r>
          </a:p>
        </p:txBody>
      </p:sp>
      <p:sp>
        <p:nvSpPr>
          <p:cNvPr id="6" name="Footer Placeholder 5">
            <a:extLst>
              <a:ext uri="{FF2B5EF4-FFF2-40B4-BE49-F238E27FC236}">
                <a16:creationId xmlns:a16="http://schemas.microsoft.com/office/drawing/2014/main" id="{D8D80FCD-05A6-764D-BFDB-63AA23C975A4}"/>
              </a:ext>
            </a:extLst>
          </p:cNvPr>
          <p:cNvSpPr>
            <a:spLocks noGrp="1"/>
          </p:cNvSpPr>
          <p:nvPr>
            <p:ph type="ftr" sz="quarter" idx="11"/>
          </p:nvPr>
        </p:nvSpPr>
        <p:spPr/>
        <p:txBody>
          <a:bodyPr/>
          <a:lstStyle/>
          <a:p>
            <a:r>
              <a:rPr lang="en-US"/>
              <a:t>Income Shifting in Families</a:t>
            </a:r>
          </a:p>
        </p:txBody>
      </p:sp>
      <p:sp>
        <p:nvSpPr>
          <p:cNvPr id="7" name="Slide Number Placeholder 6">
            <a:extLst>
              <a:ext uri="{FF2B5EF4-FFF2-40B4-BE49-F238E27FC236}">
                <a16:creationId xmlns:a16="http://schemas.microsoft.com/office/drawing/2014/main" id="{17EAF7C4-7F9E-D84A-9606-10CB55E9141B}"/>
              </a:ext>
            </a:extLst>
          </p:cNvPr>
          <p:cNvSpPr>
            <a:spLocks noGrp="1"/>
          </p:cNvSpPr>
          <p:nvPr>
            <p:ph type="sldNum" sz="quarter" idx="12"/>
          </p:nvPr>
        </p:nvSpPr>
        <p:spPr/>
        <p:txBody>
          <a:bodyPr/>
          <a:lstStyle/>
          <a:p>
            <a:fld id="{96D85B43-D788-46F7-A773-91C165729B06}" type="slidenum">
              <a:rPr lang="en-US" smtClean="0"/>
              <a:t>1</a:t>
            </a:fld>
            <a:endParaRPr lang="en-US"/>
          </a:p>
        </p:txBody>
      </p:sp>
    </p:spTree>
    <p:extLst>
      <p:ext uri="{BB962C8B-B14F-4D97-AF65-F5344CB8AC3E}">
        <p14:creationId xmlns:p14="http://schemas.microsoft.com/office/powerpoint/2010/main" val="123558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2A92E31E-24E9-008F-BFC1-BDEDC469B357}"/>
              </a:ext>
            </a:extLst>
          </p:cNvPr>
          <p:cNvSpPr>
            <a:spLocks noGrp="1"/>
          </p:cNvSpPr>
          <p:nvPr>
            <p:ph idx="1"/>
          </p:nvPr>
        </p:nvSpPr>
        <p:spPr/>
        <p:txBody>
          <a:bodyPr/>
          <a:lstStyle/>
          <a:p>
            <a:r>
              <a:rPr lang="en-US" sz="3200" dirty="0"/>
              <a:t>Income shifting via the Joint Return</a:t>
            </a:r>
          </a:p>
          <a:p>
            <a:r>
              <a:rPr lang="en-US" sz="3200" dirty="0"/>
              <a:t>Income shifting outside of the Joint Return, including trusts</a:t>
            </a:r>
          </a:p>
          <a:p>
            <a:r>
              <a:rPr lang="en-US" sz="3200" dirty="0"/>
              <a:t>Income shifting in the fractured family</a:t>
            </a:r>
          </a:p>
          <a:p>
            <a:endParaRPr lang="en-US" dirty="0"/>
          </a:p>
        </p:txBody>
      </p:sp>
      <p:sp>
        <p:nvSpPr>
          <p:cNvPr id="6" name="Title 5">
            <a:extLst>
              <a:ext uri="{FF2B5EF4-FFF2-40B4-BE49-F238E27FC236}">
                <a16:creationId xmlns:a16="http://schemas.microsoft.com/office/drawing/2014/main" id="{5D54EFFC-7FD5-9DFC-37E4-7FC70DF2BCF4}"/>
              </a:ext>
            </a:extLst>
          </p:cNvPr>
          <p:cNvSpPr>
            <a:spLocks noGrp="1"/>
          </p:cNvSpPr>
          <p:nvPr>
            <p:ph type="title"/>
          </p:nvPr>
        </p:nvSpPr>
        <p:spPr/>
        <p:txBody>
          <a:bodyPr/>
          <a:lstStyle/>
          <a:p>
            <a:r>
              <a:rPr lang="en-US" dirty="0"/>
              <a:t>Income Shifting in Families	</a:t>
            </a:r>
          </a:p>
        </p:txBody>
      </p:sp>
      <p:sp>
        <p:nvSpPr>
          <p:cNvPr id="5" name="Slide Number Placeholder 4">
            <a:extLst>
              <a:ext uri="{FF2B5EF4-FFF2-40B4-BE49-F238E27FC236}">
                <a16:creationId xmlns:a16="http://schemas.microsoft.com/office/drawing/2014/main" id="{20AA8663-5E2A-7C39-D26B-DC94A23CB762}"/>
              </a:ext>
            </a:extLst>
          </p:cNvPr>
          <p:cNvSpPr>
            <a:spLocks noGrp="1"/>
          </p:cNvSpPr>
          <p:nvPr>
            <p:ph type="sldNum" sz="quarter" idx="10"/>
          </p:nvPr>
        </p:nvSpPr>
        <p:spPr/>
        <p:txBody>
          <a:bodyPr/>
          <a:lstStyle/>
          <a:p>
            <a:fld id="{96D85B43-D788-46F7-A773-91C165729B06}" type="slidenum">
              <a:rPr lang="en-US" smtClean="0"/>
              <a:t>2</a:t>
            </a:fld>
            <a:endParaRPr lang="en-US"/>
          </a:p>
        </p:txBody>
      </p:sp>
      <p:sp>
        <p:nvSpPr>
          <p:cNvPr id="4" name="Footer Placeholder 3">
            <a:extLst>
              <a:ext uri="{FF2B5EF4-FFF2-40B4-BE49-F238E27FC236}">
                <a16:creationId xmlns:a16="http://schemas.microsoft.com/office/drawing/2014/main" id="{06507617-B0E6-DF2A-0756-030639359D97}"/>
              </a:ext>
            </a:extLst>
          </p:cNvPr>
          <p:cNvSpPr>
            <a:spLocks noGrp="1"/>
          </p:cNvSpPr>
          <p:nvPr>
            <p:ph type="ftr" sz="quarter" idx="11"/>
          </p:nvPr>
        </p:nvSpPr>
        <p:spPr/>
        <p:txBody>
          <a:bodyPr/>
          <a:lstStyle/>
          <a:p>
            <a:r>
              <a:rPr lang="en-US"/>
              <a:t>Income Shifting in Families</a:t>
            </a:r>
          </a:p>
        </p:txBody>
      </p:sp>
    </p:spTree>
    <p:extLst>
      <p:ext uri="{BB962C8B-B14F-4D97-AF65-F5344CB8AC3E}">
        <p14:creationId xmlns:p14="http://schemas.microsoft.com/office/powerpoint/2010/main" val="2834683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4921AB-AE17-7639-8934-77D02F586210}"/>
              </a:ext>
            </a:extLst>
          </p:cNvPr>
          <p:cNvSpPr>
            <a:spLocks noGrp="1"/>
          </p:cNvSpPr>
          <p:nvPr>
            <p:ph idx="1"/>
          </p:nvPr>
        </p:nvSpPr>
        <p:spPr>
          <a:xfrm>
            <a:off x="6977270" y="1292086"/>
            <a:ext cx="4812394" cy="3985591"/>
          </a:xfrm>
          <a:ln w="31750">
            <a:solidFill>
              <a:schemeClr val="accent1"/>
            </a:solidFill>
          </a:ln>
        </p:spPr>
        <p:txBody>
          <a:bodyPr>
            <a:normAutofit lnSpcReduction="10000"/>
          </a:bodyPr>
          <a:lstStyle/>
          <a:p>
            <a:pPr marL="0" indent="0">
              <a:buNone/>
            </a:pPr>
            <a:r>
              <a:rPr lang="en-US" sz="2000" dirty="0"/>
              <a:t>“</a:t>
            </a:r>
            <a:r>
              <a:rPr lang="en-US" sz="2000" i="1" dirty="0"/>
              <a:t>that any property either of us now has or may hereafter acquire … in any way, either by earnings (including salaries, fees, etc.), or any rights by contract or otherwise, during the existence of our marriage, or which we or either of us may receive by gift, bequest, devise, or inheritance, and all the proceeds, issues, and profits of any and all such property shall be treated and considered and hereby is declared to be received, held, taken, and owned by us </a:t>
            </a:r>
            <a:r>
              <a:rPr lang="en-US" sz="2000" b="1" i="1" dirty="0"/>
              <a:t>as joint tenants</a:t>
            </a:r>
            <a:r>
              <a:rPr lang="en-US" sz="2000" i="1" dirty="0"/>
              <a:t>, and not otherwise, with the right of survivorship.”</a:t>
            </a:r>
          </a:p>
          <a:p>
            <a:endParaRPr lang="en-US" dirty="0"/>
          </a:p>
        </p:txBody>
      </p:sp>
      <p:sp>
        <p:nvSpPr>
          <p:cNvPr id="3" name="Title 2">
            <a:extLst>
              <a:ext uri="{FF2B5EF4-FFF2-40B4-BE49-F238E27FC236}">
                <a16:creationId xmlns:a16="http://schemas.microsoft.com/office/drawing/2014/main" id="{EE043A9B-F6A7-0103-EBF8-46FB90BFAE5C}"/>
              </a:ext>
            </a:extLst>
          </p:cNvPr>
          <p:cNvSpPr>
            <a:spLocks noGrp="1"/>
          </p:cNvSpPr>
          <p:nvPr>
            <p:ph type="title"/>
          </p:nvPr>
        </p:nvSpPr>
        <p:spPr/>
        <p:txBody>
          <a:bodyPr/>
          <a:lstStyle/>
          <a:p>
            <a:r>
              <a:rPr lang="en-US" i="1" dirty="0"/>
              <a:t>Lucas v. Earl,</a:t>
            </a:r>
            <a:r>
              <a:rPr lang="en-US" dirty="0"/>
              <a:t> 281 U.S. 111 (1930)</a:t>
            </a:r>
            <a:endParaRPr lang="en-US" i="1" dirty="0"/>
          </a:p>
        </p:txBody>
      </p:sp>
      <p:sp>
        <p:nvSpPr>
          <p:cNvPr id="4" name="Slide Number Placeholder 3">
            <a:extLst>
              <a:ext uri="{FF2B5EF4-FFF2-40B4-BE49-F238E27FC236}">
                <a16:creationId xmlns:a16="http://schemas.microsoft.com/office/drawing/2014/main" id="{5361E75E-E662-72B5-E95E-3A2BF8B0E10D}"/>
              </a:ext>
            </a:extLst>
          </p:cNvPr>
          <p:cNvSpPr>
            <a:spLocks noGrp="1"/>
          </p:cNvSpPr>
          <p:nvPr>
            <p:ph type="sldNum" sz="quarter" idx="10"/>
          </p:nvPr>
        </p:nvSpPr>
        <p:spPr/>
        <p:txBody>
          <a:bodyPr/>
          <a:lstStyle/>
          <a:p>
            <a:fld id="{7B3E355C-57B9-BC4B-95D8-406A1F834537}" type="slidenum">
              <a:rPr lang="en-US" altLang="en-US" smtClean="0"/>
              <a:pPr/>
              <a:t>3</a:t>
            </a:fld>
            <a:endParaRPr lang="en-US" altLang="en-US"/>
          </a:p>
        </p:txBody>
      </p:sp>
      <p:sp>
        <p:nvSpPr>
          <p:cNvPr id="5" name="Footer Placeholder 4">
            <a:extLst>
              <a:ext uri="{FF2B5EF4-FFF2-40B4-BE49-F238E27FC236}">
                <a16:creationId xmlns:a16="http://schemas.microsoft.com/office/drawing/2014/main" id="{FDE8A179-A96D-EA26-3C62-F3110977934C}"/>
              </a:ext>
            </a:extLst>
          </p:cNvPr>
          <p:cNvSpPr>
            <a:spLocks noGrp="1"/>
          </p:cNvSpPr>
          <p:nvPr>
            <p:ph type="ftr" sz="quarter" idx="11"/>
          </p:nvPr>
        </p:nvSpPr>
        <p:spPr/>
        <p:txBody>
          <a:bodyPr/>
          <a:lstStyle/>
          <a:p>
            <a:pPr>
              <a:defRPr/>
            </a:pPr>
            <a:r>
              <a:rPr lang="en-US"/>
              <a:t>Income Shifting in Families</a:t>
            </a:r>
            <a:endParaRPr lang="en-US" dirty="0"/>
          </a:p>
        </p:txBody>
      </p:sp>
      <p:pic>
        <p:nvPicPr>
          <p:cNvPr id="8" name="Picture 7" descr="A person and person standing together&#10;&#10;AI-generated content may be incorrect.">
            <a:extLst>
              <a:ext uri="{FF2B5EF4-FFF2-40B4-BE49-F238E27FC236}">
                <a16:creationId xmlns:a16="http://schemas.microsoft.com/office/drawing/2014/main" id="{9632BD34-6941-B843-1E3F-CB3E5B1B43D9}"/>
              </a:ext>
            </a:extLst>
          </p:cNvPr>
          <p:cNvPicPr>
            <a:picLocks noChangeAspect="1"/>
          </p:cNvPicPr>
          <p:nvPr/>
        </p:nvPicPr>
        <p:blipFill>
          <a:blip r:embed="rId2"/>
          <a:srcRect b="9517"/>
          <a:stretch/>
        </p:blipFill>
        <p:spPr>
          <a:xfrm>
            <a:off x="876194" y="998118"/>
            <a:ext cx="3901391" cy="4853310"/>
          </a:xfrm>
          <a:prstGeom prst="rect">
            <a:avLst/>
          </a:prstGeom>
        </p:spPr>
      </p:pic>
      <p:cxnSp>
        <p:nvCxnSpPr>
          <p:cNvPr id="10" name="Straight Arrow Connector 9">
            <a:extLst>
              <a:ext uri="{FF2B5EF4-FFF2-40B4-BE49-F238E27FC236}">
                <a16:creationId xmlns:a16="http://schemas.microsoft.com/office/drawing/2014/main" id="{8DFFE502-1DC3-C3C4-C1F1-63C5C63F6A0F}"/>
              </a:ext>
            </a:extLst>
          </p:cNvPr>
          <p:cNvCxnSpPr>
            <a:cxnSpLocks/>
            <a:stCxn id="2" idx="1"/>
          </p:cNvCxnSpPr>
          <p:nvPr/>
        </p:nvCxnSpPr>
        <p:spPr>
          <a:xfrm flipH="1" flipV="1">
            <a:off x="5088835" y="2517913"/>
            <a:ext cx="1888435" cy="766969"/>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3A9598D-3538-8698-9F1D-4004AC58F140}"/>
              </a:ext>
            </a:extLst>
          </p:cNvPr>
          <p:cNvCxnSpPr>
            <a:cxnSpLocks/>
            <a:stCxn id="2" idx="1"/>
          </p:cNvCxnSpPr>
          <p:nvPr/>
        </p:nvCxnSpPr>
        <p:spPr>
          <a:xfrm flipH="1">
            <a:off x="5088835" y="3284882"/>
            <a:ext cx="1888435" cy="745609"/>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4DDA1ED-E7F2-C262-F801-4F8224A1BB5D}"/>
              </a:ext>
            </a:extLst>
          </p:cNvPr>
          <p:cNvSpPr txBox="1"/>
          <p:nvPr/>
        </p:nvSpPr>
        <p:spPr>
          <a:xfrm>
            <a:off x="5241434" y="2291855"/>
            <a:ext cx="1353447" cy="369332"/>
          </a:xfrm>
          <a:prstGeom prst="rect">
            <a:avLst/>
          </a:prstGeom>
          <a:noFill/>
        </p:spPr>
        <p:txBody>
          <a:bodyPr wrap="none" rtlCol="0">
            <a:spAutoFit/>
          </a:bodyPr>
          <a:lstStyle/>
          <a:p>
            <a:r>
              <a:rPr lang="en-US" dirty="0"/>
              <a:t>50% Mr. Earl</a:t>
            </a:r>
          </a:p>
        </p:txBody>
      </p:sp>
      <p:sp>
        <p:nvSpPr>
          <p:cNvPr id="20" name="TextBox 19">
            <a:extLst>
              <a:ext uri="{FF2B5EF4-FFF2-40B4-BE49-F238E27FC236}">
                <a16:creationId xmlns:a16="http://schemas.microsoft.com/office/drawing/2014/main" id="{829AED51-CE7A-AA7B-5EA5-E63462CCEF64}"/>
              </a:ext>
            </a:extLst>
          </p:cNvPr>
          <p:cNvSpPr txBox="1"/>
          <p:nvPr/>
        </p:nvSpPr>
        <p:spPr>
          <a:xfrm>
            <a:off x="5323624" y="3845825"/>
            <a:ext cx="1462452" cy="369332"/>
          </a:xfrm>
          <a:prstGeom prst="rect">
            <a:avLst/>
          </a:prstGeom>
          <a:noFill/>
        </p:spPr>
        <p:txBody>
          <a:bodyPr wrap="none" rtlCol="0">
            <a:spAutoFit/>
          </a:bodyPr>
          <a:lstStyle/>
          <a:p>
            <a:r>
              <a:rPr lang="en-US" dirty="0"/>
              <a:t>50% Mrs. Earl</a:t>
            </a:r>
          </a:p>
        </p:txBody>
      </p:sp>
    </p:spTree>
    <p:extLst>
      <p:ext uri="{BB962C8B-B14F-4D97-AF65-F5344CB8AC3E}">
        <p14:creationId xmlns:p14="http://schemas.microsoft.com/office/powerpoint/2010/main" val="3066996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2">
                                            <p:bg/>
                                          </p:spTgt>
                                        </p:tgtEl>
                                        <p:attrNameLst>
                                          <p:attrName>style.visibility</p:attrName>
                                        </p:attrNameLst>
                                      </p:cBhvr>
                                      <p:to>
                                        <p:strVal val="visible"/>
                                      </p:to>
                                    </p:set>
                                  </p:childTnLst>
                                </p:cTn>
                              </p:par>
                              <p:par>
                                <p:cTn id="13" presetID="1" presetClass="entr" presetSubtype="0" fill="hold" grpId="1" nodeType="with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2" grpId="1" build="p" animBg="1"/>
      <p:bldP spid="18" grpId="0"/>
      <p:bldP spid="2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17AAAD-4142-4024-7D5F-EBAE44A75D30}"/>
              </a:ext>
            </a:extLst>
          </p:cNvPr>
          <p:cNvSpPr>
            <a:spLocks noGrp="1"/>
          </p:cNvSpPr>
          <p:nvPr>
            <p:ph idx="1"/>
          </p:nvPr>
        </p:nvSpPr>
        <p:spPr/>
        <p:txBody>
          <a:bodyPr/>
          <a:lstStyle/>
          <a:p>
            <a:r>
              <a:rPr lang="en-US" sz="2800" dirty="0"/>
              <a:t>What were the Earls trying to achieve?</a:t>
            </a:r>
          </a:p>
          <a:p>
            <a:endParaRPr lang="en-US" sz="2800" dirty="0"/>
          </a:p>
          <a:p>
            <a:r>
              <a:rPr lang="en-US" sz="2800" dirty="0"/>
              <a:t>Assume two tax rates, 10% and 30%, that apply to married and single taxpayers, and each person files a separate return.  </a:t>
            </a:r>
          </a:p>
          <a:p>
            <a:endParaRPr lang="en-US" sz="2800" dirty="0"/>
          </a:p>
          <a:p>
            <a:r>
              <a:rPr lang="en-US" sz="2800" dirty="0"/>
              <a:t>The 10% rate applies to the first 10K of income and the 30% rate applies to any income in excess of 10K.</a:t>
            </a:r>
          </a:p>
          <a:p>
            <a:endParaRPr lang="en-US" sz="2800" dirty="0"/>
          </a:p>
          <a:p>
            <a:r>
              <a:rPr lang="en-US" sz="2800" dirty="0"/>
              <a:t>Assume Mr. Earl earns 20K and the contract is effective to split his income with his wife.  What are the consequences to the Earls?  </a:t>
            </a:r>
          </a:p>
          <a:p>
            <a:endParaRPr lang="en-US" dirty="0"/>
          </a:p>
        </p:txBody>
      </p:sp>
      <p:sp>
        <p:nvSpPr>
          <p:cNvPr id="3" name="Title 2">
            <a:extLst>
              <a:ext uri="{FF2B5EF4-FFF2-40B4-BE49-F238E27FC236}">
                <a16:creationId xmlns:a16="http://schemas.microsoft.com/office/drawing/2014/main" id="{227B2E3D-EF5A-324C-15C5-C131DE1035B8}"/>
              </a:ext>
            </a:extLst>
          </p:cNvPr>
          <p:cNvSpPr>
            <a:spLocks noGrp="1"/>
          </p:cNvSpPr>
          <p:nvPr>
            <p:ph type="title"/>
          </p:nvPr>
        </p:nvSpPr>
        <p:spPr/>
        <p:txBody>
          <a:bodyPr/>
          <a:lstStyle/>
          <a:p>
            <a:r>
              <a:rPr lang="en-US" i="1" dirty="0"/>
              <a:t>Lucas v. Earl,</a:t>
            </a:r>
            <a:r>
              <a:rPr lang="en-US" dirty="0"/>
              <a:t> 281 U.S. 111 (1930)</a:t>
            </a:r>
          </a:p>
        </p:txBody>
      </p:sp>
      <p:sp>
        <p:nvSpPr>
          <p:cNvPr id="4" name="Slide Number Placeholder 3">
            <a:extLst>
              <a:ext uri="{FF2B5EF4-FFF2-40B4-BE49-F238E27FC236}">
                <a16:creationId xmlns:a16="http://schemas.microsoft.com/office/drawing/2014/main" id="{87D1A54F-33DB-E45E-0D48-3776F9C066B2}"/>
              </a:ext>
            </a:extLst>
          </p:cNvPr>
          <p:cNvSpPr>
            <a:spLocks noGrp="1"/>
          </p:cNvSpPr>
          <p:nvPr>
            <p:ph type="sldNum" sz="quarter" idx="10"/>
          </p:nvPr>
        </p:nvSpPr>
        <p:spPr/>
        <p:txBody>
          <a:bodyPr/>
          <a:lstStyle/>
          <a:p>
            <a:fld id="{7B3E355C-57B9-BC4B-95D8-406A1F834537}" type="slidenum">
              <a:rPr lang="en-US" altLang="en-US" smtClean="0"/>
              <a:pPr/>
              <a:t>4</a:t>
            </a:fld>
            <a:endParaRPr lang="en-US" altLang="en-US"/>
          </a:p>
        </p:txBody>
      </p:sp>
      <p:sp>
        <p:nvSpPr>
          <p:cNvPr id="5" name="Footer Placeholder 4">
            <a:extLst>
              <a:ext uri="{FF2B5EF4-FFF2-40B4-BE49-F238E27FC236}">
                <a16:creationId xmlns:a16="http://schemas.microsoft.com/office/drawing/2014/main" id="{1DCE429F-63D7-F395-2598-700D246A8EEA}"/>
              </a:ext>
            </a:extLst>
          </p:cNvPr>
          <p:cNvSpPr>
            <a:spLocks noGrp="1"/>
          </p:cNvSpPr>
          <p:nvPr>
            <p:ph type="ftr" sz="quarter" idx="11"/>
          </p:nvPr>
        </p:nvSpPr>
        <p:spPr/>
        <p:txBody>
          <a:bodyPr/>
          <a:lstStyle/>
          <a:p>
            <a:pPr>
              <a:defRPr/>
            </a:pPr>
            <a:r>
              <a:rPr lang="en-US"/>
              <a:t>Income Shifting in Families</a:t>
            </a:r>
            <a:endParaRPr lang="en-US" dirty="0"/>
          </a:p>
        </p:txBody>
      </p:sp>
    </p:spTree>
    <p:extLst>
      <p:ext uri="{BB962C8B-B14F-4D97-AF65-F5344CB8AC3E}">
        <p14:creationId xmlns:p14="http://schemas.microsoft.com/office/powerpoint/2010/main" val="3482358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540AD-FF89-C3B6-EE89-97202977AA6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7F6D3CB-495B-EA33-9953-5AA4A5C6DB11}"/>
              </a:ext>
            </a:extLst>
          </p:cNvPr>
          <p:cNvSpPr>
            <a:spLocks noGrp="1"/>
          </p:cNvSpPr>
          <p:nvPr>
            <p:ph type="title"/>
          </p:nvPr>
        </p:nvSpPr>
        <p:spPr/>
        <p:txBody>
          <a:bodyPr/>
          <a:lstStyle/>
          <a:p>
            <a:r>
              <a:rPr lang="en-US" i="1" dirty="0"/>
              <a:t>Poe v. Seaborn,</a:t>
            </a:r>
            <a:r>
              <a:rPr lang="en-US" dirty="0"/>
              <a:t> 282 U.S. 101 (1930)</a:t>
            </a:r>
            <a:endParaRPr lang="en-US" i="1" dirty="0"/>
          </a:p>
        </p:txBody>
      </p:sp>
      <p:sp>
        <p:nvSpPr>
          <p:cNvPr id="4" name="Slide Number Placeholder 3">
            <a:extLst>
              <a:ext uri="{FF2B5EF4-FFF2-40B4-BE49-F238E27FC236}">
                <a16:creationId xmlns:a16="http://schemas.microsoft.com/office/drawing/2014/main" id="{CCD3F038-620A-91D5-8441-EABBFE4A5A3A}"/>
              </a:ext>
            </a:extLst>
          </p:cNvPr>
          <p:cNvSpPr>
            <a:spLocks noGrp="1"/>
          </p:cNvSpPr>
          <p:nvPr>
            <p:ph type="sldNum" sz="quarter" idx="10"/>
          </p:nvPr>
        </p:nvSpPr>
        <p:spPr/>
        <p:txBody>
          <a:bodyPr/>
          <a:lstStyle/>
          <a:p>
            <a:fld id="{7B3E355C-57B9-BC4B-95D8-406A1F834537}" type="slidenum">
              <a:rPr lang="en-US" altLang="en-US" smtClean="0"/>
              <a:pPr/>
              <a:t>5</a:t>
            </a:fld>
            <a:endParaRPr lang="en-US" altLang="en-US"/>
          </a:p>
        </p:txBody>
      </p:sp>
      <p:sp>
        <p:nvSpPr>
          <p:cNvPr id="5" name="Footer Placeholder 4">
            <a:extLst>
              <a:ext uri="{FF2B5EF4-FFF2-40B4-BE49-F238E27FC236}">
                <a16:creationId xmlns:a16="http://schemas.microsoft.com/office/drawing/2014/main" id="{B2992FF1-2F74-6555-2E1B-6B61B5746062}"/>
              </a:ext>
            </a:extLst>
          </p:cNvPr>
          <p:cNvSpPr>
            <a:spLocks noGrp="1"/>
          </p:cNvSpPr>
          <p:nvPr>
            <p:ph type="ftr" sz="quarter" idx="11"/>
          </p:nvPr>
        </p:nvSpPr>
        <p:spPr/>
        <p:txBody>
          <a:bodyPr/>
          <a:lstStyle/>
          <a:p>
            <a:pPr>
              <a:defRPr/>
            </a:pPr>
            <a:r>
              <a:rPr lang="en-US"/>
              <a:t>Income Shifting in Families</a:t>
            </a:r>
            <a:endParaRPr lang="en-US" dirty="0"/>
          </a:p>
        </p:txBody>
      </p:sp>
      <p:pic>
        <p:nvPicPr>
          <p:cNvPr id="8" name="Picture 7" descr="A person and person standing together&#10;&#10;AI-generated content may be incorrect.">
            <a:extLst>
              <a:ext uri="{FF2B5EF4-FFF2-40B4-BE49-F238E27FC236}">
                <a16:creationId xmlns:a16="http://schemas.microsoft.com/office/drawing/2014/main" id="{9EE68742-CA09-08A6-45BF-248E8E01C0B0}"/>
              </a:ext>
            </a:extLst>
          </p:cNvPr>
          <p:cNvPicPr>
            <a:picLocks noChangeAspect="1"/>
          </p:cNvPicPr>
          <p:nvPr/>
        </p:nvPicPr>
        <p:blipFill>
          <a:blip r:embed="rId2"/>
          <a:srcRect b="9517"/>
          <a:stretch/>
        </p:blipFill>
        <p:spPr>
          <a:xfrm>
            <a:off x="876194" y="998118"/>
            <a:ext cx="3901391" cy="4853310"/>
          </a:xfrm>
          <a:prstGeom prst="rect">
            <a:avLst/>
          </a:prstGeom>
        </p:spPr>
      </p:pic>
      <p:cxnSp>
        <p:nvCxnSpPr>
          <p:cNvPr id="10" name="Straight Arrow Connector 9">
            <a:extLst>
              <a:ext uri="{FF2B5EF4-FFF2-40B4-BE49-F238E27FC236}">
                <a16:creationId xmlns:a16="http://schemas.microsoft.com/office/drawing/2014/main" id="{847E6174-AC87-E086-B6E7-7F9296145FFB}"/>
              </a:ext>
            </a:extLst>
          </p:cNvPr>
          <p:cNvCxnSpPr>
            <a:cxnSpLocks/>
          </p:cNvCxnSpPr>
          <p:nvPr/>
        </p:nvCxnSpPr>
        <p:spPr>
          <a:xfrm flipH="1" flipV="1">
            <a:off x="5088835" y="2517913"/>
            <a:ext cx="1888435" cy="766969"/>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6F03B05-1235-1C67-012A-D3233E596630}"/>
              </a:ext>
            </a:extLst>
          </p:cNvPr>
          <p:cNvCxnSpPr>
            <a:cxnSpLocks/>
          </p:cNvCxnSpPr>
          <p:nvPr/>
        </p:nvCxnSpPr>
        <p:spPr>
          <a:xfrm flipH="1">
            <a:off x="5088835" y="3284882"/>
            <a:ext cx="1888435" cy="745609"/>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DA76BC9-27BF-392C-2CAC-27B6E99EB7C9}"/>
              </a:ext>
            </a:extLst>
          </p:cNvPr>
          <p:cNvSpPr txBox="1"/>
          <p:nvPr/>
        </p:nvSpPr>
        <p:spPr>
          <a:xfrm>
            <a:off x="5241434" y="2291855"/>
            <a:ext cx="1778885" cy="369332"/>
          </a:xfrm>
          <a:prstGeom prst="rect">
            <a:avLst/>
          </a:prstGeom>
          <a:noFill/>
        </p:spPr>
        <p:txBody>
          <a:bodyPr wrap="none" rtlCol="0">
            <a:spAutoFit/>
          </a:bodyPr>
          <a:lstStyle/>
          <a:p>
            <a:r>
              <a:rPr lang="en-US" dirty="0"/>
              <a:t>50% Mr. Seaborn</a:t>
            </a:r>
          </a:p>
        </p:txBody>
      </p:sp>
      <p:sp>
        <p:nvSpPr>
          <p:cNvPr id="20" name="TextBox 19">
            <a:extLst>
              <a:ext uri="{FF2B5EF4-FFF2-40B4-BE49-F238E27FC236}">
                <a16:creationId xmlns:a16="http://schemas.microsoft.com/office/drawing/2014/main" id="{2C66C266-4F54-C9CD-097D-1C0F577776F2}"/>
              </a:ext>
            </a:extLst>
          </p:cNvPr>
          <p:cNvSpPr txBox="1"/>
          <p:nvPr/>
        </p:nvSpPr>
        <p:spPr>
          <a:xfrm>
            <a:off x="5323624" y="3845825"/>
            <a:ext cx="1940788" cy="369332"/>
          </a:xfrm>
          <a:prstGeom prst="rect">
            <a:avLst/>
          </a:prstGeom>
          <a:noFill/>
        </p:spPr>
        <p:txBody>
          <a:bodyPr wrap="none" rtlCol="0">
            <a:spAutoFit/>
          </a:bodyPr>
          <a:lstStyle/>
          <a:p>
            <a:r>
              <a:rPr lang="en-US" dirty="0"/>
              <a:t>50% Mrs. Seaborn</a:t>
            </a:r>
          </a:p>
        </p:txBody>
      </p:sp>
      <p:pic>
        <p:nvPicPr>
          <p:cNvPr id="2050" name="Picture 2" descr="20 Cities In Washington State To Visit In 2025 - See To Believe!">
            <a:extLst>
              <a:ext uri="{FF2B5EF4-FFF2-40B4-BE49-F238E27FC236}">
                <a16:creationId xmlns:a16="http://schemas.microsoft.com/office/drawing/2014/main" id="{7128CC7F-B601-BF0F-9499-6742E5243DC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129869" y="1373394"/>
            <a:ext cx="4659795" cy="3822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1345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F4526-9A05-B404-6931-00AB2DCA1C0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750BE9-30EF-8BFF-8D5C-92763ED6ACEE}"/>
              </a:ext>
            </a:extLst>
          </p:cNvPr>
          <p:cNvSpPr>
            <a:spLocks noGrp="1"/>
          </p:cNvSpPr>
          <p:nvPr>
            <p:ph idx="1"/>
          </p:nvPr>
        </p:nvSpPr>
        <p:spPr/>
        <p:txBody>
          <a:bodyPr/>
          <a:lstStyle/>
          <a:p>
            <a:r>
              <a:rPr lang="en-US" sz="3200" dirty="0"/>
              <a:t>Until 1948, equal-income, one-earner married couples living in community property states paid less tax than couples living in non-community property states.  </a:t>
            </a:r>
          </a:p>
          <a:p>
            <a:pPr lvl="1"/>
            <a:r>
              <a:rPr lang="en-US" sz="2800" dirty="0"/>
              <a:t>Why?  By splitting income, couple in community property states were able to use the lower rate(s) two times. </a:t>
            </a:r>
          </a:p>
          <a:p>
            <a:pPr lvl="2"/>
            <a:r>
              <a:rPr lang="en-US" sz="2800" dirty="0"/>
              <a:t>Earls in community property state: 10K * 10% (1K) + 10K * 10% (1K), or 2K total tax</a:t>
            </a:r>
          </a:p>
          <a:p>
            <a:pPr lvl="2"/>
            <a:r>
              <a:rPr lang="en-US" sz="2800" dirty="0"/>
              <a:t>Earls in non-community property state: 10K * 10% (1K) + 10K * 30% (3K) or 4K total tax</a:t>
            </a:r>
          </a:p>
          <a:p>
            <a:pPr marL="0" indent="0">
              <a:buNone/>
            </a:pPr>
            <a:endParaRPr lang="en-US" sz="2800" dirty="0"/>
          </a:p>
        </p:txBody>
      </p:sp>
      <p:sp>
        <p:nvSpPr>
          <p:cNvPr id="3" name="Title 2">
            <a:extLst>
              <a:ext uri="{FF2B5EF4-FFF2-40B4-BE49-F238E27FC236}">
                <a16:creationId xmlns:a16="http://schemas.microsoft.com/office/drawing/2014/main" id="{2F45DA5B-148E-6F17-F871-7FBB63854172}"/>
              </a:ext>
            </a:extLst>
          </p:cNvPr>
          <p:cNvSpPr>
            <a:spLocks noGrp="1"/>
          </p:cNvSpPr>
          <p:nvPr>
            <p:ph type="title"/>
          </p:nvPr>
        </p:nvSpPr>
        <p:spPr/>
        <p:txBody>
          <a:bodyPr/>
          <a:lstStyle/>
          <a:p>
            <a:r>
              <a:rPr lang="en-US" i="1" dirty="0"/>
              <a:t>Marriage Penalties and Bonuses</a:t>
            </a:r>
            <a:endParaRPr lang="en-US" dirty="0"/>
          </a:p>
        </p:txBody>
      </p:sp>
      <p:sp>
        <p:nvSpPr>
          <p:cNvPr id="4" name="Slide Number Placeholder 3">
            <a:extLst>
              <a:ext uri="{FF2B5EF4-FFF2-40B4-BE49-F238E27FC236}">
                <a16:creationId xmlns:a16="http://schemas.microsoft.com/office/drawing/2014/main" id="{382FF26C-C113-7CE4-CDD9-6A17CF8F582D}"/>
              </a:ext>
            </a:extLst>
          </p:cNvPr>
          <p:cNvSpPr>
            <a:spLocks noGrp="1"/>
          </p:cNvSpPr>
          <p:nvPr>
            <p:ph type="sldNum" sz="quarter" idx="10"/>
          </p:nvPr>
        </p:nvSpPr>
        <p:spPr/>
        <p:txBody>
          <a:bodyPr/>
          <a:lstStyle/>
          <a:p>
            <a:fld id="{7B3E355C-57B9-BC4B-95D8-406A1F834537}" type="slidenum">
              <a:rPr lang="en-US" altLang="en-US" smtClean="0"/>
              <a:pPr/>
              <a:t>6</a:t>
            </a:fld>
            <a:endParaRPr lang="en-US" altLang="en-US"/>
          </a:p>
        </p:txBody>
      </p:sp>
      <p:sp>
        <p:nvSpPr>
          <p:cNvPr id="5" name="Footer Placeholder 4">
            <a:extLst>
              <a:ext uri="{FF2B5EF4-FFF2-40B4-BE49-F238E27FC236}">
                <a16:creationId xmlns:a16="http://schemas.microsoft.com/office/drawing/2014/main" id="{EC0B5DF4-61AC-B41B-75E5-442730F16ADC}"/>
              </a:ext>
            </a:extLst>
          </p:cNvPr>
          <p:cNvSpPr>
            <a:spLocks noGrp="1"/>
          </p:cNvSpPr>
          <p:nvPr>
            <p:ph type="ftr" sz="quarter" idx="11"/>
          </p:nvPr>
        </p:nvSpPr>
        <p:spPr/>
        <p:txBody>
          <a:bodyPr/>
          <a:lstStyle/>
          <a:p>
            <a:pPr>
              <a:defRPr/>
            </a:pPr>
            <a:r>
              <a:rPr lang="en-US"/>
              <a:t>Income Shifting in Families</a:t>
            </a:r>
            <a:endParaRPr lang="en-US" dirty="0"/>
          </a:p>
        </p:txBody>
      </p:sp>
    </p:spTree>
    <p:extLst>
      <p:ext uri="{BB962C8B-B14F-4D97-AF65-F5344CB8AC3E}">
        <p14:creationId xmlns:p14="http://schemas.microsoft.com/office/powerpoint/2010/main" val="4259792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AC7FA8-2761-1473-8C12-54748EFA7A6B}"/>
              </a:ext>
            </a:extLst>
          </p:cNvPr>
          <p:cNvSpPr>
            <a:spLocks noGrp="1"/>
          </p:cNvSpPr>
          <p:nvPr>
            <p:ph idx="1"/>
          </p:nvPr>
        </p:nvSpPr>
        <p:spPr/>
        <p:txBody>
          <a:bodyPr/>
          <a:lstStyle/>
          <a:p>
            <a:r>
              <a:rPr lang="en-US" sz="3200" dirty="0"/>
              <a:t>In 1948, creation of new rate schedule, </a:t>
            </a:r>
            <a:r>
              <a:rPr lang="en-US" sz="3200" b="1" i="1" dirty="0"/>
              <a:t>married filing jointly</a:t>
            </a:r>
          </a:p>
          <a:p>
            <a:pPr lvl="1"/>
            <a:r>
              <a:rPr lang="en-US" sz="3000" b="1" dirty="0"/>
              <a:t>Goal</a:t>
            </a:r>
            <a:r>
              <a:rPr lang="en-US" sz="3000" dirty="0"/>
              <a:t>: provide married couples in common law states the same income splitting benefits as married couples in community property states.</a:t>
            </a:r>
          </a:p>
          <a:p>
            <a:pPr lvl="1"/>
            <a:r>
              <a:rPr lang="en-US" sz="3000" dirty="0"/>
              <a:t>Married couples would pay </a:t>
            </a:r>
            <a:r>
              <a:rPr lang="en-US" sz="3000" i="1" u="sng" dirty="0"/>
              <a:t>2x the tax of a single taxpayer earning one-half of couple’s aggregate income</a:t>
            </a:r>
          </a:p>
          <a:p>
            <a:pPr lvl="1"/>
            <a:r>
              <a:rPr lang="en-US" sz="3000" dirty="0"/>
              <a:t>Earls MFJ:  </a:t>
            </a:r>
          </a:p>
          <a:p>
            <a:pPr lvl="2"/>
            <a:r>
              <a:rPr lang="en-US" sz="3000" dirty="0"/>
              <a:t>½ of income of 20K is 10K; </a:t>
            </a:r>
          </a:p>
          <a:p>
            <a:pPr lvl="2"/>
            <a:r>
              <a:rPr lang="en-US" sz="3000" dirty="0"/>
              <a:t>tax is 10% * 10K, or 1K, </a:t>
            </a:r>
          </a:p>
          <a:p>
            <a:pPr lvl="2"/>
            <a:r>
              <a:rPr lang="en-US" sz="3000" dirty="0"/>
              <a:t>so MJF is 2 * 1K or 2K, the same as a couple in a community property state who earned the same income </a:t>
            </a:r>
          </a:p>
          <a:p>
            <a:endParaRPr lang="en-US" dirty="0"/>
          </a:p>
        </p:txBody>
      </p:sp>
      <p:sp>
        <p:nvSpPr>
          <p:cNvPr id="3" name="Title 2">
            <a:extLst>
              <a:ext uri="{FF2B5EF4-FFF2-40B4-BE49-F238E27FC236}">
                <a16:creationId xmlns:a16="http://schemas.microsoft.com/office/drawing/2014/main" id="{B19605E9-2D61-841C-260A-59B34AE96A33}"/>
              </a:ext>
            </a:extLst>
          </p:cNvPr>
          <p:cNvSpPr>
            <a:spLocks noGrp="1"/>
          </p:cNvSpPr>
          <p:nvPr>
            <p:ph type="title"/>
          </p:nvPr>
        </p:nvSpPr>
        <p:spPr/>
        <p:txBody>
          <a:bodyPr/>
          <a:lstStyle/>
          <a:p>
            <a:r>
              <a:rPr lang="en-US" i="1" dirty="0"/>
              <a:t>Marriage Penalties and Bonuses</a:t>
            </a:r>
            <a:endParaRPr lang="en-US" dirty="0"/>
          </a:p>
        </p:txBody>
      </p:sp>
      <p:sp>
        <p:nvSpPr>
          <p:cNvPr id="4" name="Slide Number Placeholder 3">
            <a:extLst>
              <a:ext uri="{FF2B5EF4-FFF2-40B4-BE49-F238E27FC236}">
                <a16:creationId xmlns:a16="http://schemas.microsoft.com/office/drawing/2014/main" id="{460A3F01-3D55-FDAC-D46A-41503CB297C0}"/>
              </a:ext>
            </a:extLst>
          </p:cNvPr>
          <p:cNvSpPr>
            <a:spLocks noGrp="1"/>
          </p:cNvSpPr>
          <p:nvPr>
            <p:ph type="sldNum" sz="quarter" idx="10"/>
          </p:nvPr>
        </p:nvSpPr>
        <p:spPr/>
        <p:txBody>
          <a:bodyPr/>
          <a:lstStyle/>
          <a:p>
            <a:fld id="{7B3E355C-57B9-BC4B-95D8-406A1F834537}" type="slidenum">
              <a:rPr lang="en-US" altLang="en-US" smtClean="0"/>
              <a:pPr/>
              <a:t>7</a:t>
            </a:fld>
            <a:endParaRPr lang="en-US" altLang="en-US"/>
          </a:p>
        </p:txBody>
      </p:sp>
      <p:sp>
        <p:nvSpPr>
          <p:cNvPr id="5" name="Footer Placeholder 4">
            <a:extLst>
              <a:ext uri="{FF2B5EF4-FFF2-40B4-BE49-F238E27FC236}">
                <a16:creationId xmlns:a16="http://schemas.microsoft.com/office/drawing/2014/main" id="{1406B842-29BC-1B09-1098-7740F2C64237}"/>
              </a:ext>
            </a:extLst>
          </p:cNvPr>
          <p:cNvSpPr>
            <a:spLocks noGrp="1"/>
          </p:cNvSpPr>
          <p:nvPr>
            <p:ph type="ftr" sz="quarter" idx="11"/>
          </p:nvPr>
        </p:nvSpPr>
        <p:spPr/>
        <p:txBody>
          <a:bodyPr/>
          <a:lstStyle/>
          <a:p>
            <a:pPr>
              <a:defRPr/>
            </a:pPr>
            <a:r>
              <a:rPr lang="en-US"/>
              <a:t>Income Shifting in Families</a:t>
            </a:r>
            <a:endParaRPr lang="en-US" dirty="0"/>
          </a:p>
        </p:txBody>
      </p:sp>
    </p:spTree>
    <p:extLst>
      <p:ext uri="{BB962C8B-B14F-4D97-AF65-F5344CB8AC3E}">
        <p14:creationId xmlns:p14="http://schemas.microsoft.com/office/powerpoint/2010/main" val="2841869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EF95D2B-7C2F-B4EC-0A81-6D57D7CB0FD2}"/>
              </a:ext>
            </a:extLst>
          </p:cNvPr>
          <p:cNvSpPr>
            <a:spLocks noGrp="1"/>
          </p:cNvSpPr>
          <p:nvPr>
            <p:ph idx="1"/>
          </p:nvPr>
        </p:nvSpPr>
        <p:spPr/>
        <p:txBody>
          <a:bodyPr/>
          <a:lstStyle/>
          <a:p>
            <a:r>
              <a:rPr lang="en-US" sz="3200" dirty="0"/>
              <a:t>New MFJ rate equalized the taxes paid by equal-income couples living in common law and community property states.  But it created a </a:t>
            </a:r>
            <a:r>
              <a:rPr lang="en-US" sz="3200" b="1" i="1" dirty="0"/>
              <a:t>singles penalty</a:t>
            </a:r>
            <a:r>
              <a:rPr lang="en-US" sz="3200" dirty="0"/>
              <a:t> for single persons earning the same income as a married couple.  </a:t>
            </a:r>
          </a:p>
          <a:p>
            <a:r>
              <a:rPr lang="en-US" sz="3200" dirty="0"/>
              <a:t>One could also view this as a </a:t>
            </a:r>
            <a:r>
              <a:rPr lang="en-US" sz="3200" b="1" i="1" dirty="0"/>
              <a:t>marriage bonus</a:t>
            </a:r>
            <a:endParaRPr lang="en-US" sz="3200" dirty="0"/>
          </a:p>
          <a:p>
            <a:r>
              <a:rPr lang="en-US" sz="3200" dirty="0"/>
              <a:t>Single persons had to use the old rate schedule:</a:t>
            </a:r>
          </a:p>
          <a:p>
            <a:pPr lvl="1"/>
            <a:r>
              <a:rPr lang="en-US" sz="2800" dirty="0"/>
              <a:t>Jim earns 20K, and the same as the Earls. </a:t>
            </a:r>
          </a:p>
          <a:p>
            <a:pPr lvl="1"/>
            <a:r>
              <a:rPr lang="en-US" sz="2800" dirty="0"/>
              <a:t>Earls pay 2K of tax on 20K of income</a:t>
            </a:r>
          </a:p>
          <a:p>
            <a:pPr lvl="1"/>
            <a:r>
              <a:rPr lang="en-US" sz="2800" dirty="0"/>
              <a:t>Using single rate schedule, Jim pays: 10K * 10% (1K) + 10K * 30% (3K) or 4K total tax</a:t>
            </a:r>
            <a:endParaRPr lang="en-US" sz="3200" dirty="0"/>
          </a:p>
          <a:p>
            <a:pPr marL="228600" lvl="1" indent="0">
              <a:buNone/>
            </a:pPr>
            <a:endParaRPr lang="en-US" sz="2400" dirty="0"/>
          </a:p>
        </p:txBody>
      </p:sp>
      <p:sp>
        <p:nvSpPr>
          <p:cNvPr id="3" name="Title 2">
            <a:extLst>
              <a:ext uri="{FF2B5EF4-FFF2-40B4-BE49-F238E27FC236}">
                <a16:creationId xmlns:a16="http://schemas.microsoft.com/office/drawing/2014/main" id="{5A46D272-469D-84FE-3DF7-BA5A73CBA47E}"/>
              </a:ext>
            </a:extLst>
          </p:cNvPr>
          <p:cNvSpPr>
            <a:spLocks noGrp="1"/>
          </p:cNvSpPr>
          <p:nvPr>
            <p:ph type="title"/>
          </p:nvPr>
        </p:nvSpPr>
        <p:spPr/>
        <p:txBody>
          <a:bodyPr/>
          <a:lstStyle/>
          <a:p>
            <a:r>
              <a:rPr lang="en-US" i="1" dirty="0"/>
              <a:t>Marriage Penalties and Bonuses</a:t>
            </a:r>
            <a:endParaRPr lang="en-US" dirty="0"/>
          </a:p>
        </p:txBody>
      </p:sp>
      <p:sp>
        <p:nvSpPr>
          <p:cNvPr id="4" name="Slide Number Placeholder 3">
            <a:extLst>
              <a:ext uri="{FF2B5EF4-FFF2-40B4-BE49-F238E27FC236}">
                <a16:creationId xmlns:a16="http://schemas.microsoft.com/office/drawing/2014/main" id="{F42425BE-1269-B2D4-2514-F898AA355239}"/>
              </a:ext>
            </a:extLst>
          </p:cNvPr>
          <p:cNvSpPr>
            <a:spLocks noGrp="1"/>
          </p:cNvSpPr>
          <p:nvPr>
            <p:ph type="sldNum" sz="quarter" idx="10"/>
          </p:nvPr>
        </p:nvSpPr>
        <p:spPr/>
        <p:txBody>
          <a:bodyPr/>
          <a:lstStyle/>
          <a:p>
            <a:fld id="{7B3E355C-57B9-BC4B-95D8-406A1F834537}" type="slidenum">
              <a:rPr lang="en-US" altLang="en-US" smtClean="0"/>
              <a:pPr/>
              <a:t>8</a:t>
            </a:fld>
            <a:endParaRPr lang="en-US" altLang="en-US"/>
          </a:p>
        </p:txBody>
      </p:sp>
      <p:sp>
        <p:nvSpPr>
          <p:cNvPr id="5" name="Footer Placeholder 4">
            <a:extLst>
              <a:ext uri="{FF2B5EF4-FFF2-40B4-BE49-F238E27FC236}">
                <a16:creationId xmlns:a16="http://schemas.microsoft.com/office/drawing/2014/main" id="{F2C78E75-2843-5991-2354-E56ACA2FB900}"/>
              </a:ext>
            </a:extLst>
          </p:cNvPr>
          <p:cNvSpPr>
            <a:spLocks noGrp="1"/>
          </p:cNvSpPr>
          <p:nvPr>
            <p:ph type="ftr" sz="quarter" idx="11"/>
          </p:nvPr>
        </p:nvSpPr>
        <p:spPr/>
        <p:txBody>
          <a:bodyPr/>
          <a:lstStyle/>
          <a:p>
            <a:pPr>
              <a:defRPr/>
            </a:pPr>
            <a:r>
              <a:rPr lang="en-US"/>
              <a:t>Income Shifting in Families</a:t>
            </a:r>
            <a:endParaRPr lang="en-US" dirty="0"/>
          </a:p>
        </p:txBody>
      </p:sp>
    </p:spTree>
    <p:extLst>
      <p:ext uri="{BB962C8B-B14F-4D97-AF65-F5344CB8AC3E}">
        <p14:creationId xmlns:p14="http://schemas.microsoft.com/office/powerpoint/2010/main" val="2715077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468141B-5D2C-B37A-01F6-926EEE69DEE3}"/>
              </a:ext>
            </a:extLst>
          </p:cNvPr>
          <p:cNvSpPr>
            <a:spLocks noGrp="1"/>
          </p:cNvSpPr>
          <p:nvPr>
            <p:ph idx="1"/>
          </p:nvPr>
        </p:nvSpPr>
        <p:spPr/>
        <p:txBody>
          <a:bodyPr>
            <a:normAutofit lnSpcReduction="10000"/>
          </a:bodyPr>
          <a:lstStyle/>
          <a:p>
            <a:r>
              <a:rPr lang="en-US" sz="3200" dirty="0"/>
              <a:t>To address the </a:t>
            </a:r>
            <a:r>
              <a:rPr lang="en-US" sz="3200" b="1" i="1" dirty="0"/>
              <a:t>singles penalty</a:t>
            </a:r>
            <a:r>
              <a:rPr lang="en-US" sz="3200" i="1" dirty="0"/>
              <a:t>, </a:t>
            </a:r>
            <a:r>
              <a:rPr lang="en-US" sz="3200" dirty="0"/>
              <a:t>in 1969, Congress created a new rate structures for single persons (breakpoints and standard deduction set at 60% of that of MFJ).  </a:t>
            </a:r>
          </a:p>
          <a:p>
            <a:r>
              <a:rPr lang="en-US" sz="3200" dirty="0"/>
              <a:t>Thus, there were now 4 tax rate schedules:</a:t>
            </a:r>
          </a:p>
          <a:p>
            <a:pPr lvl="1"/>
            <a:r>
              <a:rPr lang="en-US" sz="2800" dirty="0"/>
              <a:t>Unmarried (Single) (enacted in 1969)</a:t>
            </a:r>
          </a:p>
          <a:p>
            <a:pPr lvl="1"/>
            <a:r>
              <a:rPr lang="en-US" sz="2800" dirty="0"/>
              <a:t>Married Filing Jointly (enacted in 1948)</a:t>
            </a:r>
          </a:p>
          <a:p>
            <a:pPr lvl="1"/>
            <a:r>
              <a:rPr lang="en-US" sz="2800" dirty="0"/>
              <a:t>Married Filing Separately (the pre-1948 schedule)</a:t>
            </a:r>
          </a:p>
          <a:p>
            <a:pPr lvl="1"/>
            <a:r>
              <a:rPr lang="en-US" sz="2800" dirty="0"/>
              <a:t>Head of Household (enacted in 1948)</a:t>
            </a:r>
          </a:p>
          <a:p>
            <a:pPr>
              <a:tabLst>
                <a:tab pos="1074738" algn="l"/>
              </a:tabLst>
            </a:pPr>
            <a:r>
              <a:rPr lang="en-US" sz="3200" dirty="0"/>
              <a:t>But the new unmarried rates created new </a:t>
            </a:r>
            <a:r>
              <a:rPr lang="en-US" sz="3200" b="1" i="1" dirty="0"/>
              <a:t>marriage penalty</a:t>
            </a:r>
            <a:r>
              <a:rPr lang="en-US" sz="3200" dirty="0"/>
              <a:t> for couples in which </a:t>
            </a:r>
            <a:r>
              <a:rPr lang="en-US" sz="3200" b="1" dirty="0"/>
              <a:t>each spouse earned roughly equivalent income</a:t>
            </a:r>
            <a:r>
              <a:rPr lang="en-US" sz="3000" dirty="0"/>
              <a:t>.</a:t>
            </a:r>
          </a:p>
          <a:p>
            <a:pPr lvl="1"/>
            <a:r>
              <a:rPr lang="en-US" sz="2800" dirty="0"/>
              <a:t>If each spouse earned, say 10K, they would pay more than a single person earning 20K.  </a:t>
            </a:r>
          </a:p>
        </p:txBody>
      </p:sp>
      <p:sp>
        <p:nvSpPr>
          <p:cNvPr id="3" name="Title 2">
            <a:extLst>
              <a:ext uri="{FF2B5EF4-FFF2-40B4-BE49-F238E27FC236}">
                <a16:creationId xmlns:a16="http://schemas.microsoft.com/office/drawing/2014/main" id="{1BBECC46-7C7F-43E5-6664-65C6EDEBCE62}"/>
              </a:ext>
            </a:extLst>
          </p:cNvPr>
          <p:cNvSpPr>
            <a:spLocks noGrp="1"/>
          </p:cNvSpPr>
          <p:nvPr>
            <p:ph type="title"/>
          </p:nvPr>
        </p:nvSpPr>
        <p:spPr/>
        <p:txBody>
          <a:bodyPr/>
          <a:lstStyle/>
          <a:p>
            <a:r>
              <a:rPr lang="en-US" i="1" dirty="0"/>
              <a:t>Marriage Penalties and Bonuses</a:t>
            </a:r>
            <a:endParaRPr lang="en-US" dirty="0"/>
          </a:p>
        </p:txBody>
      </p:sp>
      <p:sp>
        <p:nvSpPr>
          <p:cNvPr id="4" name="Slide Number Placeholder 3">
            <a:extLst>
              <a:ext uri="{FF2B5EF4-FFF2-40B4-BE49-F238E27FC236}">
                <a16:creationId xmlns:a16="http://schemas.microsoft.com/office/drawing/2014/main" id="{927B0A0F-F391-1E3A-A9A8-12BCCB9CA3FA}"/>
              </a:ext>
            </a:extLst>
          </p:cNvPr>
          <p:cNvSpPr>
            <a:spLocks noGrp="1"/>
          </p:cNvSpPr>
          <p:nvPr>
            <p:ph type="sldNum" sz="quarter" idx="10"/>
          </p:nvPr>
        </p:nvSpPr>
        <p:spPr/>
        <p:txBody>
          <a:bodyPr/>
          <a:lstStyle/>
          <a:p>
            <a:fld id="{7B3E355C-57B9-BC4B-95D8-406A1F834537}" type="slidenum">
              <a:rPr lang="en-US" altLang="en-US" smtClean="0"/>
              <a:pPr/>
              <a:t>9</a:t>
            </a:fld>
            <a:endParaRPr lang="en-US" altLang="en-US"/>
          </a:p>
        </p:txBody>
      </p:sp>
      <p:sp>
        <p:nvSpPr>
          <p:cNvPr id="5" name="Footer Placeholder 4">
            <a:extLst>
              <a:ext uri="{FF2B5EF4-FFF2-40B4-BE49-F238E27FC236}">
                <a16:creationId xmlns:a16="http://schemas.microsoft.com/office/drawing/2014/main" id="{F977BA7E-E54F-CAAC-AEFC-EB90718EE89C}"/>
              </a:ext>
            </a:extLst>
          </p:cNvPr>
          <p:cNvSpPr>
            <a:spLocks noGrp="1"/>
          </p:cNvSpPr>
          <p:nvPr>
            <p:ph type="ftr" sz="quarter" idx="11"/>
          </p:nvPr>
        </p:nvSpPr>
        <p:spPr/>
        <p:txBody>
          <a:bodyPr/>
          <a:lstStyle/>
          <a:p>
            <a:pPr>
              <a:defRPr/>
            </a:pPr>
            <a:r>
              <a:rPr lang="en-US"/>
              <a:t>Income Shifting in Families</a:t>
            </a:r>
            <a:endParaRPr lang="en-US" dirty="0"/>
          </a:p>
        </p:txBody>
      </p:sp>
    </p:spTree>
    <p:extLst>
      <p:ext uri="{BB962C8B-B14F-4D97-AF65-F5344CB8AC3E}">
        <p14:creationId xmlns:p14="http://schemas.microsoft.com/office/powerpoint/2010/main" val="818835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DFE2CE-E0EF-3AD7-04D3-9177E67F8B04}"/>
              </a:ext>
            </a:extLst>
          </p:cNvPr>
          <p:cNvSpPr>
            <a:spLocks noGrp="1"/>
          </p:cNvSpPr>
          <p:nvPr>
            <p:ph idx="1"/>
          </p:nvPr>
        </p:nvSpPr>
        <p:spPr/>
        <p:txBody>
          <a:bodyPr>
            <a:normAutofit lnSpcReduction="10000"/>
          </a:bodyPr>
          <a:lstStyle/>
          <a:p>
            <a:r>
              <a:rPr lang="en-US" sz="2800" dirty="0"/>
              <a:t>2001 (made permanent in 2012) reduced </a:t>
            </a:r>
            <a:r>
              <a:rPr lang="en-US" sz="2800" i="1" dirty="0"/>
              <a:t>marriage penalty</a:t>
            </a:r>
            <a:r>
              <a:rPr lang="en-US" sz="2800" dirty="0"/>
              <a:t> for two-earner middle class couples with </a:t>
            </a:r>
            <a:r>
              <a:rPr lang="en-US" sz="2800" u="sng" dirty="0"/>
              <a:t>substantially equivalent income </a:t>
            </a:r>
            <a:r>
              <a:rPr lang="en-US" sz="2800" dirty="0"/>
              <a:t>by increasing the standard deduction to 2x that for individuals and ensuring that 10% and 15% brackets were twice as wide as those for individual filers.</a:t>
            </a:r>
          </a:p>
          <a:p>
            <a:r>
              <a:rPr lang="en-US" sz="2800" dirty="0"/>
              <a:t>But increased marriage bonus for one-earner couples</a:t>
            </a:r>
          </a:p>
          <a:p>
            <a:r>
              <a:rPr lang="en-US" sz="2800" dirty="0"/>
              <a:t>But marriage penalty can still exist at high levels of aggregate income for dual-earner couple with substantially equivalent income</a:t>
            </a:r>
          </a:p>
          <a:p>
            <a:r>
              <a:rPr lang="en-US" sz="2800" dirty="0"/>
              <a:t>But this also increased the marriage bonus for one-earner couples because the point at which higher brackets phase out for joint returns is not 2x that of individuals. </a:t>
            </a:r>
          </a:p>
          <a:p>
            <a:r>
              <a:rPr lang="en-US" sz="2800" b="1" dirty="0"/>
              <a:t>Examples: </a:t>
            </a:r>
            <a:r>
              <a:rPr lang="en-US" sz="2800" b="1" dirty="0">
                <a:hlinkClick r:id="rId2"/>
              </a:rPr>
              <a:t>Federal Income Tax Calculator</a:t>
            </a:r>
            <a:r>
              <a:rPr lang="en-US" sz="2800" b="1" dirty="0"/>
              <a:t> </a:t>
            </a:r>
          </a:p>
          <a:p>
            <a:pPr lvl="1"/>
            <a:r>
              <a:rPr lang="en-US" sz="2600" dirty="0"/>
              <a:t>Input a salary and adjust the filing status to see where there are marriage penalties and bonuses.  Ex: Compare 200K (S) to 200K (MFJ) to 100K (MFS) </a:t>
            </a:r>
          </a:p>
        </p:txBody>
      </p:sp>
      <p:sp>
        <p:nvSpPr>
          <p:cNvPr id="3" name="Title 2">
            <a:extLst>
              <a:ext uri="{FF2B5EF4-FFF2-40B4-BE49-F238E27FC236}">
                <a16:creationId xmlns:a16="http://schemas.microsoft.com/office/drawing/2014/main" id="{8D4D90A2-F2A1-9550-0048-ACB542B4BF31}"/>
              </a:ext>
            </a:extLst>
          </p:cNvPr>
          <p:cNvSpPr>
            <a:spLocks noGrp="1"/>
          </p:cNvSpPr>
          <p:nvPr>
            <p:ph type="title"/>
          </p:nvPr>
        </p:nvSpPr>
        <p:spPr/>
        <p:txBody>
          <a:bodyPr/>
          <a:lstStyle/>
          <a:p>
            <a:r>
              <a:rPr lang="en-US" i="1" dirty="0"/>
              <a:t>Marriage Penalties and Bonuses: Where are we now?</a:t>
            </a:r>
            <a:endParaRPr lang="en-US" dirty="0"/>
          </a:p>
        </p:txBody>
      </p:sp>
      <p:sp>
        <p:nvSpPr>
          <p:cNvPr id="4" name="Slide Number Placeholder 3">
            <a:extLst>
              <a:ext uri="{FF2B5EF4-FFF2-40B4-BE49-F238E27FC236}">
                <a16:creationId xmlns:a16="http://schemas.microsoft.com/office/drawing/2014/main" id="{77619459-EFA9-7AB2-8526-6D55995A012D}"/>
              </a:ext>
            </a:extLst>
          </p:cNvPr>
          <p:cNvSpPr>
            <a:spLocks noGrp="1"/>
          </p:cNvSpPr>
          <p:nvPr>
            <p:ph type="sldNum" sz="quarter" idx="10"/>
          </p:nvPr>
        </p:nvSpPr>
        <p:spPr/>
        <p:txBody>
          <a:bodyPr/>
          <a:lstStyle/>
          <a:p>
            <a:fld id="{7B3E355C-57B9-BC4B-95D8-406A1F834537}" type="slidenum">
              <a:rPr lang="en-US" altLang="en-US" smtClean="0"/>
              <a:pPr/>
              <a:t>10</a:t>
            </a:fld>
            <a:endParaRPr lang="en-US" altLang="en-US"/>
          </a:p>
        </p:txBody>
      </p:sp>
      <p:sp>
        <p:nvSpPr>
          <p:cNvPr id="5" name="Footer Placeholder 4">
            <a:extLst>
              <a:ext uri="{FF2B5EF4-FFF2-40B4-BE49-F238E27FC236}">
                <a16:creationId xmlns:a16="http://schemas.microsoft.com/office/drawing/2014/main" id="{F45F24EC-B65E-2460-C185-F3D45C825F76}"/>
              </a:ext>
            </a:extLst>
          </p:cNvPr>
          <p:cNvSpPr>
            <a:spLocks noGrp="1"/>
          </p:cNvSpPr>
          <p:nvPr>
            <p:ph type="ftr" sz="quarter" idx="11"/>
          </p:nvPr>
        </p:nvSpPr>
        <p:spPr/>
        <p:txBody>
          <a:bodyPr/>
          <a:lstStyle/>
          <a:p>
            <a:pPr>
              <a:defRPr/>
            </a:pPr>
            <a:r>
              <a:rPr lang="en-US"/>
              <a:t>Income Shifting in Families</a:t>
            </a:r>
            <a:endParaRPr lang="en-US" dirty="0"/>
          </a:p>
        </p:txBody>
      </p:sp>
    </p:spTree>
    <p:extLst>
      <p:ext uri="{BB962C8B-B14F-4D97-AF65-F5344CB8AC3E}">
        <p14:creationId xmlns:p14="http://schemas.microsoft.com/office/powerpoint/2010/main" val="3317225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48FC6CD-B2CE-508F-EAE0-A2C3F416B702}"/>
              </a:ext>
            </a:extLst>
          </p:cNvPr>
          <p:cNvSpPr>
            <a:spLocks noGrp="1"/>
          </p:cNvSpPr>
          <p:nvPr>
            <p:ph idx="1"/>
          </p:nvPr>
        </p:nvSpPr>
        <p:spPr/>
        <p:txBody>
          <a:bodyPr/>
          <a:lstStyle/>
          <a:p>
            <a:r>
              <a:rPr lang="en-US" sz="3200" dirty="0"/>
              <a:t>Members of Registered Domestic Partnerships are </a:t>
            </a:r>
            <a:r>
              <a:rPr lang="en-US" sz="3200" b="1" dirty="0"/>
              <a:t>not</a:t>
            </a:r>
            <a:r>
              <a:rPr lang="en-US" sz="3200" dirty="0"/>
              <a:t> considered married for federal income tax purposes and must file separate returns.  Rev. Rul. 2013-17.</a:t>
            </a:r>
          </a:p>
          <a:p>
            <a:r>
              <a:rPr lang="en-US" sz="3200" dirty="0"/>
              <a:t>If members of an RDP live in a community property state, they must generally split their income on their separate federal returns.</a:t>
            </a:r>
          </a:p>
        </p:txBody>
      </p:sp>
      <p:sp>
        <p:nvSpPr>
          <p:cNvPr id="3" name="Title 2">
            <a:extLst>
              <a:ext uri="{FF2B5EF4-FFF2-40B4-BE49-F238E27FC236}">
                <a16:creationId xmlns:a16="http://schemas.microsoft.com/office/drawing/2014/main" id="{01BE8DC5-7B69-F678-8B3B-FDEBA9ADE6D9}"/>
              </a:ext>
            </a:extLst>
          </p:cNvPr>
          <p:cNvSpPr>
            <a:spLocks noGrp="1"/>
          </p:cNvSpPr>
          <p:nvPr>
            <p:ph type="title"/>
          </p:nvPr>
        </p:nvSpPr>
        <p:spPr/>
        <p:txBody>
          <a:bodyPr/>
          <a:lstStyle/>
          <a:p>
            <a:r>
              <a:rPr lang="en-US" dirty="0"/>
              <a:t>CCA 201021050</a:t>
            </a:r>
          </a:p>
        </p:txBody>
      </p:sp>
      <p:sp>
        <p:nvSpPr>
          <p:cNvPr id="4" name="Slide Number Placeholder 3">
            <a:extLst>
              <a:ext uri="{FF2B5EF4-FFF2-40B4-BE49-F238E27FC236}">
                <a16:creationId xmlns:a16="http://schemas.microsoft.com/office/drawing/2014/main" id="{F444DD36-E854-F504-B9F7-8DE1EDAAD71E}"/>
              </a:ext>
            </a:extLst>
          </p:cNvPr>
          <p:cNvSpPr>
            <a:spLocks noGrp="1"/>
          </p:cNvSpPr>
          <p:nvPr>
            <p:ph type="sldNum" sz="quarter" idx="10"/>
          </p:nvPr>
        </p:nvSpPr>
        <p:spPr/>
        <p:txBody>
          <a:bodyPr/>
          <a:lstStyle/>
          <a:p>
            <a:fld id="{7B3E355C-57B9-BC4B-95D8-406A1F834537}" type="slidenum">
              <a:rPr lang="en-US" altLang="en-US" smtClean="0"/>
              <a:pPr/>
              <a:t>11</a:t>
            </a:fld>
            <a:endParaRPr lang="en-US" altLang="en-US"/>
          </a:p>
        </p:txBody>
      </p:sp>
      <p:sp>
        <p:nvSpPr>
          <p:cNvPr id="5" name="Footer Placeholder 4">
            <a:extLst>
              <a:ext uri="{FF2B5EF4-FFF2-40B4-BE49-F238E27FC236}">
                <a16:creationId xmlns:a16="http://schemas.microsoft.com/office/drawing/2014/main" id="{C93311C4-D780-F102-1600-8B37C249DC33}"/>
              </a:ext>
            </a:extLst>
          </p:cNvPr>
          <p:cNvSpPr>
            <a:spLocks noGrp="1"/>
          </p:cNvSpPr>
          <p:nvPr>
            <p:ph type="ftr" sz="quarter" idx="11"/>
          </p:nvPr>
        </p:nvSpPr>
        <p:spPr/>
        <p:txBody>
          <a:bodyPr/>
          <a:lstStyle/>
          <a:p>
            <a:pPr>
              <a:defRPr/>
            </a:pPr>
            <a:r>
              <a:rPr lang="en-US"/>
              <a:t>Income Shifting in Families</a:t>
            </a:r>
            <a:endParaRPr lang="en-US" dirty="0"/>
          </a:p>
        </p:txBody>
      </p:sp>
    </p:spTree>
    <p:extLst>
      <p:ext uri="{BB962C8B-B14F-4D97-AF65-F5344CB8AC3E}">
        <p14:creationId xmlns:p14="http://schemas.microsoft.com/office/powerpoint/2010/main" val="24781840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456B7E-47C4-4286-15BA-790BDB80C5F7}"/>
              </a:ext>
            </a:extLst>
          </p:cNvPr>
          <p:cNvSpPr>
            <a:spLocks noGrp="1"/>
          </p:cNvSpPr>
          <p:nvPr>
            <p:ph type="title"/>
          </p:nvPr>
        </p:nvSpPr>
        <p:spPr/>
        <p:txBody>
          <a:bodyPr/>
          <a:lstStyle/>
          <a:p>
            <a:r>
              <a:rPr lang="en-US" dirty="0"/>
              <a:t>Trusts</a:t>
            </a:r>
          </a:p>
        </p:txBody>
      </p:sp>
      <p:sp>
        <p:nvSpPr>
          <p:cNvPr id="4" name="Slide Number Placeholder 3">
            <a:extLst>
              <a:ext uri="{FF2B5EF4-FFF2-40B4-BE49-F238E27FC236}">
                <a16:creationId xmlns:a16="http://schemas.microsoft.com/office/drawing/2014/main" id="{6C033A60-DC50-F43E-81AD-EE1005C9C1D3}"/>
              </a:ext>
            </a:extLst>
          </p:cNvPr>
          <p:cNvSpPr>
            <a:spLocks noGrp="1"/>
          </p:cNvSpPr>
          <p:nvPr>
            <p:ph type="sldNum" sz="quarter" idx="10"/>
          </p:nvPr>
        </p:nvSpPr>
        <p:spPr/>
        <p:txBody>
          <a:bodyPr/>
          <a:lstStyle/>
          <a:p>
            <a:fld id="{7B3E355C-57B9-BC4B-95D8-406A1F834537}" type="slidenum">
              <a:rPr lang="en-US" altLang="en-US" smtClean="0"/>
              <a:pPr/>
              <a:t>12</a:t>
            </a:fld>
            <a:endParaRPr lang="en-US" altLang="en-US"/>
          </a:p>
        </p:txBody>
      </p:sp>
      <p:sp>
        <p:nvSpPr>
          <p:cNvPr id="5" name="Footer Placeholder 4">
            <a:extLst>
              <a:ext uri="{FF2B5EF4-FFF2-40B4-BE49-F238E27FC236}">
                <a16:creationId xmlns:a16="http://schemas.microsoft.com/office/drawing/2014/main" id="{BD522532-8528-EA20-7C2F-8FB1D4A25FC5}"/>
              </a:ext>
            </a:extLst>
          </p:cNvPr>
          <p:cNvSpPr>
            <a:spLocks noGrp="1"/>
          </p:cNvSpPr>
          <p:nvPr>
            <p:ph type="ftr" sz="quarter" idx="11"/>
          </p:nvPr>
        </p:nvSpPr>
        <p:spPr/>
        <p:txBody>
          <a:bodyPr/>
          <a:lstStyle/>
          <a:p>
            <a:pPr>
              <a:defRPr/>
            </a:pPr>
            <a:r>
              <a:rPr lang="en-US"/>
              <a:t>Income Shifting in Families</a:t>
            </a:r>
            <a:endParaRPr lang="en-US" dirty="0"/>
          </a:p>
        </p:txBody>
      </p:sp>
      <p:sp>
        <p:nvSpPr>
          <p:cNvPr id="6" name="Regular Pentagon 5">
            <a:extLst>
              <a:ext uri="{FF2B5EF4-FFF2-40B4-BE49-F238E27FC236}">
                <a16:creationId xmlns:a16="http://schemas.microsoft.com/office/drawing/2014/main" id="{F1C25F47-A2F0-01CD-FA4A-F03513EBDFCA}"/>
              </a:ext>
            </a:extLst>
          </p:cNvPr>
          <p:cNvSpPr/>
          <p:nvPr/>
        </p:nvSpPr>
        <p:spPr>
          <a:xfrm>
            <a:off x="5002083" y="2186316"/>
            <a:ext cx="2681417" cy="2150075"/>
          </a:xfrm>
          <a:prstGeom prst="pent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Trust</a:t>
            </a:r>
          </a:p>
        </p:txBody>
      </p:sp>
      <p:cxnSp>
        <p:nvCxnSpPr>
          <p:cNvPr id="7" name="Straight Connector 6">
            <a:extLst>
              <a:ext uri="{FF2B5EF4-FFF2-40B4-BE49-F238E27FC236}">
                <a16:creationId xmlns:a16="http://schemas.microsoft.com/office/drawing/2014/main" id="{8E403506-9ADE-BC45-FE51-7D2A469DA8C3}"/>
              </a:ext>
            </a:extLst>
          </p:cNvPr>
          <p:cNvCxnSpPr>
            <a:cxnSpLocks/>
            <a:stCxn id="6" idx="0"/>
          </p:cNvCxnSpPr>
          <p:nvPr/>
        </p:nvCxnSpPr>
        <p:spPr>
          <a:xfrm flipV="1">
            <a:off x="6342792" y="1230050"/>
            <a:ext cx="0" cy="956266"/>
          </a:xfrm>
          <a:prstGeom prst="line">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1AF18E9-7F8A-D80D-5001-5E1021D68A3B}"/>
              </a:ext>
            </a:extLst>
          </p:cNvPr>
          <p:cNvSpPr txBox="1"/>
          <p:nvPr/>
        </p:nvSpPr>
        <p:spPr>
          <a:xfrm>
            <a:off x="6849435" y="4440253"/>
            <a:ext cx="4355761" cy="646331"/>
          </a:xfrm>
          <a:prstGeom prst="rect">
            <a:avLst/>
          </a:prstGeom>
          <a:noFill/>
        </p:spPr>
        <p:txBody>
          <a:bodyPr wrap="square" rtlCol="0">
            <a:spAutoFit/>
          </a:bodyPr>
          <a:lstStyle/>
          <a:p>
            <a:r>
              <a:rPr lang="en-US" b="1" dirty="0"/>
              <a:t>Income</a:t>
            </a:r>
            <a:r>
              <a:rPr lang="en-US" dirty="0"/>
              <a:t>:  Periodic Return from </a:t>
            </a:r>
            <a:r>
              <a:rPr lang="en-US" i="1" dirty="0"/>
              <a:t>Capital, </a:t>
            </a:r>
            <a:r>
              <a:rPr lang="en-US" dirty="0"/>
              <a:t>such as dividends, rents, interest</a:t>
            </a:r>
          </a:p>
        </p:txBody>
      </p:sp>
      <p:sp>
        <p:nvSpPr>
          <p:cNvPr id="9" name="TextBox 8">
            <a:extLst>
              <a:ext uri="{FF2B5EF4-FFF2-40B4-BE49-F238E27FC236}">
                <a16:creationId xmlns:a16="http://schemas.microsoft.com/office/drawing/2014/main" id="{608DDD96-BFDE-38E2-EE65-7F83C4F8B1D6}"/>
              </a:ext>
            </a:extLst>
          </p:cNvPr>
          <p:cNvSpPr txBox="1"/>
          <p:nvPr/>
        </p:nvSpPr>
        <p:spPr>
          <a:xfrm>
            <a:off x="1149858" y="4163255"/>
            <a:ext cx="4355761" cy="1200329"/>
          </a:xfrm>
          <a:prstGeom prst="rect">
            <a:avLst/>
          </a:prstGeom>
          <a:noFill/>
        </p:spPr>
        <p:txBody>
          <a:bodyPr wrap="square" rtlCol="0">
            <a:spAutoFit/>
          </a:bodyPr>
          <a:lstStyle/>
          <a:p>
            <a:r>
              <a:rPr lang="en-US" b="1" dirty="0"/>
              <a:t>Capital or Corpus</a:t>
            </a:r>
            <a:r>
              <a:rPr lang="en-US" dirty="0"/>
              <a:t>:  Assets of the trust that produce income, either contributed  by settlor or purchased by proceeds of sale of capital  </a:t>
            </a:r>
          </a:p>
        </p:txBody>
      </p:sp>
      <p:sp>
        <p:nvSpPr>
          <p:cNvPr id="11" name="TextBox 10">
            <a:extLst>
              <a:ext uri="{FF2B5EF4-FFF2-40B4-BE49-F238E27FC236}">
                <a16:creationId xmlns:a16="http://schemas.microsoft.com/office/drawing/2014/main" id="{668361E1-4719-D004-F1B2-A1323F8354FE}"/>
              </a:ext>
            </a:extLst>
          </p:cNvPr>
          <p:cNvSpPr txBox="1"/>
          <p:nvPr/>
        </p:nvSpPr>
        <p:spPr>
          <a:xfrm>
            <a:off x="1705381" y="1924706"/>
            <a:ext cx="2500428" cy="523220"/>
          </a:xfrm>
          <a:prstGeom prst="rect">
            <a:avLst/>
          </a:prstGeom>
          <a:noFill/>
        </p:spPr>
        <p:txBody>
          <a:bodyPr wrap="none" rtlCol="0">
            <a:spAutoFit/>
          </a:bodyPr>
          <a:lstStyle/>
          <a:p>
            <a:r>
              <a:rPr lang="en-US" sz="2800" b="1" dirty="0"/>
              <a:t>Grantor/Settlor</a:t>
            </a:r>
          </a:p>
        </p:txBody>
      </p:sp>
      <p:sp>
        <p:nvSpPr>
          <p:cNvPr id="12" name="TextBox 11">
            <a:extLst>
              <a:ext uri="{FF2B5EF4-FFF2-40B4-BE49-F238E27FC236}">
                <a16:creationId xmlns:a16="http://schemas.microsoft.com/office/drawing/2014/main" id="{894BA275-56A6-C90A-CC48-EA74EBB1F33B}"/>
              </a:ext>
            </a:extLst>
          </p:cNvPr>
          <p:cNvSpPr txBox="1"/>
          <p:nvPr/>
        </p:nvSpPr>
        <p:spPr>
          <a:xfrm>
            <a:off x="7875153" y="2101625"/>
            <a:ext cx="3567273" cy="954107"/>
          </a:xfrm>
          <a:prstGeom prst="rect">
            <a:avLst/>
          </a:prstGeom>
          <a:noFill/>
        </p:spPr>
        <p:txBody>
          <a:bodyPr wrap="square" rtlCol="0">
            <a:spAutoFit/>
          </a:bodyPr>
          <a:lstStyle/>
          <a:p>
            <a:r>
              <a:rPr lang="en-US" sz="2800" b="1" dirty="0"/>
              <a:t>Trustee: Administers Trust</a:t>
            </a:r>
          </a:p>
        </p:txBody>
      </p:sp>
      <p:cxnSp>
        <p:nvCxnSpPr>
          <p:cNvPr id="14" name="Elbow Connector 13">
            <a:extLst>
              <a:ext uri="{FF2B5EF4-FFF2-40B4-BE49-F238E27FC236}">
                <a16:creationId xmlns:a16="http://schemas.microsoft.com/office/drawing/2014/main" id="{66813ACF-9D65-890E-B7DF-0D6EA914E685}"/>
              </a:ext>
            </a:extLst>
          </p:cNvPr>
          <p:cNvCxnSpPr>
            <a:cxnSpLocks/>
          </p:cNvCxnSpPr>
          <p:nvPr/>
        </p:nvCxnSpPr>
        <p:spPr>
          <a:xfrm rot="5400000">
            <a:off x="2069385" y="3304451"/>
            <a:ext cx="1717606" cy="2"/>
          </a:xfrm>
          <a:prstGeom prst="bentConnector3">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257D757-E345-1F25-CC54-B3A8FD804D52}"/>
              </a:ext>
            </a:extLst>
          </p:cNvPr>
          <p:cNvSpPr txBox="1"/>
          <p:nvPr/>
        </p:nvSpPr>
        <p:spPr>
          <a:xfrm>
            <a:off x="891107" y="3193772"/>
            <a:ext cx="2135686" cy="369332"/>
          </a:xfrm>
          <a:prstGeom prst="rect">
            <a:avLst/>
          </a:prstGeom>
          <a:noFill/>
        </p:spPr>
        <p:txBody>
          <a:bodyPr wrap="square" rtlCol="0">
            <a:spAutoFit/>
          </a:bodyPr>
          <a:lstStyle/>
          <a:p>
            <a:r>
              <a:rPr lang="en-US" b="1" dirty="0"/>
              <a:t>Contributes Assets</a:t>
            </a:r>
          </a:p>
        </p:txBody>
      </p:sp>
      <p:sp>
        <p:nvSpPr>
          <p:cNvPr id="18" name="TextBox 17">
            <a:extLst>
              <a:ext uri="{FF2B5EF4-FFF2-40B4-BE49-F238E27FC236}">
                <a16:creationId xmlns:a16="http://schemas.microsoft.com/office/drawing/2014/main" id="{52C65883-AA2C-B00D-B6A4-9E195F602C9C}"/>
              </a:ext>
            </a:extLst>
          </p:cNvPr>
          <p:cNvSpPr txBox="1"/>
          <p:nvPr/>
        </p:nvSpPr>
        <p:spPr>
          <a:xfrm>
            <a:off x="5110794" y="665099"/>
            <a:ext cx="2915606" cy="707886"/>
          </a:xfrm>
          <a:prstGeom prst="rect">
            <a:avLst/>
          </a:prstGeom>
          <a:noFill/>
        </p:spPr>
        <p:txBody>
          <a:bodyPr wrap="none" rtlCol="0">
            <a:spAutoFit/>
          </a:bodyPr>
          <a:lstStyle/>
          <a:p>
            <a:r>
              <a:rPr lang="en-US" sz="4000" b="1" dirty="0"/>
              <a:t>Beneficiaries</a:t>
            </a:r>
          </a:p>
        </p:txBody>
      </p:sp>
      <p:sp>
        <p:nvSpPr>
          <p:cNvPr id="19" name="TextBox 18">
            <a:extLst>
              <a:ext uri="{FF2B5EF4-FFF2-40B4-BE49-F238E27FC236}">
                <a16:creationId xmlns:a16="http://schemas.microsoft.com/office/drawing/2014/main" id="{A022FF10-5922-43BC-0D09-2BF3D9C102DA}"/>
              </a:ext>
            </a:extLst>
          </p:cNvPr>
          <p:cNvSpPr txBox="1"/>
          <p:nvPr/>
        </p:nvSpPr>
        <p:spPr>
          <a:xfrm>
            <a:off x="8531820" y="726654"/>
            <a:ext cx="3257844" cy="646331"/>
          </a:xfrm>
          <a:prstGeom prst="rect">
            <a:avLst/>
          </a:prstGeom>
          <a:noFill/>
          <a:ln>
            <a:solidFill>
              <a:schemeClr val="accent1">
                <a:shade val="15000"/>
              </a:schemeClr>
            </a:solidFill>
          </a:ln>
        </p:spPr>
        <p:txBody>
          <a:bodyPr wrap="square" rtlCol="0">
            <a:spAutoFit/>
          </a:bodyPr>
          <a:lstStyle/>
          <a:p>
            <a:r>
              <a:rPr lang="en-US" b="1" dirty="0"/>
              <a:t>Remainder: Receive corpus when trust terminates</a:t>
            </a:r>
          </a:p>
        </p:txBody>
      </p:sp>
    </p:spTree>
    <p:extLst>
      <p:ext uri="{BB962C8B-B14F-4D97-AF65-F5344CB8AC3E}">
        <p14:creationId xmlns:p14="http://schemas.microsoft.com/office/powerpoint/2010/main" val="702034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P spid="9" grpId="0"/>
      <p:bldP spid="11" grpId="0"/>
      <p:bldP spid="12" grpId="0"/>
      <p:bldP spid="17" grpId="0"/>
      <p:bldP spid="18" grpId="0"/>
      <p:bldP spid="1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EBAD46-41A0-ABD5-10CE-6C9F7891A1F2}"/>
              </a:ext>
            </a:extLst>
          </p:cNvPr>
          <p:cNvSpPr>
            <a:spLocks noGrp="1"/>
          </p:cNvSpPr>
          <p:nvPr>
            <p:ph idx="1"/>
          </p:nvPr>
        </p:nvSpPr>
        <p:spPr>
          <a:xfrm>
            <a:off x="6381750" y="533400"/>
            <a:ext cx="5407913" cy="5812064"/>
          </a:xfrm>
          <a:ln w="34925">
            <a:solidFill>
              <a:schemeClr val="accent1">
                <a:shade val="15000"/>
              </a:schemeClr>
            </a:solidFill>
          </a:ln>
        </p:spPr>
        <p:txBody>
          <a:bodyPr/>
          <a:lstStyle/>
          <a:p>
            <a:r>
              <a:rPr lang="en-US" sz="2800" dirty="0"/>
              <a:t>In 1923, Edward Tyler, the sole beneficiary of the trust, assigns to his daughters, Lucy Blair Linn and Edith Blair, and sons, Edward Seymour and William McCormick, interests in the net income Edward Tyler might receive from the trust during his lifetime.</a:t>
            </a:r>
            <a:br>
              <a:rPr lang="en-US" sz="2800" dirty="0"/>
            </a:br>
            <a:endParaRPr lang="en-US" sz="2800" dirty="0"/>
          </a:p>
          <a:p>
            <a:r>
              <a:rPr lang="en-US" sz="2800" b="1" dirty="0"/>
              <a:t>Issue</a:t>
            </a:r>
            <a:r>
              <a:rPr lang="en-US" sz="2800" dirty="0"/>
              <a:t>: Is the assignment valid for tax purposes?</a:t>
            </a:r>
          </a:p>
        </p:txBody>
      </p:sp>
      <p:sp>
        <p:nvSpPr>
          <p:cNvPr id="3" name="Title 2">
            <a:extLst>
              <a:ext uri="{FF2B5EF4-FFF2-40B4-BE49-F238E27FC236}">
                <a16:creationId xmlns:a16="http://schemas.microsoft.com/office/drawing/2014/main" id="{591BAD81-DDC7-0E35-F12E-C2BBE3E5894C}"/>
              </a:ext>
            </a:extLst>
          </p:cNvPr>
          <p:cNvSpPr>
            <a:spLocks noGrp="1"/>
          </p:cNvSpPr>
          <p:nvPr>
            <p:ph type="title"/>
          </p:nvPr>
        </p:nvSpPr>
        <p:spPr/>
        <p:txBody>
          <a:bodyPr/>
          <a:lstStyle/>
          <a:p>
            <a:r>
              <a:rPr lang="en-US" i="1" dirty="0"/>
              <a:t>Blair v. CIR</a:t>
            </a:r>
            <a:r>
              <a:rPr lang="en-US" dirty="0"/>
              <a:t>, 300 U.S. 5 (1937)</a:t>
            </a:r>
            <a:endParaRPr lang="en-US" i="1" dirty="0"/>
          </a:p>
        </p:txBody>
      </p:sp>
      <p:sp>
        <p:nvSpPr>
          <p:cNvPr id="4" name="Slide Number Placeholder 3">
            <a:extLst>
              <a:ext uri="{FF2B5EF4-FFF2-40B4-BE49-F238E27FC236}">
                <a16:creationId xmlns:a16="http://schemas.microsoft.com/office/drawing/2014/main" id="{F2FCBE82-97E6-50BD-9EA9-B9A6371C49E5}"/>
              </a:ext>
            </a:extLst>
          </p:cNvPr>
          <p:cNvSpPr>
            <a:spLocks noGrp="1"/>
          </p:cNvSpPr>
          <p:nvPr>
            <p:ph type="sldNum" sz="quarter" idx="10"/>
          </p:nvPr>
        </p:nvSpPr>
        <p:spPr/>
        <p:txBody>
          <a:bodyPr/>
          <a:lstStyle/>
          <a:p>
            <a:fld id="{7B3E355C-57B9-BC4B-95D8-406A1F834537}" type="slidenum">
              <a:rPr lang="en-US" altLang="en-US" smtClean="0"/>
              <a:pPr/>
              <a:t>13</a:t>
            </a:fld>
            <a:endParaRPr lang="en-US" altLang="en-US"/>
          </a:p>
        </p:txBody>
      </p:sp>
      <p:sp>
        <p:nvSpPr>
          <p:cNvPr id="5" name="Footer Placeholder 4">
            <a:extLst>
              <a:ext uri="{FF2B5EF4-FFF2-40B4-BE49-F238E27FC236}">
                <a16:creationId xmlns:a16="http://schemas.microsoft.com/office/drawing/2014/main" id="{B39CCAE2-EE21-DF79-E782-DA3275E84F2F}"/>
              </a:ext>
            </a:extLst>
          </p:cNvPr>
          <p:cNvSpPr>
            <a:spLocks noGrp="1"/>
          </p:cNvSpPr>
          <p:nvPr>
            <p:ph type="ftr" sz="quarter" idx="11"/>
          </p:nvPr>
        </p:nvSpPr>
        <p:spPr/>
        <p:txBody>
          <a:bodyPr/>
          <a:lstStyle/>
          <a:p>
            <a:pPr>
              <a:defRPr/>
            </a:pPr>
            <a:r>
              <a:rPr lang="en-US"/>
              <a:t>Income Shifting in Families</a:t>
            </a:r>
            <a:endParaRPr lang="en-US" dirty="0"/>
          </a:p>
        </p:txBody>
      </p:sp>
      <p:sp>
        <p:nvSpPr>
          <p:cNvPr id="6" name="Regular Pentagon 5">
            <a:extLst>
              <a:ext uri="{FF2B5EF4-FFF2-40B4-BE49-F238E27FC236}">
                <a16:creationId xmlns:a16="http://schemas.microsoft.com/office/drawing/2014/main" id="{490F8474-8F29-F0DE-8714-57BC7C8A06CC}"/>
              </a:ext>
            </a:extLst>
          </p:cNvPr>
          <p:cNvSpPr/>
          <p:nvPr/>
        </p:nvSpPr>
        <p:spPr>
          <a:xfrm>
            <a:off x="952522" y="1060622"/>
            <a:ext cx="4572494" cy="2150075"/>
          </a:xfrm>
          <a:prstGeom prst="pent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Testamentary</a:t>
            </a:r>
            <a:br>
              <a:rPr lang="en-US" sz="3600" dirty="0"/>
            </a:br>
            <a:r>
              <a:rPr lang="en-US" sz="3600" dirty="0"/>
              <a:t>Trust</a:t>
            </a:r>
          </a:p>
        </p:txBody>
      </p:sp>
      <p:sp>
        <p:nvSpPr>
          <p:cNvPr id="7" name="TextBox 6">
            <a:extLst>
              <a:ext uri="{FF2B5EF4-FFF2-40B4-BE49-F238E27FC236}">
                <a16:creationId xmlns:a16="http://schemas.microsoft.com/office/drawing/2014/main" id="{EC1858F4-397E-A8EF-A29F-506A3815339A}"/>
              </a:ext>
            </a:extLst>
          </p:cNvPr>
          <p:cNvSpPr txBox="1"/>
          <p:nvPr/>
        </p:nvSpPr>
        <p:spPr>
          <a:xfrm>
            <a:off x="1485191" y="4553857"/>
            <a:ext cx="4039824" cy="707886"/>
          </a:xfrm>
          <a:prstGeom prst="rect">
            <a:avLst/>
          </a:prstGeom>
          <a:noFill/>
        </p:spPr>
        <p:txBody>
          <a:bodyPr wrap="none" rtlCol="0">
            <a:spAutoFit/>
          </a:bodyPr>
          <a:lstStyle/>
          <a:p>
            <a:r>
              <a:rPr lang="en-US" sz="4000" b="1" dirty="0"/>
              <a:t>Edward Tyler Blair</a:t>
            </a:r>
          </a:p>
        </p:txBody>
      </p:sp>
      <p:cxnSp>
        <p:nvCxnSpPr>
          <p:cNvPr id="8" name="Straight Connector 7">
            <a:extLst>
              <a:ext uri="{FF2B5EF4-FFF2-40B4-BE49-F238E27FC236}">
                <a16:creationId xmlns:a16="http://schemas.microsoft.com/office/drawing/2014/main" id="{EA448DD6-37D5-B711-C075-C4EA15E51CD2}"/>
              </a:ext>
            </a:extLst>
          </p:cNvPr>
          <p:cNvCxnSpPr>
            <a:cxnSpLocks/>
          </p:cNvCxnSpPr>
          <p:nvPr/>
        </p:nvCxnSpPr>
        <p:spPr>
          <a:xfrm>
            <a:off x="3327572" y="3210697"/>
            <a:ext cx="0" cy="134316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4938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bg/>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P spid="6" grpId="0" animBg="1"/>
      <p:bldP spid="6" grpId="1" animBg="1"/>
      <p:bldP spid="7" grpId="0"/>
      <p:bldP spid="7"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A9362EC-9EEA-25D9-3367-16B4CBCDB63C}"/>
              </a:ext>
            </a:extLst>
          </p:cNvPr>
          <p:cNvSpPr>
            <a:spLocks noGrp="1"/>
          </p:cNvSpPr>
          <p:nvPr>
            <p:ph type="title"/>
          </p:nvPr>
        </p:nvSpPr>
        <p:spPr/>
        <p:txBody>
          <a:bodyPr/>
          <a:lstStyle/>
          <a:p>
            <a:r>
              <a:rPr lang="en-US" i="1" dirty="0"/>
              <a:t>Harrison v. Schaffner</a:t>
            </a:r>
            <a:r>
              <a:rPr lang="en-US" dirty="0"/>
              <a:t>, 312 U.S. 579 (1941)</a:t>
            </a:r>
            <a:endParaRPr lang="en-US" i="1" dirty="0"/>
          </a:p>
        </p:txBody>
      </p:sp>
      <p:sp>
        <p:nvSpPr>
          <p:cNvPr id="4" name="Slide Number Placeholder 3">
            <a:extLst>
              <a:ext uri="{FF2B5EF4-FFF2-40B4-BE49-F238E27FC236}">
                <a16:creationId xmlns:a16="http://schemas.microsoft.com/office/drawing/2014/main" id="{F38291AF-E126-14D4-5E1D-0ABC789A4DE9}"/>
              </a:ext>
            </a:extLst>
          </p:cNvPr>
          <p:cNvSpPr>
            <a:spLocks noGrp="1"/>
          </p:cNvSpPr>
          <p:nvPr>
            <p:ph type="sldNum" sz="quarter" idx="10"/>
          </p:nvPr>
        </p:nvSpPr>
        <p:spPr/>
        <p:txBody>
          <a:bodyPr/>
          <a:lstStyle/>
          <a:p>
            <a:fld id="{7B3E355C-57B9-BC4B-95D8-406A1F834537}" type="slidenum">
              <a:rPr lang="en-US" altLang="en-US" smtClean="0"/>
              <a:pPr/>
              <a:t>14</a:t>
            </a:fld>
            <a:endParaRPr lang="en-US" altLang="en-US"/>
          </a:p>
        </p:txBody>
      </p:sp>
      <p:sp>
        <p:nvSpPr>
          <p:cNvPr id="5" name="Footer Placeholder 4">
            <a:extLst>
              <a:ext uri="{FF2B5EF4-FFF2-40B4-BE49-F238E27FC236}">
                <a16:creationId xmlns:a16="http://schemas.microsoft.com/office/drawing/2014/main" id="{1CBD3BE5-6F13-DEEE-7E6F-A7FEBBE8DF55}"/>
              </a:ext>
            </a:extLst>
          </p:cNvPr>
          <p:cNvSpPr>
            <a:spLocks noGrp="1"/>
          </p:cNvSpPr>
          <p:nvPr>
            <p:ph type="ftr" sz="quarter" idx="11"/>
          </p:nvPr>
        </p:nvSpPr>
        <p:spPr/>
        <p:txBody>
          <a:bodyPr/>
          <a:lstStyle/>
          <a:p>
            <a:pPr>
              <a:defRPr/>
            </a:pPr>
            <a:r>
              <a:rPr lang="en-US"/>
              <a:t>Income Shifting in Families</a:t>
            </a:r>
            <a:endParaRPr lang="en-US" dirty="0"/>
          </a:p>
        </p:txBody>
      </p:sp>
      <p:sp>
        <p:nvSpPr>
          <p:cNvPr id="6" name="Content Placeholder 1">
            <a:extLst>
              <a:ext uri="{FF2B5EF4-FFF2-40B4-BE49-F238E27FC236}">
                <a16:creationId xmlns:a16="http://schemas.microsoft.com/office/drawing/2014/main" id="{D3FAF8E4-EFDB-F97B-26D8-41AF7C3149B3}"/>
              </a:ext>
            </a:extLst>
          </p:cNvPr>
          <p:cNvSpPr txBox="1">
            <a:spLocks/>
          </p:cNvSpPr>
          <p:nvPr/>
        </p:nvSpPr>
        <p:spPr>
          <a:xfrm>
            <a:off x="6381750" y="533400"/>
            <a:ext cx="5407913" cy="5812064"/>
          </a:xfrm>
          <a:prstGeom prst="rect">
            <a:avLst/>
          </a:prstGeom>
          <a:ln w="34925">
            <a:solidFill>
              <a:schemeClr val="accent1">
                <a:shade val="15000"/>
              </a:schemeClr>
            </a:solidFill>
          </a:ln>
        </p:spPr>
        <p:txBody>
          <a:bodyPr/>
          <a:lstStyle>
            <a:lvl1pPr marL="228600" indent="-228600" algn="just" defTabSz="914400" rtl="0" eaLnBrk="1" fontAlgn="base" latinLnBrk="0" hangingPunct="1">
              <a:spcBef>
                <a:spcPct val="20000"/>
              </a:spcBef>
              <a:spcAft>
                <a:spcPct val="0"/>
              </a:spcAft>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457200" indent="-228600" algn="just" rtl="0" eaLnBrk="1" fontAlgn="base" hangingPunct="1">
              <a:spcBef>
                <a:spcPct val="20000"/>
              </a:spcBef>
              <a:spcAft>
                <a:spcPct val="0"/>
              </a:spcAft>
              <a:buClr>
                <a:srgbClr val="B01C2E"/>
              </a:buClr>
              <a:buSzPct val="60000"/>
              <a:buFont typeface="Wingdings" charset="2"/>
              <a:buChar char="Ø"/>
              <a:defRPr lang="en-US" sz="2200" kern="1200" dirty="0" smtClean="0">
                <a:solidFill>
                  <a:schemeClr val="tx1"/>
                </a:solidFill>
                <a:latin typeface="Calibri" charset="0"/>
                <a:ea typeface="Calibri" charset="0"/>
                <a:cs typeface="Calibri" charset="0"/>
              </a:defRPr>
            </a:lvl2pPr>
            <a:lvl3pPr marL="685800" indent="-228600" algn="just" rtl="0" eaLnBrk="1" fontAlgn="base" hangingPunct="1">
              <a:spcBef>
                <a:spcPct val="20000"/>
              </a:spcBef>
              <a:spcAft>
                <a:spcPct val="0"/>
              </a:spcAft>
              <a:buClr>
                <a:srgbClr val="B01C2E"/>
              </a:buClr>
              <a:buSzPct val="60000"/>
              <a:buFont typeface="Courier New" charset="0"/>
              <a:buChar char="o"/>
              <a:defRPr lang="en-US" sz="2200" kern="1200" baseline="0" dirty="0" smtClean="0">
                <a:solidFill>
                  <a:schemeClr val="tx1"/>
                </a:solidFill>
                <a:latin typeface="Calibri" charset="0"/>
                <a:ea typeface="Calibri" charset="0"/>
                <a:cs typeface="Calibri" charset="0"/>
              </a:defRPr>
            </a:lvl3pPr>
            <a:lvl4pPr marL="914400" indent="-228600" algn="just" rtl="0" eaLnBrk="1" fontAlgn="base" hangingPunct="1">
              <a:spcBef>
                <a:spcPct val="20000"/>
              </a:spcBef>
              <a:spcAft>
                <a:spcPct val="0"/>
              </a:spcAft>
              <a:buClr>
                <a:srgbClr val="B01C2E"/>
              </a:buClr>
              <a:buSzPct val="60000"/>
              <a:buFont typeface="Arial" charset="0"/>
              <a:buChar char="•"/>
              <a:defRPr lang="en-US" sz="2000" kern="1200" baseline="0" dirty="0" smtClean="0">
                <a:solidFill>
                  <a:schemeClr val="tx1"/>
                </a:solidFill>
                <a:latin typeface="Calibri" charset="0"/>
                <a:ea typeface="Calibri" charset="0"/>
                <a:cs typeface="Calibri" charset="0"/>
              </a:defRPr>
            </a:lvl4pPr>
            <a:lvl5pPr marL="1143000" indent="-228600" algn="just" rtl="0" eaLnBrk="1" fontAlgn="base" hangingPunct="1">
              <a:spcBef>
                <a:spcPct val="20000"/>
              </a:spcBef>
              <a:spcAft>
                <a:spcPct val="0"/>
              </a:spcAft>
              <a:buClr>
                <a:srgbClr val="B01C2E"/>
              </a:buClr>
              <a:buSzPct val="60000"/>
              <a:buFont typeface="Calibri" pitchFamily="34" charset="0"/>
              <a:buChar char="–"/>
              <a:defRPr lang="en-US" sz="2000" kern="1200" dirty="0" smtClean="0">
                <a:solidFill>
                  <a:schemeClr val="tx1"/>
                </a:solidFill>
                <a:latin typeface="Calibri" charset="0"/>
                <a:ea typeface="Calibri" charset="0"/>
                <a:cs typeface="Calibri"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800" dirty="0"/>
              <a:t>In 1929, the life beneficiary made assignments to her children of specified amounts from the trust income for 1929.  Similar assignments were made for 1930.</a:t>
            </a:r>
            <a:br>
              <a:rPr lang="en-US" sz="2800" dirty="0"/>
            </a:br>
            <a:r>
              <a:rPr lang="en-US" sz="2800" dirty="0"/>
              <a:t>  </a:t>
            </a:r>
          </a:p>
          <a:p>
            <a:r>
              <a:rPr lang="en-US" sz="2800" b="1" dirty="0"/>
              <a:t>Issue</a:t>
            </a:r>
            <a:r>
              <a:rPr lang="en-US" sz="2800" dirty="0"/>
              <a:t>: Are the assignments valid for tax purposes?</a:t>
            </a:r>
          </a:p>
        </p:txBody>
      </p:sp>
      <p:sp>
        <p:nvSpPr>
          <p:cNvPr id="7" name="Regular Pentagon 6">
            <a:extLst>
              <a:ext uri="{FF2B5EF4-FFF2-40B4-BE49-F238E27FC236}">
                <a16:creationId xmlns:a16="http://schemas.microsoft.com/office/drawing/2014/main" id="{9E3ADD6C-B520-25D6-0B0A-30DAD47CEB4B}"/>
              </a:ext>
            </a:extLst>
          </p:cNvPr>
          <p:cNvSpPr/>
          <p:nvPr/>
        </p:nvSpPr>
        <p:spPr>
          <a:xfrm>
            <a:off x="952522" y="1060622"/>
            <a:ext cx="4572494" cy="2150075"/>
          </a:xfrm>
          <a:prstGeom prst="pent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Testamentary</a:t>
            </a:r>
            <a:br>
              <a:rPr lang="en-US" sz="3600" dirty="0"/>
            </a:br>
            <a:r>
              <a:rPr lang="en-US" sz="3600" dirty="0"/>
              <a:t>Trust</a:t>
            </a:r>
          </a:p>
        </p:txBody>
      </p:sp>
      <p:sp>
        <p:nvSpPr>
          <p:cNvPr id="8" name="TextBox 7">
            <a:extLst>
              <a:ext uri="{FF2B5EF4-FFF2-40B4-BE49-F238E27FC236}">
                <a16:creationId xmlns:a16="http://schemas.microsoft.com/office/drawing/2014/main" id="{97FE50AF-AD0A-53C9-E603-3EB7D9728047}"/>
              </a:ext>
            </a:extLst>
          </p:cNvPr>
          <p:cNvSpPr txBox="1"/>
          <p:nvPr/>
        </p:nvSpPr>
        <p:spPr>
          <a:xfrm>
            <a:off x="1518265" y="4456834"/>
            <a:ext cx="3441007" cy="707886"/>
          </a:xfrm>
          <a:prstGeom prst="rect">
            <a:avLst/>
          </a:prstGeom>
          <a:noFill/>
        </p:spPr>
        <p:txBody>
          <a:bodyPr wrap="none" rtlCol="0">
            <a:spAutoFit/>
          </a:bodyPr>
          <a:lstStyle/>
          <a:p>
            <a:r>
              <a:rPr lang="en-US" sz="4000" b="1" dirty="0"/>
              <a:t>Life Beneficiary</a:t>
            </a:r>
          </a:p>
        </p:txBody>
      </p:sp>
      <p:cxnSp>
        <p:nvCxnSpPr>
          <p:cNvPr id="9" name="Straight Connector 8">
            <a:extLst>
              <a:ext uri="{FF2B5EF4-FFF2-40B4-BE49-F238E27FC236}">
                <a16:creationId xmlns:a16="http://schemas.microsoft.com/office/drawing/2014/main" id="{32D563E9-AA8D-0B72-9672-583C09782677}"/>
              </a:ext>
            </a:extLst>
          </p:cNvPr>
          <p:cNvCxnSpPr>
            <a:cxnSpLocks/>
          </p:cNvCxnSpPr>
          <p:nvPr/>
        </p:nvCxnSpPr>
        <p:spPr>
          <a:xfrm>
            <a:off x="3327572" y="3210697"/>
            <a:ext cx="0" cy="1246137"/>
          </a:xfrm>
          <a:prstGeom prst="line">
            <a:avLst/>
          </a:prstGeom>
          <a:ln w="317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2151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bg/>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P spid="7" grpId="0" animBg="1"/>
      <p:bldP spid="7" grpId="1" animBg="1"/>
      <p:bldP spid="8" grpId="0"/>
      <p:bldP spid="8"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FF4583-6704-E44F-7233-E434E416CEA1}"/>
              </a:ext>
            </a:extLst>
          </p:cNvPr>
          <p:cNvSpPr>
            <a:spLocks noGrp="1"/>
          </p:cNvSpPr>
          <p:nvPr>
            <p:ph type="title"/>
          </p:nvPr>
        </p:nvSpPr>
        <p:spPr/>
        <p:txBody>
          <a:bodyPr/>
          <a:lstStyle/>
          <a:p>
            <a:r>
              <a:rPr lang="en-US" i="1" dirty="0" err="1"/>
              <a:t>Helvering</a:t>
            </a:r>
            <a:r>
              <a:rPr lang="en-US" i="1" dirty="0"/>
              <a:t> v. Horst</a:t>
            </a:r>
            <a:r>
              <a:rPr lang="en-US" dirty="0"/>
              <a:t>, 311 U.S. 112 (1940)</a:t>
            </a:r>
            <a:endParaRPr lang="en-US" i="1" dirty="0"/>
          </a:p>
        </p:txBody>
      </p:sp>
      <p:sp>
        <p:nvSpPr>
          <p:cNvPr id="4" name="Slide Number Placeholder 3">
            <a:extLst>
              <a:ext uri="{FF2B5EF4-FFF2-40B4-BE49-F238E27FC236}">
                <a16:creationId xmlns:a16="http://schemas.microsoft.com/office/drawing/2014/main" id="{F176C5CE-70F0-D3ED-AA9D-4453800BC844}"/>
              </a:ext>
            </a:extLst>
          </p:cNvPr>
          <p:cNvSpPr>
            <a:spLocks noGrp="1"/>
          </p:cNvSpPr>
          <p:nvPr>
            <p:ph type="sldNum" sz="quarter" idx="10"/>
          </p:nvPr>
        </p:nvSpPr>
        <p:spPr/>
        <p:txBody>
          <a:bodyPr/>
          <a:lstStyle/>
          <a:p>
            <a:fld id="{7B3E355C-57B9-BC4B-95D8-406A1F834537}" type="slidenum">
              <a:rPr lang="en-US" altLang="en-US" smtClean="0"/>
              <a:pPr/>
              <a:t>15</a:t>
            </a:fld>
            <a:endParaRPr lang="en-US" altLang="en-US"/>
          </a:p>
        </p:txBody>
      </p:sp>
      <p:sp>
        <p:nvSpPr>
          <p:cNvPr id="5" name="Footer Placeholder 4">
            <a:extLst>
              <a:ext uri="{FF2B5EF4-FFF2-40B4-BE49-F238E27FC236}">
                <a16:creationId xmlns:a16="http://schemas.microsoft.com/office/drawing/2014/main" id="{CC2B0276-A1FA-33D6-5728-A90519813286}"/>
              </a:ext>
            </a:extLst>
          </p:cNvPr>
          <p:cNvSpPr>
            <a:spLocks noGrp="1"/>
          </p:cNvSpPr>
          <p:nvPr>
            <p:ph type="ftr" sz="quarter" idx="11"/>
          </p:nvPr>
        </p:nvSpPr>
        <p:spPr/>
        <p:txBody>
          <a:bodyPr/>
          <a:lstStyle/>
          <a:p>
            <a:pPr>
              <a:defRPr/>
            </a:pPr>
            <a:r>
              <a:rPr lang="en-US"/>
              <a:t>Income Shifting in Families</a:t>
            </a:r>
            <a:endParaRPr lang="en-US" dirty="0"/>
          </a:p>
        </p:txBody>
      </p:sp>
      <p:pic>
        <p:nvPicPr>
          <p:cNvPr id="6" name="Picture 2" descr="Book-Entry, Registered and Bearer Bonds - GlynHolton.com">
            <a:extLst>
              <a:ext uri="{FF2B5EF4-FFF2-40B4-BE49-F238E27FC236}">
                <a16:creationId xmlns:a16="http://schemas.microsoft.com/office/drawing/2014/main" id="{13CFB024-8FB5-E2B5-509C-7AC4D963E3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9435" y="2337767"/>
            <a:ext cx="3004859" cy="323381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dvanced Couponing Strategies">
            <a:extLst>
              <a:ext uri="{FF2B5EF4-FFF2-40B4-BE49-F238E27FC236}">
                <a16:creationId xmlns:a16="http://schemas.microsoft.com/office/drawing/2014/main" id="{77516623-202D-039E-1F76-C841CB17F9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5600" y="3357243"/>
            <a:ext cx="1654733" cy="119486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DAF18733-5A3E-77FE-376A-421F0FE78390}"/>
              </a:ext>
            </a:extLst>
          </p:cNvPr>
          <p:cNvCxnSpPr>
            <a:cxnSpLocks/>
          </p:cNvCxnSpPr>
          <p:nvPr/>
        </p:nvCxnSpPr>
        <p:spPr>
          <a:xfrm>
            <a:off x="4901182" y="2411820"/>
            <a:ext cx="0" cy="95570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1030" name="Picture 6" descr="Father and Son by Lutz Baar">
            <a:extLst>
              <a:ext uri="{FF2B5EF4-FFF2-40B4-BE49-F238E27FC236}">
                <a16:creationId xmlns:a16="http://schemas.microsoft.com/office/drawing/2014/main" id="{0110315D-A20D-56BA-FD85-3F7365AC7B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65600" y="794914"/>
            <a:ext cx="1471164" cy="170795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DF3F92F-BBBA-CEF5-3C23-02F59448DBB0}"/>
              </a:ext>
            </a:extLst>
          </p:cNvPr>
          <p:cNvSpPr txBox="1"/>
          <p:nvPr/>
        </p:nvSpPr>
        <p:spPr>
          <a:xfrm>
            <a:off x="4940594" y="2609864"/>
            <a:ext cx="2647311" cy="707886"/>
          </a:xfrm>
          <a:prstGeom prst="rect">
            <a:avLst/>
          </a:prstGeom>
          <a:noFill/>
        </p:spPr>
        <p:txBody>
          <a:bodyPr wrap="square" rtlCol="0">
            <a:spAutoFit/>
          </a:bodyPr>
          <a:lstStyle/>
          <a:p>
            <a:r>
              <a:rPr lang="en-US" sz="2000" dirty="0"/>
              <a:t>Here son, the next coupon is yours.</a:t>
            </a:r>
          </a:p>
        </p:txBody>
      </p:sp>
      <p:sp>
        <p:nvSpPr>
          <p:cNvPr id="11" name="TextBox 10">
            <a:extLst>
              <a:ext uri="{FF2B5EF4-FFF2-40B4-BE49-F238E27FC236}">
                <a16:creationId xmlns:a16="http://schemas.microsoft.com/office/drawing/2014/main" id="{C1B338CD-6E12-BF0F-A0B1-B838021EF4AE}"/>
              </a:ext>
            </a:extLst>
          </p:cNvPr>
          <p:cNvSpPr txBox="1"/>
          <p:nvPr/>
        </p:nvSpPr>
        <p:spPr>
          <a:xfrm>
            <a:off x="7043599" y="653853"/>
            <a:ext cx="4746053" cy="5632311"/>
          </a:xfrm>
          <a:prstGeom prst="rect">
            <a:avLst/>
          </a:prstGeom>
          <a:noFill/>
          <a:ln w="28575">
            <a:solidFill>
              <a:schemeClr val="accent1">
                <a:shade val="95000"/>
                <a:satMod val="105000"/>
              </a:schemeClr>
            </a:solidFill>
          </a:ln>
        </p:spPr>
        <p:txBody>
          <a:bodyPr wrap="square" rtlCol="0">
            <a:spAutoFit/>
          </a:bodyPr>
          <a:lstStyle/>
          <a:p>
            <a:r>
              <a:rPr lang="en-US" sz="2000" i="1" dirty="0">
                <a:solidFill>
                  <a:srgbClr val="000000"/>
                </a:solidFill>
                <a:effectLst/>
              </a:rPr>
              <a:t>The power to dispose of income is the equivalent of ownership of it. The exercise of that power to procure the payment of income to another is the enjoyment, and hence the realization, of the income by him who exercises it.</a:t>
            </a:r>
            <a:br>
              <a:rPr lang="en-US" sz="2000" i="1" dirty="0">
                <a:solidFill>
                  <a:srgbClr val="000000"/>
                </a:solidFill>
                <a:effectLst/>
              </a:rPr>
            </a:br>
            <a:r>
              <a:rPr lang="en-US" sz="2000" i="1" dirty="0">
                <a:solidFill>
                  <a:srgbClr val="000000"/>
                </a:solidFill>
                <a:effectLst/>
              </a:rPr>
              <a:t>…..</a:t>
            </a:r>
            <a:br>
              <a:rPr lang="en-US" sz="2000" i="1" dirty="0">
                <a:solidFill>
                  <a:srgbClr val="000000"/>
                </a:solidFill>
                <a:effectLst/>
              </a:rPr>
            </a:br>
            <a:r>
              <a:rPr lang="en-US" sz="2000" i="1" dirty="0">
                <a:solidFill>
                  <a:srgbClr val="000000"/>
                </a:solidFill>
                <a:effectLst/>
              </a:rPr>
              <a:t>When, by the gift of the coupons, he has separated his right to interest payments from his investment and procured the payment of the interest to his </a:t>
            </a:r>
            <a:r>
              <a:rPr lang="en-US" sz="2000" i="1" dirty="0" err="1">
                <a:solidFill>
                  <a:srgbClr val="000000"/>
                </a:solidFill>
                <a:effectLst/>
              </a:rPr>
              <a:t>donee</a:t>
            </a:r>
            <a:r>
              <a:rPr lang="en-US" sz="2000" i="1" dirty="0">
                <a:solidFill>
                  <a:srgbClr val="000000"/>
                </a:solidFill>
                <a:effectLst/>
              </a:rPr>
              <a:t>, he has enjoyed the economic benefits of the income in the same manner and to the</a:t>
            </a:r>
          </a:p>
          <a:p>
            <a:pPr algn="just"/>
            <a:r>
              <a:rPr lang="en-US" sz="2000" i="1" dirty="0">
                <a:solidFill>
                  <a:srgbClr val="000000"/>
                </a:solidFill>
                <a:effectLst/>
              </a:rPr>
              <a:t>same extent as though the transfer were of earnings, and in both cases the import of the statute is that the fruit is not to be attributed to a different tree from that on which it grew.</a:t>
            </a:r>
            <a:endParaRPr lang="en-US" dirty="0"/>
          </a:p>
        </p:txBody>
      </p:sp>
    </p:spTree>
    <p:extLst>
      <p:ext uri="{BB962C8B-B14F-4D97-AF65-F5344CB8AC3E}">
        <p14:creationId xmlns:p14="http://schemas.microsoft.com/office/powerpoint/2010/main" val="4219236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AA8AB6A-295B-C146-98AA-BF2C91C90380}"/>
              </a:ext>
            </a:extLst>
          </p:cNvPr>
          <p:cNvSpPr>
            <a:spLocks noGrp="1"/>
          </p:cNvSpPr>
          <p:nvPr>
            <p:ph idx="1"/>
          </p:nvPr>
        </p:nvSpPr>
        <p:spPr/>
        <p:txBody>
          <a:bodyPr/>
          <a:lstStyle/>
          <a:p>
            <a:r>
              <a:rPr lang="en-US" sz="2800" dirty="0"/>
              <a:t>Assume that father in </a:t>
            </a:r>
            <a:r>
              <a:rPr lang="en-US" sz="2800" i="1" dirty="0" err="1"/>
              <a:t>Helvering</a:t>
            </a:r>
            <a:r>
              <a:rPr lang="en-US" sz="2800" i="1" dirty="0"/>
              <a:t> v. Horst</a:t>
            </a:r>
            <a:r>
              <a:rPr lang="en-US" sz="2800" dirty="0"/>
              <a:t> had transferred the entire bond (and not just a coupon or coupons) to his son.  </a:t>
            </a:r>
          </a:p>
          <a:p>
            <a:pPr lvl="1"/>
            <a:r>
              <a:rPr lang="en-US" sz="2600" dirty="0"/>
              <a:t>Who would report the income from the coupons?</a:t>
            </a:r>
          </a:p>
          <a:p>
            <a:pPr lvl="1"/>
            <a:r>
              <a:rPr lang="en-US" sz="2600" dirty="0"/>
              <a:t>Under what circumstances would this be beneficial for tax purposes in shifting taxable income from the father to the son?</a:t>
            </a:r>
          </a:p>
          <a:p>
            <a:r>
              <a:rPr lang="en-US" sz="2800" dirty="0"/>
              <a:t>Kiddie Tax</a:t>
            </a:r>
          </a:p>
          <a:p>
            <a:pPr lvl="1"/>
            <a:r>
              <a:rPr lang="en-US" sz="2600" dirty="0"/>
              <a:t>Applies to children under the age of 18 or under the age of 24 if parents are providing &gt;50% of their support, e.g., students</a:t>
            </a:r>
          </a:p>
          <a:p>
            <a:pPr lvl="1"/>
            <a:r>
              <a:rPr lang="en-US" sz="2600" dirty="0"/>
              <a:t>Applies once child’s unearned income (dividends, interest, CGs, etc.) exceeds $2,700 (in 2026)</a:t>
            </a:r>
          </a:p>
          <a:p>
            <a:pPr lvl="1"/>
            <a:r>
              <a:rPr lang="en-US" sz="2600" dirty="0"/>
              <a:t>For 2026, first $1,350 of unearned income qualifies for standard deduction, the next $1,350 is taxed at the child’s rate, and the amounts exceeding $2,700 are taxed at the parent’s MTR.</a:t>
            </a:r>
          </a:p>
        </p:txBody>
      </p:sp>
      <p:sp>
        <p:nvSpPr>
          <p:cNvPr id="3" name="Title 2">
            <a:extLst>
              <a:ext uri="{FF2B5EF4-FFF2-40B4-BE49-F238E27FC236}">
                <a16:creationId xmlns:a16="http://schemas.microsoft.com/office/drawing/2014/main" id="{9FD2A748-5E29-DEF5-FEE6-1D91F92DC337}"/>
              </a:ext>
            </a:extLst>
          </p:cNvPr>
          <p:cNvSpPr>
            <a:spLocks noGrp="1"/>
          </p:cNvSpPr>
          <p:nvPr>
            <p:ph type="title"/>
          </p:nvPr>
        </p:nvSpPr>
        <p:spPr/>
        <p:txBody>
          <a:bodyPr/>
          <a:lstStyle/>
          <a:p>
            <a:r>
              <a:rPr lang="en-US" sz="2400" dirty="0"/>
              <a:t>Kiddie Tax: </a:t>
            </a:r>
            <a:r>
              <a:rPr lang="en-US" sz="2400" dirty="0">
                <a:effectLst/>
                <a:latin typeface="Calibri" panose="020F0502020204030204" pitchFamily="34" charset="0"/>
                <a:cs typeface="Calibri" panose="020F0502020204030204" pitchFamily="34" charset="0"/>
              </a:rPr>
              <a:t>§1(g)</a:t>
            </a:r>
            <a:endParaRPr lang="en-US" sz="2400" dirty="0"/>
          </a:p>
        </p:txBody>
      </p:sp>
      <p:sp>
        <p:nvSpPr>
          <p:cNvPr id="4" name="Slide Number Placeholder 3">
            <a:extLst>
              <a:ext uri="{FF2B5EF4-FFF2-40B4-BE49-F238E27FC236}">
                <a16:creationId xmlns:a16="http://schemas.microsoft.com/office/drawing/2014/main" id="{5EC2981A-8E3C-77B8-579B-F62920A5B89B}"/>
              </a:ext>
            </a:extLst>
          </p:cNvPr>
          <p:cNvSpPr>
            <a:spLocks noGrp="1"/>
          </p:cNvSpPr>
          <p:nvPr>
            <p:ph type="sldNum" sz="quarter" idx="10"/>
          </p:nvPr>
        </p:nvSpPr>
        <p:spPr/>
        <p:txBody>
          <a:bodyPr/>
          <a:lstStyle/>
          <a:p>
            <a:fld id="{7B3E355C-57B9-BC4B-95D8-406A1F834537}" type="slidenum">
              <a:rPr lang="en-US" altLang="en-US" smtClean="0"/>
              <a:pPr/>
              <a:t>16</a:t>
            </a:fld>
            <a:endParaRPr lang="en-US" altLang="en-US"/>
          </a:p>
        </p:txBody>
      </p:sp>
      <p:sp>
        <p:nvSpPr>
          <p:cNvPr id="5" name="Footer Placeholder 4">
            <a:extLst>
              <a:ext uri="{FF2B5EF4-FFF2-40B4-BE49-F238E27FC236}">
                <a16:creationId xmlns:a16="http://schemas.microsoft.com/office/drawing/2014/main" id="{245A23DC-0D2A-20FB-DCBB-39282E9E4441}"/>
              </a:ext>
            </a:extLst>
          </p:cNvPr>
          <p:cNvSpPr>
            <a:spLocks noGrp="1"/>
          </p:cNvSpPr>
          <p:nvPr>
            <p:ph type="ftr" sz="quarter" idx="11"/>
          </p:nvPr>
        </p:nvSpPr>
        <p:spPr/>
        <p:txBody>
          <a:bodyPr/>
          <a:lstStyle/>
          <a:p>
            <a:pPr>
              <a:defRPr/>
            </a:pPr>
            <a:r>
              <a:rPr lang="en-US"/>
              <a:t>Income Shifting in Families</a:t>
            </a:r>
            <a:endParaRPr lang="en-US" dirty="0"/>
          </a:p>
        </p:txBody>
      </p:sp>
    </p:spTree>
    <p:extLst>
      <p:ext uri="{BB962C8B-B14F-4D97-AF65-F5344CB8AC3E}">
        <p14:creationId xmlns:p14="http://schemas.microsoft.com/office/powerpoint/2010/main" val="2735912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9692822-F71C-7E37-8C4B-B74BEFE9F90E}"/>
              </a:ext>
            </a:extLst>
          </p:cNvPr>
          <p:cNvSpPr>
            <a:spLocks noGrp="1"/>
          </p:cNvSpPr>
          <p:nvPr>
            <p:ph idx="1"/>
          </p:nvPr>
        </p:nvSpPr>
        <p:spPr/>
        <p:txBody>
          <a:bodyPr/>
          <a:lstStyle/>
          <a:p>
            <a:r>
              <a:rPr lang="en-US" sz="3200" dirty="0"/>
              <a:t>Clifford establishes a </a:t>
            </a:r>
            <a:r>
              <a:rPr lang="en-US" sz="3200" b="1" dirty="0"/>
              <a:t>5-year</a:t>
            </a:r>
            <a:r>
              <a:rPr lang="en-US" sz="3200" dirty="0"/>
              <a:t> trust for his wife with certain securities and names himself trustee</a:t>
            </a:r>
          </a:p>
          <a:p>
            <a:pPr lvl="1"/>
            <a:r>
              <a:rPr lang="en-US" sz="2800" dirty="0"/>
              <a:t>Trust will pay to wife net income as Clifford in absolute discretion might determine</a:t>
            </a:r>
          </a:p>
          <a:p>
            <a:pPr lvl="1"/>
            <a:r>
              <a:rPr lang="en-US" sz="2800" dirty="0"/>
              <a:t>Upon termination of trust, corpus goes to Clifford</a:t>
            </a:r>
          </a:p>
          <a:p>
            <a:pPr lvl="1"/>
            <a:r>
              <a:rPr lang="en-US" sz="2800" dirty="0"/>
              <a:t>Clifford has power to exercise all voting rights, sell, exchange any securities, invest any cash in the trust estate, collect all income</a:t>
            </a:r>
          </a:p>
          <a:p>
            <a:pPr lvl="1"/>
            <a:r>
              <a:rPr lang="en-US" sz="2800" dirty="0"/>
              <a:t>Wife could not transfer any interest in trust or income therefrom</a:t>
            </a:r>
          </a:p>
          <a:p>
            <a:pPr lvl="1"/>
            <a:r>
              <a:rPr lang="en-US" sz="2800" dirty="0"/>
              <a:t>All income paid to wife who included it in her return</a:t>
            </a:r>
          </a:p>
          <a:p>
            <a:pPr lvl="1"/>
            <a:r>
              <a:rPr lang="en-US" sz="2800" dirty="0"/>
              <a:t>Purported tax benefits of trust?</a:t>
            </a:r>
          </a:p>
          <a:p>
            <a:r>
              <a:rPr lang="en-US" sz="2800" dirty="0"/>
              <a:t>Why did the court conclude that Clifford continued to be the owner of the trust corpus?</a:t>
            </a:r>
          </a:p>
          <a:p>
            <a:pPr lvl="1"/>
            <a:endParaRPr lang="en-US" sz="2400" dirty="0"/>
          </a:p>
          <a:p>
            <a:endParaRPr lang="en-US" dirty="0"/>
          </a:p>
        </p:txBody>
      </p:sp>
      <p:sp>
        <p:nvSpPr>
          <p:cNvPr id="3" name="Title 2">
            <a:extLst>
              <a:ext uri="{FF2B5EF4-FFF2-40B4-BE49-F238E27FC236}">
                <a16:creationId xmlns:a16="http://schemas.microsoft.com/office/drawing/2014/main" id="{736CEEAA-6AB9-BE96-5AE1-43F95153ED84}"/>
              </a:ext>
            </a:extLst>
          </p:cNvPr>
          <p:cNvSpPr>
            <a:spLocks noGrp="1"/>
          </p:cNvSpPr>
          <p:nvPr>
            <p:ph type="title"/>
          </p:nvPr>
        </p:nvSpPr>
        <p:spPr/>
        <p:txBody>
          <a:bodyPr/>
          <a:lstStyle/>
          <a:p>
            <a:r>
              <a:rPr lang="en-US" i="1" dirty="0" err="1"/>
              <a:t>Helvering</a:t>
            </a:r>
            <a:r>
              <a:rPr lang="en-US" i="1" dirty="0"/>
              <a:t> v. Clifford,</a:t>
            </a:r>
            <a:r>
              <a:rPr lang="en-US" dirty="0"/>
              <a:t> 309 U.S. 331 (1940)</a:t>
            </a:r>
            <a:endParaRPr lang="en-US" i="1" dirty="0"/>
          </a:p>
        </p:txBody>
      </p:sp>
      <p:sp>
        <p:nvSpPr>
          <p:cNvPr id="4" name="Slide Number Placeholder 3">
            <a:extLst>
              <a:ext uri="{FF2B5EF4-FFF2-40B4-BE49-F238E27FC236}">
                <a16:creationId xmlns:a16="http://schemas.microsoft.com/office/drawing/2014/main" id="{0FBEF30C-919A-6650-EB7D-57002CF01F7A}"/>
              </a:ext>
            </a:extLst>
          </p:cNvPr>
          <p:cNvSpPr>
            <a:spLocks noGrp="1"/>
          </p:cNvSpPr>
          <p:nvPr>
            <p:ph type="sldNum" sz="quarter" idx="10"/>
          </p:nvPr>
        </p:nvSpPr>
        <p:spPr/>
        <p:txBody>
          <a:bodyPr/>
          <a:lstStyle/>
          <a:p>
            <a:fld id="{7B3E355C-57B9-BC4B-95D8-406A1F834537}" type="slidenum">
              <a:rPr lang="en-US" altLang="en-US" smtClean="0"/>
              <a:pPr/>
              <a:t>17</a:t>
            </a:fld>
            <a:endParaRPr lang="en-US" altLang="en-US"/>
          </a:p>
        </p:txBody>
      </p:sp>
      <p:sp>
        <p:nvSpPr>
          <p:cNvPr id="5" name="Footer Placeholder 4">
            <a:extLst>
              <a:ext uri="{FF2B5EF4-FFF2-40B4-BE49-F238E27FC236}">
                <a16:creationId xmlns:a16="http://schemas.microsoft.com/office/drawing/2014/main" id="{B3145564-B716-F9B5-73D7-6FF95B0C3CE2}"/>
              </a:ext>
            </a:extLst>
          </p:cNvPr>
          <p:cNvSpPr>
            <a:spLocks noGrp="1"/>
          </p:cNvSpPr>
          <p:nvPr>
            <p:ph type="ftr" sz="quarter" idx="11"/>
          </p:nvPr>
        </p:nvSpPr>
        <p:spPr/>
        <p:txBody>
          <a:bodyPr/>
          <a:lstStyle/>
          <a:p>
            <a:pPr>
              <a:defRPr/>
            </a:pPr>
            <a:r>
              <a:rPr lang="en-US"/>
              <a:t>Income Shifting in Families</a:t>
            </a:r>
            <a:endParaRPr lang="en-US" dirty="0"/>
          </a:p>
        </p:txBody>
      </p:sp>
    </p:spTree>
    <p:extLst>
      <p:ext uri="{BB962C8B-B14F-4D97-AF65-F5344CB8AC3E}">
        <p14:creationId xmlns:p14="http://schemas.microsoft.com/office/powerpoint/2010/main" val="2584769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A83DA4-7C6D-5AD4-765B-35C547F2F690}"/>
              </a:ext>
            </a:extLst>
          </p:cNvPr>
          <p:cNvSpPr>
            <a:spLocks noGrp="1"/>
          </p:cNvSpPr>
          <p:nvPr>
            <p:ph idx="1"/>
          </p:nvPr>
        </p:nvSpPr>
        <p:spPr/>
        <p:txBody>
          <a:bodyPr>
            <a:normAutofit fontScale="92500"/>
          </a:bodyPr>
          <a:lstStyle/>
          <a:p>
            <a:r>
              <a:rPr lang="en-US" sz="3200" dirty="0"/>
              <a:t>Grantor (Clifford) trusts are ignored for income </a:t>
            </a:r>
            <a:r>
              <a:rPr lang="en-US" sz="3200"/>
              <a:t>tax purposes, </a:t>
            </a:r>
            <a:r>
              <a:rPr lang="en-US" sz="3200" dirty="0"/>
              <a:t>and the income of the trust is taxed to the grantor</a:t>
            </a:r>
          </a:p>
          <a:p>
            <a:r>
              <a:rPr lang="en-US" sz="3200" dirty="0"/>
              <a:t>Similar to how wholly owned (single member or disregarded entity) LLC is taxed</a:t>
            </a:r>
          </a:p>
          <a:p>
            <a:r>
              <a:rPr lang="en-US" sz="3200" dirty="0"/>
              <a:t>Grantor treated as owner of portion of trust in which:</a:t>
            </a:r>
          </a:p>
          <a:p>
            <a:pPr lvl="1"/>
            <a:r>
              <a:rPr lang="en-US" sz="2800" dirty="0"/>
              <a:t>He has a </a:t>
            </a:r>
            <a:r>
              <a:rPr lang="en-US" sz="2800" b="1" dirty="0"/>
              <a:t>revisionary interest </a:t>
            </a:r>
            <a:r>
              <a:rPr lang="en-US" sz="2800" dirty="0"/>
              <a:t>in corpus or income exceeding 5% of the value of the portion of the trust. </a:t>
            </a:r>
            <a:r>
              <a:rPr lang="en-US" sz="2800" dirty="0">
                <a:effectLst/>
                <a:latin typeface="Calibri" panose="020F0502020204030204" pitchFamily="34" charset="0"/>
                <a:cs typeface="Calibri" panose="020F0502020204030204" pitchFamily="34" charset="0"/>
              </a:rPr>
              <a:t>§673</a:t>
            </a:r>
          </a:p>
          <a:p>
            <a:pPr lvl="1"/>
            <a:r>
              <a:rPr lang="en-US" sz="2800" dirty="0">
                <a:latin typeface="Calibri" panose="020F0502020204030204" pitchFamily="34" charset="0"/>
                <a:cs typeface="Calibri" panose="020F0502020204030204" pitchFamily="34" charset="0"/>
              </a:rPr>
              <a:t>The beneficial enjoyment of corpus/income is subject to </a:t>
            </a:r>
            <a:r>
              <a:rPr lang="en-US" sz="2800" b="1" dirty="0">
                <a:latin typeface="Calibri" panose="020F0502020204030204" pitchFamily="34" charset="0"/>
                <a:cs typeface="Calibri" panose="020F0502020204030204" pitchFamily="34" charset="0"/>
              </a:rPr>
              <a:t>power of disposition</a:t>
            </a:r>
            <a:r>
              <a:rPr lang="en-US" sz="2800" dirty="0">
                <a:latin typeface="Calibri" panose="020F0502020204030204" pitchFamily="34" charset="0"/>
                <a:cs typeface="Calibri" panose="020F0502020204030204" pitchFamily="34" charset="0"/>
              </a:rPr>
              <a:t> exercisable by the grantor. </a:t>
            </a:r>
            <a:r>
              <a:rPr lang="en-US" sz="2800" dirty="0">
                <a:effectLst/>
                <a:latin typeface="Calibri" panose="020F0502020204030204" pitchFamily="34" charset="0"/>
                <a:cs typeface="Calibri" panose="020F0502020204030204" pitchFamily="34" charset="0"/>
              </a:rPr>
              <a:t>§674</a:t>
            </a:r>
          </a:p>
          <a:p>
            <a:pPr lvl="1"/>
            <a:r>
              <a:rPr lang="en-US" sz="2800" dirty="0">
                <a:latin typeface="Calibri" panose="020F0502020204030204" pitchFamily="34" charset="0"/>
                <a:cs typeface="Calibri" panose="020F0502020204030204" pitchFamily="34" charset="0"/>
              </a:rPr>
              <a:t>Grantor can purchase, sell or exchange for less than adequate consideration or borrow corpus/income without adequate interest or security. </a:t>
            </a:r>
            <a:r>
              <a:rPr lang="en-US" sz="2800" dirty="0">
                <a:effectLst/>
                <a:latin typeface="Calibri" panose="020F0502020204030204" pitchFamily="34" charset="0"/>
                <a:cs typeface="Calibri" panose="020F0502020204030204" pitchFamily="34" charset="0"/>
              </a:rPr>
              <a:t>§675</a:t>
            </a:r>
          </a:p>
          <a:p>
            <a:pPr lvl="1"/>
            <a:r>
              <a:rPr lang="en-US" sz="2800" dirty="0">
                <a:latin typeface="Calibri" panose="020F0502020204030204" pitchFamily="34" charset="0"/>
                <a:cs typeface="Calibri" panose="020F0502020204030204" pitchFamily="34" charset="0"/>
              </a:rPr>
              <a:t>Grantor can </a:t>
            </a:r>
            <a:r>
              <a:rPr lang="en-US" sz="2800" b="1" dirty="0">
                <a:latin typeface="Calibri" panose="020F0502020204030204" pitchFamily="34" charset="0"/>
                <a:cs typeface="Calibri" panose="020F0502020204030204" pitchFamily="34" charset="0"/>
              </a:rPr>
              <a:t>revoke</a:t>
            </a:r>
            <a:r>
              <a:rPr lang="en-US" sz="2800" dirty="0">
                <a:latin typeface="Calibri" panose="020F0502020204030204" pitchFamily="34" charset="0"/>
                <a:cs typeface="Calibri" panose="020F0502020204030204" pitchFamily="34" charset="0"/>
              </a:rPr>
              <a:t> trust and vest title in grantor. </a:t>
            </a:r>
            <a:r>
              <a:rPr lang="en-US" sz="2800" dirty="0">
                <a:effectLst/>
                <a:latin typeface="Calibri" panose="020F0502020204030204" pitchFamily="34" charset="0"/>
                <a:cs typeface="Calibri" panose="020F0502020204030204" pitchFamily="34" charset="0"/>
              </a:rPr>
              <a:t>§676</a:t>
            </a:r>
          </a:p>
          <a:p>
            <a:endParaRPr lang="en-US" dirty="0"/>
          </a:p>
          <a:p>
            <a:endParaRPr lang="en-US" dirty="0"/>
          </a:p>
          <a:p>
            <a:endParaRPr lang="en-US" dirty="0"/>
          </a:p>
          <a:p>
            <a:endParaRPr lang="en-US" dirty="0"/>
          </a:p>
        </p:txBody>
      </p:sp>
      <p:sp>
        <p:nvSpPr>
          <p:cNvPr id="3" name="Title 2">
            <a:extLst>
              <a:ext uri="{FF2B5EF4-FFF2-40B4-BE49-F238E27FC236}">
                <a16:creationId xmlns:a16="http://schemas.microsoft.com/office/drawing/2014/main" id="{A46D8817-265E-3E0F-A679-88E5D94011F0}"/>
              </a:ext>
            </a:extLst>
          </p:cNvPr>
          <p:cNvSpPr>
            <a:spLocks noGrp="1"/>
          </p:cNvSpPr>
          <p:nvPr>
            <p:ph type="title"/>
          </p:nvPr>
        </p:nvSpPr>
        <p:spPr/>
        <p:txBody>
          <a:bodyPr/>
          <a:lstStyle/>
          <a:p>
            <a:r>
              <a:rPr lang="en-US" dirty="0"/>
              <a:t>Grantor Trust Rules:  Bird’s Eye View</a:t>
            </a:r>
          </a:p>
        </p:txBody>
      </p:sp>
      <p:sp>
        <p:nvSpPr>
          <p:cNvPr id="4" name="Slide Number Placeholder 3">
            <a:extLst>
              <a:ext uri="{FF2B5EF4-FFF2-40B4-BE49-F238E27FC236}">
                <a16:creationId xmlns:a16="http://schemas.microsoft.com/office/drawing/2014/main" id="{165406CA-6555-F565-D5C4-E7D0800437D4}"/>
              </a:ext>
            </a:extLst>
          </p:cNvPr>
          <p:cNvSpPr>
            <a:spLocks noGrp="1"/>
          </p:cNvSpPr>
          <p:nvPr>
            <p:ph type="sldNum" sz="quarter" idx="10"/>
          </p:nvPr>
        </p:nvSpPr>
        <p:spPr/>
        <p:txBody>
          <a:bodyPr/>
          <a:lstStyle/>
          <a:p>
            <a:fld id="{7B3E355C-57B9-BC4B-95D8-406A1F834537}" type="slidenum">
              <a:rPr lang="en-US" altLang="en-US" smtClean="0"/>
              <a:pPr/>
              <a:t>18</a:t>
            </a:fld>
            <a:endParaRPr lang="en-US" altLang="en-US"/>
          </a:p>
        </p:txBody>
      </p:sp>
      <p:sp>
        <p:nvSpPr>
          <p:cNvPr id="5" name="Footer Placeholder 4">
            <a:extLst>
              <a:ext uri="{FF2B5EF4-FFF2-40B4-BE49-F238E27FC236}">
                <a16:creationId xmlns:a16="http://schemas.microsoft.com/office/drawing/2014/main" id="{E17BF1F9-169E-6940-6952-6C72B6FB867E}"/>
              </a:ext>
            </a:extLst>
          </p:cNvPr>
          <p:cNvSpPr>
            <a:spLocks noGrp="1"/>
          </p:cNvSpPr>
          <p:nvPr>
            <p:ph type="ftr" sz="quarter" idx="11"/>
          </p:nvPr>
        </p:nvSpPr>
        <p:spPr/>
        <p:txBody>
          <a:bodyPr/>
          <a:lstStyle/>
          <a:p>
            <a:pPr>
              <a:defRPr/>
            </a:pPr>
            <a:r>
              <a:rPr lang="en-US"/>
              <a:t>Income Shifting in Families</a:t>
            </a:r>
            <a:endParaRPr lang="en-US" dirty="0"/>
          </a:p>
        </p:txBody>
      </p:sp>
    </p:spTree>
    <p:extLst>
      <p:ext uri="{BB962C8B-B14F-4D97-AF65-F5344CB8AC3E}">
        <p14:creationId xmlns:p14="http://schemas.microsoft.com/office/powerpoint/2010/main" val="4700999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5C21A3-6274-0E18-5D8B-8772CFB51E11}"/>
              </a:ext>
            </a:extLst>
          </p:cNvPr>
          <p:cNvSpPr>
            <a:spLocks noGrp="1"/>
          </p:cNvSpPr>
          <p:nvPr>
            <p:ph idx="1"/>
          </p:nvPr>
        </p:nvSpPr>
        <p:spPr/>
        <p:txBody>
          <a:bodyPr/>
          <a:lstStyle/>
          <a:p>
            <a:r>
              <a:rPr lang="en-US" sz="3200" b="1" dirty="0"/>
              <a:t>Simple Trust</a:t>
            </a:r>
            <a:r>
              <a:rPr lang="en-US" sz="3200" dirty="0"/>
              <a:t>:  all income (and only income) is required to be </a:t>
            </a:r>
            <a:r>
              <a:rPr lang="en-US" sz="3200" b="1" dirty="0"/>
              <a:t>distributed annually</a:t>
            </a:r>
            <a:r>
              <a:rPr lang="en-US" sz="3200" dirty="0"/>
              <a:t> to beneficiaries.</a:t>
            </a:r>
          </a:p>
          <a:p>
            <a:pPr lvl="1"/>
            <a:r>
              <a:rPr lang="en-US" sz="2800" dirty="0"/>
              <a:t>Trust income is taxed to the beneficiaries and not to the trust. </a:t>
            </a:r>
            <a:r>
              <a:rPr lang="en-US" sz="2800" dirty="0">
                <a:effectLst/>
                <a:latin typeface="Calibri" panose="020F0502020204030204" pitchFamily="34" charset="0"/>
                <a:cs typeface="Calibri" panose="020F0502020204030204" pitchFamily="34" charset="0"/>
              </a:rPr>
              <a:t>§§61(a)(14); 652(a)</a:t>
            </a:r>
            <a:endParaRPr lang="en-US" sz="2800" dirty="0"/>
          </a:p>
          <a:p>
            <a:r>
              <a:rPr lang="en-US" sz="3200" b="1" dirty="0"/>
              <a:t>Complex Trust: </a:t>
            </a:r>
            <a:r>
              <a:rPr lang="en-US" sz="3200" dirty="0">
                <a:latin typeface="Calibri" panose="020F0502020204030204" pitchFamily="34" charset="0"/>
                <a:cs typeface="Calibri" panose="020F0502020204030204" pitchFamily="34" charset="0"/>
              </a:rPr>
              <a:t>trust that allows trustee to </a:t>
            </a:r>
            <a:r>
              <a:rPr lang="en-US" sz="3200" b="1" dirty="0">
                <a:latin typeface="Calibri" panose="020F0502020204030204" pitchFamily="34" charset="0"/>
                <a:cs typeface="Calibri" panose="020F0502020204030204" pitchFamily="34" charset="0"/>
              </a:rPr>
              <a:t>retain income </a:t>
            </a:r>
            <a:r>
              <a:rPr lang="en-US" sz="3200" dirty="0">
                <a:latin typeface="Calibri" panose="020F0502020204030204" pitchFamily="34" charset="0"/>
                <a:cs typeface="Calibri" panose="020F0502020204030204" pitchFamily="34" charset="0"/>
              </a:rPr>
              <a:t>and distribute the income in a subsequent year.</a:t>
            </a:r>
          </a:p>
          <a:p>
            <a:pPr lvl="1"/>
            <a:r>
              <a:rPr lang="en-US" sz="3200" dirty="0">
                <a:latin typeface="Calibri" panose="020F0502020204030204" pitchFamily="34" charset="0"/>
                <a:cs typeface="Calibri" panose="020F0502020204030204" pitchFamily="34" charset="0"/>
              </a:rPr>
              <a:t>If the trust distributes income, it is able to deduct the distributed income. </a:t>
            </a:r>
            <a:r>
              <a:rPr lang="en-US" sz="3200" dirty="0">
                <a:effectLst/>
                <a:latin typeface="Calibri" panose="020F0502020204030204" pitchFamily="34" charset="0"/>
                <a:cs typeface="Calibri" panose="020F0502020204030204" pitchFamily="34" charset="0"/>
              </a:rPr>
              <a:t>§661(a).</a:t>
            </a:r>
          </a:p>
          <a:p>
            <a:pPr lvl="1"/>
            <a:r>
              <a:rPr lang="en-US" sz="3200" dirty="0">
                <a:latin typeface="Calibri" panose="020F0502020204030204" pitchFamily="34" charset="0"/>
                <a:cs typeface="Calibri" panose="020F0502020204030204" pitchFamily="34" charset="0"/>
              </a:rPr>
              <a:t>If the trust retains income, it is taxed under </a:t>
            </a:r>
            <a:r>
              <a:rPr lang="en-US" sz="3200" dirty="0">
                <a:effectLst/>
                <a:latin typeface="Calibri" panose="020F0502020204030204" pitchFamily="34" charset="0"/>
                <a:cs typeface="Calibri" panose="020F0502020204030204" pitchFamily="34" charset="0"/>
              </a:rPr>
              <a:t>§</a:t>
            </a:r>
            <a:r>
              <a:rPr lang="en-US" sz="3200" dirty="0">
                <a:latin typeface="Calibri" panose="020F0502020204030204" pitchFamily="34" charset="0"/>
                <a:cs typeface="Calibri" panose="020F0502020204030204" pitchFamily="34" charset="0"/>
              </a:rPr>
              <a:t>1(j)(2)(E) and beneficiaries are taxed when it is distributed. </a:t>
            </a:r>
            <a:r>
              <a:rPr lang="en-US" sz="3200" dirty="0">
                <a:effectLst/>
                <a:latin typeface="Calibri" panose="020F0502020204030204" pitchFamily="34" charset="0"/>
                <a:cs typeface="Calibri" panose="020F0502020204030204" pitchFamily="34" charset="0"/>
              </a:rPr>
              <a:t>§662.  Tax paid by the trust can be credited to beneficiaries. §§667(b)(1), 668(b).</a:t>
            </a:r>
            <a:endParaRPr lang="en-US" sz="3200" dirty="0">
              <a:latin typeface="Calibri" panose="020F0502020204030204" pitchFamily="34" charset="0"/>
              <a:cs typeface="Calibri" panose="020F0502020204030204" pitchFamily="34" charset="0"/>
            </a:endParaRPr>
          </a:p>
          <a:p>
            <a:pPr lvl="1"/>
            <a:endParaRPr lang="en-US" b="1" dirty="0"/>
          </a:p>
        </p:txBody>
      </p:sp>
      <p:sp>
        <p:nvSpPr>
          <p:cNvPr id="3" name="Title 2">
            <a:extLst>
              <a:ext uri="{FF2B5EF4-FFF2-40B4-BE49-F238E27FC236}">
                <a16:creationId xmlns:a16="http://schemas.microsoft.com/office/drawing/2014/main" id="{5D3A8315-970A-33A9-B3AF-A92B58813750}"/>
              </a:ext>
            </a:extLst>
          </p:cNvPr>
          <p:cNvSpPr>
            <a:spLocks noGrp="1"/>
          </p:cNvSpPr>
          <p:nvPr>
            <p:ph type="title"/>
          </p:nvPr>
        </p:nvSpPr>
        <p:spPr/>
        <p:txBody>
          <a:bodyPr/>
          <a:lstStyle/>
          <a:p>
            <a:r>
              <a:rPr lang="en-US" dirty="0"/>
              <a:t>Non-Grantor Trusts: Bird’s Eye View 	</a:t>
            </a:r>
          </a:p>
        </p:txBody>
      </p:sp>
      <p:sp>
        <p:nvSpPr>
          <p:cNvPr id="4" name="Slide Number Placeholder 3">
            <a:extLst>
              <a:ext uri="{FF2B5EF4-FFF2-40B4-BE49-F238E27FC236}">
                <a16:creationId xmlns:a16="http://schemas.microsoft.com/office/drawing/2014/main" id="{E219856B-3F0D-12A1-D123-2A29630547D5}"/>
              </a:ext>
            </a:extLst>
          </p:cNvPr>
          <p:cNvSpPr>
            <a:spLocks noGrp="1"/>
          </p:cNvSpPr>
          <p:nvPr>
            <p:ph type="sldNum" sz="quarter" idx="10"/>
          </p:nvPr>
        </p:nvSpPr>
        <p:spPr/>
        <p:txBody>
          <a:bodyPr/>
          <a:lstStyle/>
          <a:p>
            <a:fld id="{7B3E355C-57B9-BC4B-95D8-406A1F834537}" type="slidenum">
              <a:rPr lang="en-US" altLang="en-US" smtClean="0"/>
              <a:pPr/>
              <a:t>19</a:t>
            </a:fld>
            <a:endParaRPr lang="en-US" altLang="en-US"/>
          </a:p>
        </p:txBody>
      </p:sp>
      <p:sp>
        <p:nvSpPr>
          <p:cNvPr id="5" name="Footer Placeholder 4">
            <a:extLst>
              <a:ext uri="{FF2B5EF4-FFF2-40B4-BE49-F238E27FC236}">
                <a16:creationId xmlns:a16="http://schemas.microsoft.com/office/drawing/2014/main" id="{B9D8298C-4616-8126-9C27-E777511A48C9}"/>
              </a:ext>
            </a:extLst>
          </p:cNvPr>
          <p:cNvSpPr>
            <a:spLocks noGrp="1"/>
          </p:cNvSpPr>
          <p:nvPr>
            <p:ph type="ftr" sz="quarter" idx="11"/>
          </p:nvPr>
        </p:nvSpPr>
        <p:spPr/>
        <p:txBody>
          <a:bodyPr/>
          <a:lstStyle/>
          <a:p>
            <a:pPr>
              <a:defRPr/>
            </a:pPr>
            <a:r>
              <a:rPr lang="en-US"/>
              <a:t>Income Shifting in Families</a:t>
            </a:r>
            <a:endParaRPr lang="en-US" dirty="0"/>
          </a:p>
        </p:txBody>
      </p:sp>
    </p:spTree>
    <p:extLst>
      <p:ext uri="{BB962C8B-B14F-4D97-AF65-F5344CB8AC3E}">
        <p14:creationId xmlns:p14="http://schemas.microsoft.com/office/powerpoint/2010/main" val="1791379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AF2F51-A21E-C105-17BC-D0A0014FDB86}"/>
              </a:ext>
            </a:extLst>
          </p:cNvPr>
          <p:cNvSpPr>
            <a:spLocks noGrp="1"/>
          </p:cNvSpPr>
          <p:nvPr>
            <p:ph idx="1"/>
          </p:nvPr>
        </p:nvSpPr>
        <p:spPr/>
        <p:txBody>
          <a:bodyPr/>
          <a:lstStyle/>
          <a:p>
            <a:r>
              <a:rPr lang="en-US" sz="2800" i="1" dirty="0"/>
              <a:t>Gould v. Gould</a:t>
            </a:r>
            <a:r>
              <a:rPr lang="en-US" sz="2800" dirty="0"/>
              <a:t>, 245 U.S. 151 (1917): support and maintenance payments not deductible nor includable.</a:t>
            </a:r>
          </a:p>
          <a:p>
            <a:pPr lvl="1"/>
            <a:r>
              <a:rPr lang="en-US" sz="2600" dirty="0"/>
              <a:t>Who is in essence being taxed, the payor or recipient?</a:t>
            </a:r>
          </a:p>
          <a:p>
            <a:pPr lvl="1"/>
            <a:r>
              <a:rPr lang="en-US" sz="2600" dirty="0"/>
              <a:t>Assume that the donor’s tax rate is 80%.  Is there a potential concern for the payor?</a:t>
            </a:r>
          </a:p>
          <a:p>
            <a:r>
              <a:rPr lang="en-US" sz="2800" dirty="0"/>
              <a:t>1942-2019: Deduction for alimony payor (old </a:t>
            </a:r>
            <a:r>
              <a:rPr lang="en-US" sz="2800" dirty="0">
                <a:effectLst/>
                <a:latin typeface="Calibri" panose="020F0502020204030204" pitchFamily="34" charset="0"/>
                <a:cs typeface="Calibri" panose="020F0502020204030204" pitchFamily="34" charset="0"/>
              </a:rPr>
              <a:t>§215) and inclusion by recipient (old §71)</a:t>
            </a:r>
          </a:p>
          <a:p>
            <a:pPr lvl="1"/>
            <a:r>
              <a:rPr lang="en-US" sz="2600" dirty="0">
                <a:latin typeface="Calibri" panose="020F0502020204030204" pitchFamily="34" charset="0"/>
                <a:cs typeface="Calibri" panose="020F0502020204030204" pitchFamily="34" charset="0"/>
              </a:rPr>
              <a:t>But </a:t>
            </a:r>
            <a:r>
              <a:rPr lang="en-US" sz="2600" b="1" dirty="0">
                <a:latin typeface="Calibri" panose="020F0502020204030204" pitchFamily="34" charset="0"/>
                <a:cs typeface="Calibri" panose="020F0502020204030204" pitchFamily="34" charset="0"/>
              </a:rPr>
              <a:t>child support</a:t>
            </a:r>
            <a:r>
              <a:rPr lang="en-US" sz="2600" dirty="0">
                <a:latin typeface="Calibri" panose="020F0502020204030204" pitchFamily="34" charset="0"/>
                <a:cs typeface="Calibri" panose="020F0502020204030204" pitchFamily="34" charset="0"/>
              </a:rPr>
              <a:t> payments were subject to the </a:t>
            </a:r>
            <a:r>
              <a:rPr lang="en-US" sz="2600" i="1" dirty="0">
                <a:latin typeface="Calibri" panose="020F0502020204030204" pitchFamily="34" charset="0"/>
                <a:cs typeface="Calibri" panose="020F0502020204030204" pitchFamily="34" charset="0"/>
              </a:rPr>
              <a:t>Gould</a:t>
            </a:r>
            <a:r>
              <a:rPr lang="en-US" sz="2600" dirty="0">
                <a:latin typeface="Calibri" panose="020F0502020204030204" pitchFamily="34" charset="0"/>
                <a:cs typeface="Calibri" panose="020F0502020204030204" pitchFamily="34" charset="0"/>
              </a:rPr>
              <a:t> rule.</a:t>
            </a:r>
            <a:endParaRPr lang="en-US" sz="2600" dirty="0">
              <a:effectLst/>
              <a:latin typeface="Calibri" panose="020F0502020204030204" pitchFamily="34" charset="0"/>
              <a:cs typeface="Calibri" panose="020F0502020204030204" pitchFamily="34" charset="0"/>
            </a:endParaRPr>
          </a:p>
          <a:p>
            <a:pPr lvl="1"/>
            <a:r>
              <a:rPr lang="en-US" sz="2600" dirty="0">
                <a:latin typeface="Calibri" panose="020F0502020204030204" pitchFamily="34" charset="0"/>
                <a:cs typeface="Calibri" panose="020F0502020204030204" pitchFamily="34" charset="0"/>
              </a:rPr>
              <a:t>If both parties were in different tax brackets, with some planning both parties could be made better off after-tax.</a:t>
            </a:r>
          </a:p>
          <a:p>
            <a:r>
              <a:rPr lang="en-US" sz="2800" b="1" dirty="0">
                <a:latin typeface="Calibri" panose="020F0502020204030204" pitchFamily="34" charset="0"/>
                <a:cs typeface="Calibri" panose="020F0502020204030204" pitchFamily="34" charset="0"/>
              </a:rPr>
              <a:t>Post-2018 Divorce Decrees</a:t>
            </a:r>
            <a:r>
              <a:rPr lang="en-US" sz="2800" dirty="0">
                <a:latin typeface="Calibri" panose="020F0502020204030204" pitchFamily="34" charset="0"/>
                <a:cs typeface="Calibri" panose="020F0502020204030204" pitchFamily="34" charset="0"/>
              </a:rPr>
              <a:t>: all cash payments (alimony, child support, or family support) are subject to the </a:t>
            </a:r>
            <a:r>
              <a:rPr lang="en-US" sz="2800" i="1" dirty="0">
                <a:latin typeface="Calibri" panose="020F0502020204030204" pitchFamily="34" charset="0"/>
                <a:cs typeface="Calibri" panose="020F0502020204030204" pitchFamily="34" charset="0"/>
              </a:rPr>
              <a:t>Gould</a:t>
            </a:r>
            <a:r>
              <a:rPr lang="en-US" sz="2800" dirty="0">
                <a:latin typeface="Calibri" panose="020F0502020204030204" pitchFamily="34" charset="0"/>
                <a:cs typeface="Calibri" panose="020F0502020204030204" pitchFamily="34" charset="0"/>
              </a:rPr>
              <a:t> rule</a:t>
            </a:r>
            <a:endParaRPr lang="en-US" sz="2800" dirty="0"/>
          </a:p>
        </p:txBody>
      </p:sp>
      <p:sp>
        <p:nvSpPr>
          <p:cNvPr id="3" name="Title 2">
            <a:extLst>
              <a:ext uri="{FF2B5EF4-FFF2-40B4-BE49-F238E27FC236}">
                <a16:creationId xmlns:a16="http://schemas.microsoft.com/office/drawing/2014/main" id="{7D04B2F1-C9F7-0C42-6DE5-AAEE633F9B73}"/>
              </a:ext>
            </a:extLst>
          </p:cNvPr>
          <p:cNvSpPr>
            <a:spLocks noGrp="1"/>
          </p:cNvSpPr>
          <p:nvPr>
            <p:ph type="title"/>
          </p:nvPr>
        </p:nvSpPr>
        <p:spPr/>
        <p:txBody>
          <a:bodyPr/>
          <a:lstStyle/>
          <a:p>
            <a:r>
              <a:rPr lang="en-US" dirty="0"/>
              <a:t>Income Shifting in the Fractured Family	</a:t>
            </a:r>
          </a:p>
        </p:txBody>
      </p:sp>
      <p:sp>
        <p:nvSpPr>
          <p:cNvPr id="4" name="Slide Number Placeholder 3">
            <a:extLst>
              <a:ext uri="{FF2B5EF4-FFF2-40B4-BE49-F238E27FC236}">
                <a16:creationId xmlns:a16="http://schemas.microsoft.com/office/drawing/2014/main" id="{CD3BCCAE-B63B-09B9-36C7-401733459304}"/>
              </a:ext>
            </a:extLst>
          </p:cNvPr>
          <p:cNvSpPr>
            <a:spLocks noGrp="1"/>
          </p:cNvSpPr>
          <p:nvPr>
            <p:ph type="sldNum" sz="quarter" idx="10"/>
          </p:nvPr>
        </p:nvSpPr>
        <p:spPr/>
        <p:txBody>
          <a:bodyPr/>
          <a:lstStyle/>
          <a:p>
            <a:fld id="{7B3E355C-57B9-BC4B-95D8-406A1F834537}" type="slidenum">
              <a:rPr lang="en-US" altLang="en-US" smtClean="0"/>
              <a:pPr/>
              <a:t>20</a:t>
            </a:fld>
            <a:endParaRPr lang="en-US" altLang="en-US"/>
          </a:p>
        </p:txBody>
      </p:sp>
      <p:sp>
        <p:nvSpPr>
          <p:cNvPr id="5" name="Footer Placeholder 4">
            <a:extLst>
              <a:ext uri="{FF2B5EF4-FFF2-40B4-BE49-F238E27FC236}">
                <a16:creationId xmlns:a16="http://schemas.microsoft.com/office/drawing/2014/main" id="{02A85669-D9B7-A361-D51C-00168C8B5946}"/>
              </a:ext>
            </a:extLst>
          </p:cNvPr>
          <p:cNvSpPr>
            <a:spLocks noGrp="1"/>
          </p:cNvSpPr>
          <p:nvPr>
            <p:ph type="ftr" sz="quarter" idx="11"/>
          </p:nvPr>
        </p:nvSpPr>
        <p:spPr/>
        <p:txBody>
          <a:bodyPr/>
          <a:lstStyle/>
          <a:p>
            <a:pPr>
              <a:defRPr/>
            </a:pPr>
            <a:r>
              <a:rPr lang="en-US"/>
              <a:t>Income Shifting in Families</a:t>
            </a:r>
            <a:endParaRPr lang="en-US" dirty="0"/>
          </a:p>
        </p:txBody>
      </p:sp>
    </p:spTree>
    <p:extLst>
      <p:ext uri="{BB962C8B-B14F-4D97-AF65-F5344CB8AC3E}">
        <p14:creationId xmlns:p14="http://schemas.microsoft.com/office/powerpoint/2010/main" val="342405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42E15D4-5CB9-F24B-B611-DF901B22E58A}"/>
              </a:ext>
            </a:extLst>
          </p:cNvPr>
          <p:cNvSpPr>
            <a:spLocks noGrp="1"/>
          </p:cNvSpPr>
          <p:nvPr>
            <p:ph idx="1"/>
          </p:nvPr>
        </p:nvSpPr>
        <p:spPr/>
        <p:txBody>
          <a:bodyPr>
            <a:normAutofit lnSpcReduction="10000"/>
          </a:bodyPr>
          <a:lstStyle/>
          <a:p>
            <a:r>
              <a:rPr lang="en-US" sz="2800" dirty="0"/>
              <a:t>Qualified domestic relations order (</a:t>
            </a:r>
            <a:r>
              <a:rPr lang="en-US" sz="2800" b="1" dirty="0"/>
              <a:t>QDRO</a:t>
            </a:r>
            <a:r>
              <a:rPr lang="en-US" sz="2800" dirty="0"/>
              <a:t>): couples can negotiate sharing of one spouse’s DB or DC plan (such as a 401(k)). </a:t>
            </a:r>
            <a:r>
              <a:rPr lang="en-US" sz="2800" dirty="0">
                <a:effectLst/>
                <a:latin typeface="Calibri" panose="020F0502020204030204" pitchFamily="34" charset="0"/>
                <a:cs typeface="Calibri" panose="020F0502020204030204" pitchFamily="34" charset="0"/>
              </a:rPr>
              <a:t>§414(p)</a:t>
            </a:r>
          </a:p>
          <a:p>
            <a:pPr lvl="1"/>
            <a:r>
              <a:rPr lang="en-US" sz="2400" dirty="0">
                <a:latin typeface="Calibri" panose="020F0502020204030204" pitchFamily="34" charset="0"/>
                <a:cs typeface="Calibri" panose="020F0502020204030204" pitchFamily="34" charset="0"/>
              </a:rPr>
              <a:t>Recipient pays taxes when payments are received.</a:t>
            </a:r>
          </a:p>
          <a:p>
            <a:pPr lvl="1"/>
            <a:r>
              <a:rPr lang="en-US" sz="2400" dirty="0">
                <a:latin typeface="Calibri" panose="020F0502020204030204" pitchFamily="34" charset="0"/>
                <a:cs typeface="Calibri" panose="020F0502020204030204" pitchFamily="34" charset="0"/>
              </a:rPr>
              <a:t>Similar rule applies to IRAs in divorce. §408(d)(6).</a:t>
            </a:r>
          </a:p>
          <a:p>
            <a:r>
              <a:rPr lang="en-US" sz="2800" dirty="0">
                <a:latin typeface="Calibri" panose="020F0502020204030204" pitchFamily="34" charset="0"/>
                <a:cs typeface="Calibri" panose="020F0502020204030204" pitchFamily="34" charset="0"/>
              </a:rPr>
              <a:t>Property in Kind</a:t>
            </a:r>
          </a:p>
          <a:p>
            <a:pPr lvl="1"/>
            <a:r>
              <a:rPr lang="en-US" sz="2400" dirty="0">
                <a:latin typeface="Calibri" panose="020F0502020204030204" pitchFamily="34" charset="0"/>
                <a:cs typeface="Calibri" panose="020F0502020204030204" pitchFamily="34" charset="0"/>
              </a:rPr>
              <a:t>Under </a:t>
            </a:r>
            <a:r>
              <a:rPr lang="en-US" sz="2400" i="1" dirty="0">
                <a:latin typeface="Calibri" panose="020F0502020204030204" pitchFamily="34" charset="0"/>
                <a:cs typeface="Calibri" panose="020F0502020204030204" pitchFamily="34" charset="0"/>
              </a:rPr>
              <a:t>Davis v. CIR</a:t>
            </a:r>
            <a:r>
              <a:rPr lang="en-US" sz="2400" dirty="0">
                <a:latin typeface="Calibri" panose="020F0502020204030204" pitchFamily="34" charset="0"/>
                <a:cs typeface="Calibri" panose="020F0502020204030204" pitchFamily="34" charset="0"/>
              </a:rPr>
              <a:t>, 370 U.S. 65 (1962), transfer of appreciated property to ex-wife treated as a realization event.  Wife would take property with FMV basis.</a:t>
            </a:r>
          </a:p>
          <a:p>
            <a:pPr lvl="1"/>
            <a:r>
              <a:rPr lang="en-US" sz="2400" dirty="0">
                <a:latin typeface="Calibri" panose="020F0502020204030204" pitchFamily="34" charset="0"/>
                <a:cs typeface="Calibri" panose="020F0502020204030204" pitchFamily="34" charset="0"/>
              </a:rPr>
              <a:t>Under §1041(a), no G/L on the transfer of property to (1) a spouse, or (2) former spouse if transfer incident to the divorce.</a:t>
            </a:r>
          </a:p>
          <a:p>
            <a:pPr lvl="1"/>
            <a:r>
              <a:rPr lang="en-US" sz="2400" dirty="0">
                <a:latin typeface="Calibri" panose="020F0502020204030204" pitchFamily="34" charset="0"/>
                <a:cs typeface="Calibri" panose="020F0502020204030204" pitchFamily="34" charset="0"/>
              </a:rPr>
              <a:t>Any transfer between spouses is treated as a gift (no deduction and carryover basis). Thus, gain is both deferred and shifted.</a:t>
            </a:r>
          </a:p>
          <a:p>
            <a:pPr lvl="1"/>
            <a:r>
              <a:rPr lang="en-US" sz="2400" dirty="0">
                <a:latin typeface="Calibri" panose="020F0502020204030204" pitchFamily="34" charset="0"/>
                <a:cs typeface="Calibri" panose="020F0502020204030204" pitchFamily="34" charset="0"/>
              </a:rPr>
              <a:t>Note, losses can be shifted between spouses.</a:t>
            </a:r>
          </a:p>
          <a:p>
            <a:pPr lvl="1"/>
            <a:r>
              <a:rPr lang="en-US" sz="2400" dirty="0">
                <a:latin typeface="Calibri" panose="020F0502020204030204" pitchFamily="34" charset="0"/>
                <a:cs typeface="Calibri" panose="020F0502020204030204" pitchFamily="34" charset="0"/>
              </a:rPr>
              <a:t>If property transferred </a:t>
            </a:r>
            <a:r>
              <a:rPr lang="en-US" sz="2400" i="1" dirty="0">
                <a:latin typeface="Calibri" panose="020F0502020204030204" pitchFamily="34" charset="0"/>
                <a:cs typeface="Calibri" panose="020F0502020204030204" pitchFamily="34" charset="0"/>
              </a:rPr>
              <a:t>before</a:t>
            </a:r>
            <a:r>
              <a:rPr lang="en-US" sz="2400" dirty="0">
                <a:latin typeface="Calibri" panose="020F0502020204030204" pitchFamily="34" charset="0"/>
                <a:cs typeface="Calibri" panose="020F0502020204030204" pitchFamily="34" charset="0"/>
              </a:rPr>
              <a:t> marriage, taxable to transferor; transferee takes FMV basis.  </a:t>
            </a:r>
            <a:r>
              <a:rPr lang="en-US" sz="2400" i="1" dirty="0">
                <a:latin typeface="Calibri" panose="020F0502020204030204" pitchFamily="34" charset="0"/>
                <a:cs typeface="Calibri" panose="020F0502020204030204" pitchFamily="34" charset="0"/>
              </a:rPr>
              <a:t>Farid-Es-</a:t>
            </a:r>
            <a:r>
              <a:rPr lang="en-US" sz="2400" i="1" dirty="0" err="1">
                <a:latin typeface="Calibri" panose="020F0502020204030204" pitchFamily="34" charset="0"/>
                <a:cs typeface="Calibri" panose="020F0502020204030204" pitchFamily="34" charset="0"/>
              </a:rPr>
              <a:t>Sultaneh</a:t>
            </a:r>
            <a:r>
              <a:rPr lang="en-US" sz="2400" i="1" dirty="0">
                <a:latin typeface="Calibri" panose="020F0502020204030204" pitchFamily="34" charset="0"/>
                <a:cs typeface="Calibri" panose="020F0502020204030204" pitchFamily="34" charset="0"/>
              </a:rPr>
              <a:t> v. CIR</a:t>
            </a:r>
            <a:r>
              <a:rPr lang="en-US" sz="2400" dirty="0">
                <a:latin typeface="Calibri" panose="020F0502020204030204" pitchFamily="34" charset="0"/>
                <a:cs typeface="Calibri" panose="020F0502020204030204" pitchFamily="34" charset="0"/>
              </a:rPr>
              <a:t>, 160 F.2d 812 (2</a:t>
            </a:r>
            <a:r>
              <a:rPr lang="en-US" sz="2400" baseline="30000" dirty="0">
                <a:latin typeface="Calibri" panose="020F0502020204030204" pitchFamily="34" charset="0"/>
                <a:cs typeface="Calibri" panose="020F0502020204030204" pitchFamily="34" charset="0"/>
              </a:rPr>
              <a:t>nd</a:t>
            </a:r>
            <a:r>
              <a:rPr lang="en-US" sz="2400" dirty="0">
                <a:latin typeface="Calibri" panose="020F0502020204030204" pitchFamily="34" charset="0"/>
                <a:cs typeface="Calibri" panose="020F0502020204030204" pitchFamily="34" charset="0"/>
              </a:rPr>
              <a:t> Cir. 1947).</a:t>
            </a:r>
          </a:p>
          <a:p>
            <a:pPr lvl="1"/>
            <a:endParaRPr lang="en-US" dirty="0">
              <a:latin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F14FA82E-D58A-28EF-16A5-3D647FD42A5B}"/>
              </a:ext>
            </a:extLst>
          </p:cNvPr>
          <p:cNvSpPr>
            <a:spLocks noGrp="1"/>
          </p:cNvSpPr>
          <p:nvPr>
            <p:ph type="title"/>
          </p:nvPr>
        </p:nvSpPr>
        <p:spPr/>
        <p:txBody>
          <a:bodyPr/>
          <a:lstStyle/>
          <a:p>
            <a:r>
              <a:rPr lang="en-US" dirty="0"/>
              <a:t>Retirement Savings and Transfers of Property in Kind	</a:t>
            </a:r>
          </a:p>
        </p:txBody>
      </p:sp>
      <p:sp>
        <p:nvSpPr>
          <p:cNvPr id="4" name="Slide Number Placeholder 3">
            <a:extLst>
              <a:ext uri="{FF2B5EF4-FFF2-40B4-BE49-F238E27FC236}">
                <a16:creationId xmlns:a16="http://schemas.microsoft.com/office/drawing/2014/main" id="{42230137-A938-61FE-E736-59D859B4FD42}"/>
              </a:ext>
            </a:extLst>
          </p:cNvPr>
          <p:cNvSpPr>
            <a:spLocks noGrp="1"/>
          </p:cNvSpPr>
          <p:nvPr>
            <p:ph type="sldNum" sz="quarter" idx="10"/>
          </p:nvPr>
        </p:nvSpPr>
        <p:spPr/>
        <p:txBody>
          <a:bodyPr/>
          <a:lstStyle/>
          <a:p>
            <a:fld id="{7B3E355C-57B9-BC4B-95D8-406A1F834537}" type="slidenum">
              <a:rPr lang="en-US" altLang="en-US" smtClean="0"/>
              <a:pPr/>
              <a:t>21</a:t>
            </a:fld>
            <a:endParaRPr lang="en-US" altLang="en-US"/>
          </a:p>
        </p:txBody>
      </p:sp>
      <p:sp>
        <p:nvSpPr>
          <p:cNvPr id="5" name="Footer Placeholder 4">
            <a:extLst>
              <a:ext uri="{FF2B5EF4-FFF2-40B4-BE49-F238E27FC236}">
                <a16:creationId xmlns:a16="http://schemas.microsoft.com/office/drawing/2014/main" id="{A787C9E8-624B-7175-0156-135445A74A9C}"/>
              </a:ext>
            </a:extLst>
          </p:cNvPr>
          <p:cNvSpPr>
            <a:spLocks noGrp="1"/>
          </p:cNvSpPr>
          <p:nvPr>
            <p:ph type="ftr" sz="quarter" idx="11"/>
          </p:nvPr>
        </p:nvSpPr>
        <p:spPr/>
        <p:txBody>
          <a:bodyPr/>
          <a:lstStyle/>
          <a:p>
            <a:pPr>
              <a:defRPr/>
            </a:pPr>
            <a:r>
              <a:rPr lang="en-US"/>
              <a:t>Income Shifting in Families</a:t>
            </a:r>
            <a:endParaRPr lang="en-US" dirty="0"/>
          </a:p>
        </p:txBody>
      </p:sp>
    </p:spTree>
    <p:extLst>
      <p:ext uri="{BB962C8B-B14F-4D97-AF65-F5344CB8AC3E}">
        <p14:creationId xmlns:p14="http://schemas.microsoft.com/office/powerpoint/2010/main" val="2113903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810ADF-16A0-3C87-FF13-22BAA2F46D7F}"/>
              </a:ext>
            </a:extLst>
          </p:cNvPr>
          <p:cNvSpPr>
            <a:spLocks noGrp="1"/>
          </p:cNvSpPr>
          <p:nvPr>
            <p:ph idx="1"/>
          </p:nvPr>
        </p:nvSpPr>
        <p:spPr/>
        <p:txBody>
          <a:bodyPr/>
          <a:lstStyle/>
          <a:p>
            <a:r>
              <a:rPr lang="en-US" dirty="0"/>
              <a:t>Kent and Reynolds cohabited for 24 years, and then they separated.</a:t>
            </a:r>
          </a:p>
          <a:p>
            <a:r>
              <a:rPr lang="en-US" dirty="0"/>
              <a:t>Settlement: Kent paid to Reynolds 57.5K, 2K/month for 3 years; 1K/month for following 2 years.</a:t>
            </a:r>
          </a:p>
          <a:p>
            <a:r>
              <a:rPr lang="en-US" dirty="0"/>
              <a:t>Payment made by Kent’s corporation, KENCOR, which sent a 1009-Misc to Reynolds.</a:t>
            </a:r>
          </a:p>
          <a:p>
            <a:pPr lvl="1"/>
            <a:r>
              <a:rPr lang="en-US" dirty="0"/>
              <a:t>Kent argues: payment for household services </a:t>
            </a:r>
          </a:p>
          <a:p>
            <a:pPr lvl="1"/>
            <a:r>
              <a:rPr lang="en-US" dirty="0"/>
              <a:t>Reynolds argues: gift</a:t>
            </a:r>
          </a:p>
          <a:p>
            <a:r>
              <a:rPr lang="en-US" dirty="0"/>
              <a:t>CT: </a:t>
            </a:r>
          </a:p>
          <a:p>
            <a:pPr lvl="1"/>
            <a:r>
              <a:rPr lang="en-US" dirty="0"/>
              <a:t>Taxation of settlement proceeds, rests on the nature of the claim for which the proceeds were received and the actual basis of recovery.</a:t>
            </a:r>
          </a:p>
          <a:p>
            <a:pPr lvl="1"/>
            <a:r>
              <a:rPr lang="en-US" dirty="0"/>
              <a:t>Payment’s character depends on payor’s dominant reason for making payment.</a:t>
            </a:r>
          </a:p>
          <a:p>
            <a:pPr lvl="1"/>
            <a:r>
              <a:rPr lang="en-US" dirty="0"/>
              <a:t>Kent paid Reynolds in exchange for her surrender of property purchased during relationship.</a:t>
            </a:r>
          </a:p>
          <a:p>
            <a:pPr lvl="1"/>
            <a:r>
              <a:rPr lang="en-US" dirty="0"/>
              <a:t>Reynolds has gain to extent settlement exceeded her basis in the surrendered property.</a:t>
            </a:r>
          </a:p>
          <a:p>
            <a:pPr lvl="1"/>
            <a:r>
              <a:rPr lang="en-US" dirty="0"/>
              <a:t>What does the CT say was her basis?                                                                                             </a:t>
            </a:r>
          </a:p>
        </p:txBody>
      </p:sp>
      <p:sp>
        <p:nvSpPr>
          <p:cNvPr id="3" name="Title 2">
            <a:extLst>
              <a:ext uri="{FF2B5EF4-FFF2-40B4-BE49-F238E27FC236}">
                <a16:creationId xmlns:a16="http://schemas.microsoft.com/office/drawing/2014/main" id="{360AA7FB-BA9F-A404-2586-1A88F49579B6}"/>
              </a:ext>
            </a:extLst>
          </p:cNvPr>
          <p:cNvSpPr>
            <a:spLocks noGrp="1"/>
          </p:cNvSpPr>
          <p:nvPr>
            <p:ph type="title"/>
          </p:nvPr>
        </p:nvSpPr>
        <p:spPr/>
        <p:txBody>
          <a:bodyPr/>
          <a:lstStyle/>
          <a:p>
            <a:r>
              <a:rPr lang="en-US" i="1" dirty="0"/>
              <a:t>Reynolds v. CIR</a:t>
            </a:r>
            <a:r>
              <a:rPr lang="en-US" dirty="0"/>
              <a:t>, T.C. Mem. 1999-62</a:t>
            </a:r>
            <a:endParaRPr lang="en-US" i="1" dirty="0"/>
          </a:p>
        </p:txBody>
      </p:sp>
      <p:sp>
        <p:nvSpPr>
          <p:cNvPr id="4" name="Slide Number Placeholder 3">
            <a:extLst>
              <a:ext uri="{FF2B5EF4-FFF2-40B4-BE49-F238E27FC236}">
                <a16:creationId xmlns:a16="http://schemas.microsoft.com/office/drawing/2014/main" id="{2AEE550D-6F56-F35E-ABB3-6B51E1DBE1E2}"/>
              </a:ext>
            </a:extLst>
          </p:cNvPr>
          <p:cNvSpPr>
            <a:spLocks noGrp="1"/>
          </p:cNvSpPr>
          <p:nvPr>
            <p:ph type="sldNum" sz="quarter" idx="10"/>
          </p:nvPr>
        </p:nvSpPr>
        <p:spPr/>
        <p:txBody>
          <a:bodyPr/>
          <a:lstStyle/>
          <a:p>
            <a:fld id="{7B3E355C-57B9-BC4B-95D8-406A1F834537}" type="slidenum">
              <a:rPr lang="en-US" altLang="en-US" smtClean="0"/>
              <a:pPr/>
              <a:t>22</a:t>
            </a:fld>
            <a:endParaRPr lang="en-US" altLang="en-US"/>
          </a:p>
        </p:txBody>
      </p:sp>
      <p:sp>
        <p:nvSpPr>
          <p:cNvPr id="5" name="Footer Placeholder 4">
            <a:extLst>
              <a:ext uri="{FF2B5EF4-FFF2-40B4-BE49-F238E27FC236}">
                <a16:creationId xmlns:a16="http://schemas.microsoft.com/office/drawing/2014/main" id="{BAD7A7C3-14C1-4367-D323-912A2F56101A}"/>
              </a:ext>
            </a:extLst>
          </p:cNvPr>
          <p:cNvSpPr>
            <a:spLocks noGrp="1"/>
          </p:cNvSpPr>
          <p:nvPr>
            <p:ph type="ftr" sz="quarter" idx="11"/>
          </p:nvPr>
        </p:nvSpPr>
        <p:spPr/>
        <p:txBody>
          <a:bodyPr/>
          <a:lstStyle/>
          <a:p>
            <a:pPr>
              <a:defRPr/>
            </a:pPr>
            <a:r>
              <a:rPr lang="en-US"/>
              <a:t>Income Shifting in Families</a:t>
            </a:r>
            <a:endParaRPr lang="en-US" dirty="0"/>
          </a:p>
        </p:txBody>
      </p:sp>
    </p:spTree>
    <p:extLst>
      <p:ext uri="{BB962C8B-B14F-4D97-AF65-F5344CB8AC3E}">
        <p14:creationId xmlns:p14="http://schemas.microsoft.com/office/powerpoint/2010/main" val="4018274616"/>
      </p:ext>
    </p:extLst>
  </p:cSld>
  <p:clrMapOvr>
    <a:masterClrMapping/>
  </p:clrMapOvr>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27248</TotalTime>
  <Words>2442</Words>
  <Application>Microsoft Macintosh PowerPoint</Application>
  <PresentationFormat>Widescreen</PresentationFormat>
  <Paragraphs>193</Paragraphs>
  <Slides>22</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NSimSun</vt:lpstr>
      <vt:lpstr>Arial</vt:lpstr>
      <vt:lpstr>Calibri</vt:lpstr>
      <vt:lpstr>Courier New</vt:lpstr>
      <vt:lpstr>Times New Roman</vt:lpstr>
      <vt:lpstr>Wingdings</vt:lpstr>
      <vt:lpstr>Wingdings 2</vt:lpstr>
      <vt:lpstr>CG Body - Standard</vt:lpstr>
      <vt:lpstr>Federal Income Taxation Income Shifting in Families</vt:lpstr>
      <vt:lpstr>Income Shifting in Families </vt:lpstr>
      <vt:lpstr>Lucas v. Earl, 281 U.S. 111 (1930)</vt:lpstr>
      <vt:lpstr>Lucas v. Earl, 281 U.S. 111 (1930)</vt:lpstr>
      <vt:lpstr>Poe v. Seaborn, 282 U.S. 101 (1930)</vt:lpstr>
      <vt:lpstr>Marriage Penalties and Bonuses</vt:lpstr>
      <vt:lpstr>Marriage Penalties and Bonuses</vt:lpstr>
      <vt:lpstr>Marriage Penalties and Bonuses</vt:lpstr>
      <vt:lpstr>Marriage Penalties and Bonuses</vt:lpstr>
      <vt:lpstr>Marriage Penalties and Bonuses: Where are we now?</vt:lpstr>
      <vt:lpstr>CCA 201021050</vt:lpstr>
      <vt:lpstr>Trusts</vt:lpstr>
      <vt:lpstr>Blair v. CIR, 300 U.S. 5 (1937)</vt:lpstr>
      <vt:lpstr>Harrison v. Schaffner, 312 U.S. 579 (1941)</vt:lpstr>
      <vt:lpstr>Helvering v. Horst, 311 U.S. 112 (1940)</vt:lpstr>
      <vt:lpstr>Kiddie Tax: §1(g)</vt:lpstr>
      <vt:lpstr>Helvering v. Clifford, 309 U.S. 331 (1940)</vt:lpstr>
      <vt:lpstr>Grantor Trust Rules:  Bird’s Eye View</vt:lpstr>
      <vt:lpstr>Non-Grantor Trusts: Bird’s Eye View  </vt:lpstr>
      <vt:lpstr>Income Shifting in the Fractured Family </vt:lpstr>
      <vt:lpstr>Retirement Savings and Transfers of Property in Kind </vt:lpstr>
      <vt:lpstr>Reynolds v. CIR, T.C. Mem. 1999-62</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subject/>
  <dc:creator>J Colon</dc:creator>
  <cp:keywords/>
  <dc:description/>
  <cp:lastModifiedBy>Jeffrey M. Colon</cp:lastModifiedBy>
  <cp:revision>200</cp:revision>
  <cp:lastPrinted>2020-11-30T15:41:57Z</cp:lastPrinted>
  <dcterms:created xsi:type="dcterms:W3CDTF">2016-08-01T04:04:31Z</dcterms:created>
  <dcterms:modified xsi:type="dcterms:W3CDTF">2026-09-27T17:01:58Z</dcterms:modified>
  <cp:category/>
</cp:coreProperties>
</file>