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324" r:id="rId7"/>
    <p:sldId id="299" r:id="rId8"/>
    <p:sldId id="298" r:id="rId9"/>
    <p:sldId id="325" r:id="rId10"/>
    <p:sldId id="303" r:id="rId11"/>
    <p:sldId id="326" r:id="rId12"/>
    <p:sldId id="327" r:id="rId13"/>
    <p:sldId id="314" r:id="rId14"/>
    <p:sldId id="313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D311E-F8BB-654F-AD76-4BFB664C341B}" v="76" dt="2026-04-16T02:05:13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074"/>
    <p:restoredTop sz="94064"/>
  </p:normalViewPr>
  <p:slideViewPr>
    <p:cSldViewPr snapToGrid="0">
      <p:cViewPr varScale="1">
        <p:scale>
          <a:sx n="156" d="100"/>
          <a:sy n="156" d="100"/>
        </p:scale>
        <p:origin x="192" y="944"/>
      </p:cViewPr>
      <p:guideLst/>
    </p:cSldViewPr>
  </p:slideViewPr>
  <p:outlineViewPr>
    <p:cViewPr>
      <p:scale>
        <a:sx n="33" d="100"/>
        <a:sy n="33" d="100"/>
      </p:scale>
      <p:origin x="0" y="-148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 modMainMaster">
      <pc:chgData name="Colon, Jeffrey M." userId="615143b1-cdee-493d-9a9d-1565ce8666d9" providerId="ADAL" clId="{DC1DB158-BAB1-5930-B714-AEF472873853}" dt="2026-04-16T02:05:42.555" v="79" actId="20577"/>
      <pc:docMkLst>
        <pc:docMk/>
      </pc:docMkLst>
      <pc:sldChg chg="modSp mod">
        <pc:chgData name="Colon, Jeffrey M." userId="615143b1-cdee-493d-9a9d-1565ce8666d9" providerId="ADAL" clId="{DC1DB158-BAB1-5930-B714-AEF472873853}" dt="2026-04-16T01:58:52.652" v="1" actId="20577"/>
        <pc:sldMkLst>
          <pc:docMk/>
          <pc:sldMk cId="1593294396" sldId="256"/>
        </pc:sldMkLst>
        <pc:spChg chg="mod">
          <ac:chgData name="Colon, Jeffrey M." userId="615143b1-cdee-493d-9a9d-1565ce8666d9" providerId="ADAL" clId="{DC1DB158-BAB1-5930-B714-AEF472873853}" dt="2026-04-16T01:58:52.652" v="1" actId="20577"/>
          <ac:spMkLst>
            <pc:docMk/>
            <pc:sldMk cId="1593294396" sldId="256"/>
            <ac:spMk id="3" creationId="{27728FE2-39D0-E4B6-16F7-700B3BBA1EE7}"/>
          </ac:spMkLst>
        </pc:spChg>
      </pc:sldChg>
      <pc:sldChg chg="modSp">
        <pc:chgData name="Colon, Jeffrey M." userId="615143b1-cdee-493d-9a9d-1565ce8666d9" providerId="ADAL" clId="{DC1DB158-BAB1-5930-B714-AEF472873853}" dt="2026-04-16T02:05:13.093" v="77" actId="6549"/>
        <pc:sldMkLst>
          <pc:docMk/>
          <pc:sldMk cId="2717376453" sldId="313"/>
        </pc:sldMkLst>
        <pc:spChg chg="mod">
          <ac:chgData name="Colon, Jeffrey M." userId="615143b1-cdee-493d-9a9d-1565ce8666d9" providerId="ADAL" clId="{DC1DB158-BAB1-5930-B714-AEF472873853}" dt="2026-04-16T02:05:13.093" v="77" actId="6549"/>
          <ac:spMkLst>
            <pc:docMk/>
            <pc:sldMk cId="2717376453" sldId="313"/>
            <ac:spMk id="2" creationId="{D6054C6A-2B2E-699E-7C62-0C77B8C435C9}"/>
          </ac:spMkLst>
        </pc:spChg>
      </pc:sldChg>
      <pc:sldMasterChg chg="modSp mod">
        <pc:chgData name="Colon, Jeffrey M." userId="615143b1-cdee-493d-9a9d-1565ce8666d9" providerId="ADAL" clId="{DC1DB158-BAB1-5930-B714-AEF472873853}" dt="2026-04-16T02:05:42.555" v="79" actId="20577"/>
        <pc:sldMasterMkLst>
          <pc:docMk/>
          <pc:sldMasterMk cId="353473459" sldId="2147483660"/>
        </pc:sldMasterMkLst>
        <pc:spChg chg="mod">
          <ac:chgData name="Colon, Jeffrey M." userId="615143b1-cdee-493d-9a9d-1565ce8666d9" providerId="ADAL" clId="{DC1DB158-BAB1-5930-B714-AEF472873853}" dt="2026-04-16T02:05:42.555" v="79" actId="20577"/>
          <ac:spMkLst>
            <pc:docMk/>
            <pc:sldMasterMk cId="353473459" sldId="2147483660"/>
            <ac:spMk id="9" creationId="{334AE25E-6AD0-E44B-A71F-5684FB10D98D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07B2409-5404-5949-A05B-E9015A2F4F6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3F9AA4C-C235-FD42-93F1-02620A24D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>
            <a:extLst>
              <a:ext uri="{FF2B5EF4-FFF2-40B4-BE49-F238E27FC236}">
                <a16:creationId xmlns:a16="http://schemas.microsoft.com/office/drawing/2014/main" id="{38B9A5A7-0C66-C54B-ADEB-8E34753370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000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FEC49E1E-C620-6D45-8030-BC0DA1A0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15D1B61-DCC8-0545-BE6A-6FC393F554B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822F0-16A9-A142-A4A2-34E11AF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75414"/>
            <a:ext cx="38608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774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B52DC5-F5D4-FC41-81EE-3D041786F998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5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25793C3-0DF0-2E40-BF93-44776CC7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0233" y="6470651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A889C299-EA3D-2B4E-A3DD-F5D85D19A74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9C502C-B55A-7146-A022-9FCAF5A1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4426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68886-C321-6049-979D-C12E7A656736}"/>
              </a:ext>
            </a:extLst>
          </p:cNvPr>
          <p:cNvSpPr txBox="1"/>
          <p:nvPr userDrawn="1"/>
        </p:nvSpPr>
        <p:spPr>
          <a:xfrm>
            <a:off x="2747433" y="536575"/>
            <a:ext cx="1847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525BC-E81C-3649-9966-2F7E3190A08F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08000" y="4"/>
            <a:ext cx="11281664" cy="38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835132"/>
            <a:ext cx="5486400" cy="5491091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835132"/>
            <a:ext cx="5592064" cy="5485238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E5FA227-90B5-1C47-BDC2-A060469254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0070F36-FC13-6442-995E-AFE6256A5C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86A7A4C1-0948-0B4E-85A8-66382C3DF3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20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864739E-5B60-1D4E-9111-6CA092A601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693F8-DB38-634E-8E3E-A6639791D2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12967E9C-1575-2345-8ED0-990523A16CF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28779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D8AC58F-12CF-AA45-87B9-7CFF7D8264E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366CC4-E5F6-0A46-8414-AB3398B38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5F8DF560-7528-634E-BE51-B52A4D8851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5357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0FDBE43-6368-D340-BAF8-74F94E958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FA1A9D3-0EF0-EE47-996A-83C0C42DB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B10AE3CD-00D6-2F49-A382-168C08DE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68249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4C571E-9B85-0743-A10B-C02DAAFC1694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3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78C46-DEDD-6143-8EDC-5358ACA73D4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041CF3-6AE7-4D4F-9500-39AA37C00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D17645-D126-D445-8791-447DD4BA92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79014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4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251B5E-27FB-8342-ACEB-833D5920924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4FF2C14-282E-E74A-B7C9-720C67E35E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66E3049-0B35-354E-95D8-7ABA6CE46BB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61438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831A18DE-AB1B-0D43-8522-E0A79B146DE1}"/>
              </a:ext>
            </a:extLst>
          </p:cNvPr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1BA002E-A7CC-7C46-8BBA-4B5C187323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7774EA3-C7A4-5D42-B465-5BE926376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6364E92B-4AA7-8D4B-8146-686FEE2D15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3659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>
            <a:extLst>
              <a:ext uri="{FF2B5EF4-FFF2-40B4-BE49-F238E27FC236}">
                <a16:creationId xmlns:a16="http://schemas.microsoft.com/office/drawing/2014/main" id="{3A256B02-8735-3946-9B7E-7DB31069346C}"/>
              </a:ext>
            </a:extLst>
          </p:cNvPr>
          <p:cNvSpPr/>
          <p:nvPr userDrawn="1"/>
        </p:nvSpPr>
        <p:spPr bwMode="auto">
          <a:xfrm>
            <a:off x="5359126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647579-692A-674F-8849-5DB90D55DAAA}"/>
              </a:ext>
            </a:extLst>
          </p:cNvPr>
          <p:cNvSpPr/>
          <p:nvPr userDrawn="1"/>
        </p:nvSpPr>
        <p:spPr bwMode="auto">
          <a:xfrm rot="10800000">
            <a:off x="5427338" y="3778178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987B87-94A3-B247-ADE4-9FE18F1E45C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704D3E7-C705-A744-97FD-DAEA0BCA01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4D3536-F325-9E4B-8C56-210E19F8BA0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7019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327608CD-B003-BB40-8337-107B0698BDF8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B07C6BF-825C-C349-BD33-FABD5758DE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F53963A-D15A-BD4E-92BA-148B0BD28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5EA59A2-B091-B842-8ED1-A9F926DA0D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03972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F2315D37-EB1C-2348-929A-3D682276E03D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7DA0A827-B29F-A349-8899-23D885913C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E1749C-2B22-E84E-924C-7E16CE71F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38BACE7-396F-9A46-B83D-6113D57997D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866683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397B5D4B-39AD-7B48-9A3E-44A893E340B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C1C9F2C-3FAD-EF49-A394-E3BC216BA9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2">
            <a:extLst>
              <a:ext uri="{FF2B5EF4-FFF2-40B4-BE49-F238E27FC236}">
                <a16:creationId xmlns:a16="http://schemas.microsoft.com/office/drawing/2014/main" id="{D5BC9352-1D69-774A-9D58-F4A372D42A3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40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D997F4EF-D35E-0149-8A91-F6DF48617E7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1884096-9180-3845-ABC7-232995934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B06DEFD3-E573-D342-A8EF-F72E9805935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03337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4E62C79B-B02F-9043-BF53-BE271235B64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0BEA53C-3F83-494C-86E4-4ADDC40FC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6F6598AD-D15F-334F-9444-E792CC1B29E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17253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5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6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6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2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9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7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3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5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6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5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82BD488-B34A-5F41-9321-90FF0CCE96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8D23B6A-A91B-8B47-AD44-D1E4B2DB38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220EACF7-774B-5B4A-8352-B5D996AB7ED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15813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628C3A7-4762-3E47-9D22-637A7D2B6A8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18B055C-2C42-CA47-A4D6-AE1D8C603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2748E333-86E9-A94E-BF50-1B1106147C7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612896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>
            <a:extLst>
              <a:ext uri="{FF2B5EF4-FFF2-40B4-BE49-F238E27FC236}">
                <a16:creationId xmlns:a16="http://schemas.microsoft.com/office/drawing/2014/main" id="{38AD7C76-DD21-4245-B166-20A5EE40FE91}"/>
              </a:ext>
            </a:extLst>
          </p:cNvPr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6" name="Line 115">
            <a:extLst>
              <a:ext uri="{FF2B5EF4-FFF2-40B4-BE49-F238E27FC236}">
                <a16:creationId xmlns:a16="http://schemas.microsoft.com/office/drawing/2014/main" id="{1DB53134-6264-FB4C-BB75-40FC1B94827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Line 118">
            <a:extLst>
              <a:ext uri="{FF2B5EF4-FFF2-40B4-BE49-F238E27FC236}">
                <a16:creationId xmlns:a16="http://schemas.microsoft.com/office/drawing/2014/main" id="{7E64B1D5-8F53-D844-9D44-142308A5A559}"/>
              </a:ext>
            </a:extLst>
          </p:cNvPr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grpSp>
        <p:nvGrpSpPr>
          <p:cNvPr id="18" name="Group 123">
            <a:extLst>
              <a:ext uri="{FF2B5EF4-FFF2-40B4-BE49-F238E27FC236}">
                <a16:creationId xmlns:a16="http://schemas.microsoft.com/office/drawing/2014/main" id="{4F129634-221A-1D4C-8583-D578BDF9D94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>
              <a:extLst>
                <a:ext uri="{FF2B5EF4-FFF2-40B4-BE49-F238E27FC236}">
                  <a16:creationId xmlns:a16="http://schemas.microsoft.com/office/drawing/2014/main" id="{4D4F8ED6-7A07-9C41-82E4-F31D1D80F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>
                <a:extLst>
                  <a:ext uri="{FF2B5EF4-FFF2-40B4-BE49-F238E27FC236}">
                    <a16:creationId xmlns:a16="http://schemas.microsoft.com/office/drawing/2014/main" id="{D35460E2-702A-8F43-B44F-484A9755D6B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4" name="Line 46">
                <a:extLst>
                  <a:ext uri="{FF2B5EF4-FFF2-40B4-BE49-F238E27FC236}">
                    <a16:creationId xmlns:a16="http://schemas.microsoft.com/office/drawing/2014/main" id="{39C7E76A-C03E-E94F-9659-40AF805BF3E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5" name="Line 47">
                <a:extLst>
                  <a:ext uri="{FF2B5EF4-FFF2-40B4-BE49-F238E27FC236}">
                    <a16:creationId xmlns:a16="http://schemas.microsoft.com/office/drawing/2014/main" id="{32B42E7F-3830-EB4C-A1C8-CB8BC58543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445458EB-8CDE-7744-A031-1813D120901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7" name="Line 49">
                <a:extLst>
                  <a:ext uri="{FF2B5EF4-FFF2-40B4-BE49-F238E27FC236}">
                    <a16:creationId xmlns:a16="http://schemas.microsoft.com/office/drawing/2014/main" id="{3D7113D3-7A9B-3D4A-96E6-FAE001489E9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E89D4CD9-5B2E-8A4A-9B32-A224847BF65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5CF45FA0-F0FD-9045-8B16-3524AC06A67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7C9EEA55-00AD-C942-AE47-31CC646297F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1" name="Line 53">
                <a:extLst>
                  <a:ext uri="{FF2B5EF4-FFF2-40B4-BE49-F238E27FC236}">
                    <a16:creationId xmlns:a16="http://schemas.microsoft.com/office/drawing/2014/main" id="{8D7712AD-3F44-C341-83D9-01FC4EB69A2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2" name="Line 54">
                <a:extLst>
                  <a:ext uri="{FF2B5EF4-FFF2-40B4-BE49-F238E27FC236}">
                    <a16:creationId xmlns:a16="http://schemas.microsoft.com/office/drawing/2014/main" id="{69502000-0ACC-0C4E-9B50-8A5377AD51C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3" name="Line 55">
                <a:extLst>
                  <a:ext uri="{FF2B5EF4-FFF2-40B4-BE49-F238E27FC236}">
                    <a16:creationId xmlns:a16="http://schemas.microsoft.com/office/drawing/2014/main" id="{3DBB0905-80DC-2240-8ACC-4BC33D32ED7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4" name="Line 56">
                <a:extLst>
                  <a:ext uri="{FF2B5EF4-FFF2-40B4-BE49-F238E27FC236}">
                    <a16:creationId xmlns:a16="http://schemas.microsoft.com/office/drawing/2014/main" id="{4C5DA3A4-25A9-0945-838B-BB6AB3FAC22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5" name="Line 57">
                <a:extLst>
                  <a:ext uri="{FF2B5EF4-FFF2-40B4-BE49-F238E27FC236}">
                    <a16:creationId xmlns:a16="http://schemas.microsoft.com/office/drawing/2014/main" id="{6EA5DCFB-8A65-9D4F-A538-52C862EED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0" name="Group 58">
              <a:extLst>
                <a:ext uri="{FF2B5EF4-FFF2-40B4-BE49-F238E27FC236}">
                  <a16:creationId xmlns:a16="http://schemas.microsoft.com/office/drawing/2014/main" id="{E7D57CE7-2B06-4741-9C4A-CE57B1701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ABFC07A1-905D-794E-B086-07E31DDDC8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401E6222-3F1C-ED40-9676-D87F27FE7B2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2" name="Line 61">
                <a:extLst>
                  <a:ext uri="{FF2B5EF4-FFF2-40B4-BE49-F238E27FC236}">
                    <a16:creationId xmlns:a16="http://schemas.microsoft.com/office/drawing/2014/main" id="{DADDE48B-D18F-A74E-AF82-96450D767B6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3" name="Line 62">
                <a:extLst>
                  <a:ext uri="{FF2B5EF4-FFF2-40B4-BE49-F238E27FC236}">
                    <a16:creationId xmlns:a16="http://schemas.microsoft.com/office/drawing/2014/main" id="{60DE5B45-9989-084E-A3C3-9A1E9E38E13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4" name="Line 63">
                <a:extLst>
                  <a:ext uri="{FF2B5EF4-FFF2-40B4-BE49-F238E27FC236}">
                    <a16:creationId xmlns:a16="http://schemas.microsoft.com/office/drawing/2014/main" id="{F68E8289-F198-FF49-84BA-AEE4D7E1C80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5" name="Line 64">
                <a:extLst>
                  <a:ext uri="{FF2B5EF4-FFF2-40B4-BE49-F238E27FC236}">
                    <a16:creationId xmlns:a16="http://schemas.microsoft.com/office/drawing/2014/main" id="{471D9052-B1FC-9149-93B5-5F6A12EFE6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6" name="Line 65">
                <a:extLst>
                  <a:ext uri="{FF2B5EF4-FFF2-40B4-BE49-F238E27FC236}">
                    <a16:creationId xmlns:a16="http://schemas.microsoft.com/office/drawing/2014/main" id="{7A73E031-313D-3846-9435-E8BF1352014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7" name="Line 66">
                <a:extLst>
                  <a:ext uri="{FF2B5EF4-FFF2-40B4-BE49-F238E27FC236}">
                    <a16:creationId xmlns:a16="http://schemas.microsoft.com/office/drawing/2014/main" id="{E0A7B9B9-7C09-084D-8657-263B67E3607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8" name="Line 67">
                <a:extLst>
                  <a:ext uri="{FF2B5EF4-FFF2-40B4-BE49-F238E27FC236}">
                    <a16:creationId xmlns:a16="http://schemas.microsoft.com/office/drawing/2014/main" id="{1577859D-F769-934F-8E44-1AB33E5708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9" name="Line 68">
                <a:extLst>
                  <a:ext uri="{FF2B5EF4-FFF2-40B4-BE49-F238E27FC236}">
                    <a16:creationId xmlns:a16="http://schemas.microsoft.com/office/drawing/2014/main" id="{FC35F448-44F6-B744-B867-165013C55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0" name="Line 69">
                <a:extLst>
                  <a:ext uri="{FF2B5EF4-FFF2-40B4-BE49-F238E27FC236}">
                    <a16:creationId xmlns:a16="http://schemas.microsoft.com/office/drawing/2014/main" id="{7CFBC236-05AE-344F-AD8D-B7DECD48784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1" name="Line 70">
                <a:extLst>
                  <a:ext uri="{FF2B5EF4-FFF2-40B4-BE49-F238E27FC236}">
                    <a16:creationId xmlns:a16="http://schemas.microsoft.com/office/drawing/2014/main" id="{0921351A-542B-F447-A5BC-FD2605B8049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F24CA662-DCB3-5D4C-9B37-A5A1F6A425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1" name="Group 72">
              <a:extLst>
                <a:ext uri="{FF2B5EF4-FFF2-40B4-BE49-F238E27FC236}">
                  <a16:creationId xmlns:a16="http://schemas.microsoft.com/office/drawing/2014/main" id="{F92557D5-B424-1B41-86F0-2567DF855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>
                <a:extLst>
                  <a:ext uri="{FF2B5EF4-FFF2-40B4-BE49-F238E27FC236}">
                    <a16:creationId xmlns:a16="http://schemas.microsoft.com/office/drawing/2014/main" id="{680B4236-47EF-364E-84F2-A584EC0A366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8" name="Line 74">
                <a:extLst>
                  <a:ext uri="{FF2B5EF4-FFF2-40B4-BE49-F238E27FC236}">
                    <a16:creationId xmlns:a16="http://schemas.microsoft.com/office/drawing/2014/main" id="{26B0E859-A3C4-894F-A7F3-9D0B1EDD8A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9" name="Line 75">
                <a:extLst>
                  <a:ext uri="{FF2B5EF4-FFF2-40B4-BE49-F238E27FC236}">
                    <a16:creationId xmlns:a16="http://schemas.microsoft.com/office/drawing/2014/main" id="{CC0A14DB-B910-6644-9CBB-BD99B041D0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0" name="Line 76">
                <a:extLst>
                  <a:ext uri="{FF2B5EF4-FFF2-40B4-BE49-F238E27FC236}">
                    <a16:creationId xmlns:a16="http://schemas.microsoft.com/office/drawing/2014/main" id="{A331ADAC-AD2E-2B44-A9B1-15A72811D1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1" name="Line 77">
                <a:extLst>
                  <a:ext uri="{FF2B5EF4-FFF2-40B4-BE49-F238E27FC236}">
                    <a16:creationId xmlns:a16="http://schemas.microsoft.com/office/drawing/2014/main" id="{BD152E98-4F8D-064E-98B4-A0FC4B22D1E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2" name="Line 78">
                <a:extLst>
                  <a:ext uri="{FF2B5EF4-FFF2-40B4-BE49-F238E27FC236}">
                    <a16:creationId xmlns:a16="http://schemas.microsoft.com/office/drawing/2014/main" id="{392421FF-D3EE-D14D-BBA4-9D3345C7D8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3" name="Line 79">
                <a:extLst>
                  <a:ext uri="{FF2B5EF4-FFF2-40B4-BE49-F238E27FC236}">
                    <a16:creationId xmlns:a16="http://schemas.microsoft.com/office/drawing/2014/main" id="{1B768325-09D0-E84C-AF25-A84D2B546D3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4" name="Line 80">
                <a:extLst>
                  <a:ext uri="{FF2B5EF4-FFF2-40B4-BE49-F238E27FC236}">
                    <a16:creationId xmlns:a16="http://schemas.microsoft.com/office/drawing/2014/main" id="{620262E2-2992-3341-9A39-03F15A4F0D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5" name="Line 81">
                <a:extLst>
                  <a:ext uri="{FF2B5EF4-FFF2-40B4-BE49-F238E27FC236}">
                    <a16:creationId xmlns:a16="http://schemas.microsoft.com/office/drawing/2014/main" id="{5530F575-D808-FD45-84AF-8F6C62606C8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6" name="Line 82">
                <a:extLst>
                  <a:ext uri="{FF2B5EF4-FFF2-40B4-BE49-F238E27FC236}">
                    <a16:creationId xmlns:a16="http://schemas.microsoft.com/office/drawing/2014/main" id="{C154EAB0-200F-F04E-9F15-71A6E6419F3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7" name="Line 83">
                <a:extLst>
                  <a:ext uri="{FF2B5EF4-FFF2-40B4-BE49-F238E27FC236}">
                    <a16:creationId xmlns:a16="http://schemas.microsoft.com/office/drawing/2014/main" id="{9829EB64-8FA7-D648-B8AE-647483A03F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8" name="Line 84">
                <a:extLst>
                  <a:ext uri="{FF2B5EF4-FFF2-40B4-BE49-F238E27FC236}">
                    <a16:creationId xmlns:a16="http://schemas.microsoft.com/office/drawing/2014/main" id="{421FCC29-3D91-8C40-B140-5DF2806C7D4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9" name="Line 85">
                <a:extLst>
                  <a:ext uri="{FF2B5EF4-FFF2-40B4-BE49-F238E27FC236}">
                    <a16:creationId xmlns:a16="http://schemas.microsoft.com/office/drawing/2014/main" id="{963615E2-2BE0-4646-A11E-C506DC87C9A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98D7AEA2-7C96-3248-AD93-8C57F0EC06D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3" name="Line 91">
              <a:extLst>
                <a:ext uri="{FF2B5EF4-FFF2-40B4-BE49-F238E27FC236}">
                  <a16:creationId xmlns:a16="http://schemas.microsoft.com/office/drawing/2014/main" id="{A68440F7-1437-E14A-AD4C-BF362C005A1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365F54CB-E75A-8248-9648-D9E7A3574E1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5" name="Line 93">
              <a:extLst>
                <a:ext uri="{FF2B5EF4-FFF2-40B4-BE49-F238E27FC236}">
                  <a16:creationId xmlns:a16="http://schemas.microsoft.com/office/drawing/2014/main" id="{39423F66-8625-664D-A265-3046EDDB0B6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6" name="Line 122">
              <a:extLst>
                <a:ext uri="{FF2B5EF4-FFF2-40B4-BE49-F238E27FC236}">
                  <a16:creationId xmlns:a16="http://schemas.microsoft.com/office/drawing/2014/main" id="{F0229715-FC72-1148-A17A-7FB802ADBC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66" name="Line 125">
            <a:extLst>
              <a:ext uri="{FF2B5EF4-FFF2-40B4-BE49-F238E27FC236}">
                <a16:creationId xmlns:a16="http://schemas.microsoft.com/office/drawing/2014/main" id="{F4EBD3BE-A32C-0B4E-8BAE-B9D6B5FCEF34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7" name="Line 4">
            <a:extLst>
              <a:ext uri="{FF2B5EF4-FFF2-40B4-BE49-F238E27FC236}">
                <a16:creationId xmlns:a16="http://schemas.microsoft.com/office/drawing/2014/main" id="{DBD98DD5-4D8F-B74B-85C2-1425B808336E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8" name="Line 108">
            <a:extLst>
              <a:ext uri="{FF2B5EF4-FFF2-40B4-BE49-F238E27FC236}">
                <a16:creationId xmlns:a16="http://schemas.microsoft.com/office/drawing/2014/main" id="{92C38E34-9973-6045-961B-E393A958F6D8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9" name="Line 111">
            <a:extLst>
              <a:ext uri="{FF2B5EF4-FFF2-40B4-BE49-F238E27FC236}">
                <a16:creationId xmlns:a16="http://schemas.microsoft.com/office/drawing/2014/main" id="{F70ED108-D02F-964F-932C-5FFAAE637B0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0" name="Line 139">
            <a:extLst>
              <a:ext uri="{FF2B5EF4-FFF2-40B4-BE49-F238E27FC236}">
                <a16:creationId xmlns:a16="http://schemas.microsoft.com/office/drawing/2014/main" id="{C9EC7331-B898-2743-A534-DB0BEDC36699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1" name="AutoShape 3">
            <a:extLst>
              <a:ext uri="{FF2B5EF4-FFF2-40B4-BE49-F238E27FC236}">
                <a16:creationId xmlns:a16="http://schemas.microsoft.com/office/drawing/2014/main" id="{D50E4E60-08BC-7848-B99B-A1262208C34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>
            <a:extLst>
              <a:ext uri="{FF2B5EF4-FFF2-40B4-BE49-F238E27FC236}">
                <a16:creationId xmlns:a16="http://schemas.microsoft.com/office/drawing/2014/main" id="{4BEA3775-1BE0-FC43-AADE-FAB2879099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F6880163-C7E3-2942-A84A-BDE9328CA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>
                <a:extLst>
                  <a:ext uri="{FF2B5EF4-FFF2-40B4-BE49-F238E27FC236}">
                    <a16:creationId xmlns:a16="http://schemas.microsoft.com/office/drawing/2014/main" id="{25838273-CA51-704F-9AFF-023377239E7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8" name="Line 46">
                <a:extLst>
                  <a:ext uri="{FF2B5EF4-FFF2-40B4-BE49-F238E27FC236}">
                    <a16:creationId xmlns:a16="http://schemas.microsoft.com/office/drawing/2014/main" id="{605BB5FA-2349-A648-9FDE-91404EF1F20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9" name="Line 47">
                <a:extLst>
                  <a:ext uri="{FF2B5EF4-FFF2-40B4-BE49-F238E27FC236}">
                    <a16:creationId xmlns:a16="http://schemas.microsoft.com/office/drawing/2014/main" id="{A47C5168-80D1-D84C-83CC-95624DB24B0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0" name="Line 48">
                <a:extLst>
                  <a:ext uri="{FF2B5EF4-FFF2-40B4-BE49-F238E27FC236}">
                    <a16:creationId xmlns:a16="http://schemas.microsoft.com/office/drawing/2014/main" id="{257FD843-B9E5-AA47-A7B3-6FD9ABEC26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1" name="Line 49">
                <a:extLst>
                  <a:ext uri="{FF2B5EF4-FFF2-40B4-BE49-F238E27FC236}">
                    <a16:creationId xmlns:a16="http://schemas.microsoft.com/office/drawing/2014/main" id="{A489425E-8BD1-9845-B2F7-534A318C2CA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2" name="Line 50">
                <a:extLst>
                  <a:ext uri="{FF2B5EF4-FFF2-40B4-BE49-F238E27FC236}">
                    <a16:creationId xmlns:a16="http://schemas.microsoft.com/office/drawing/2014/main" id="{89311485-D78F-6D47-A968-10D99B74CAC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3" name="Line 51">
                <a:extLst>
                  <a:ext uri="{FF2B5EF4-FFF2-40B4-BE49-F238E27FC236}">
                    <a16:creationId xmlns:a16="http://schemas.microsoft.com/office/drawing/2014/main" id="{76AA4A93-5B91-944C-A588-0D9AA2D2294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4" name="Line 52">
                <a:extLst>
                  <a:ext uri="{FF2B5EF4-FFF2-40B4-BE49-F238E27FC236}">
                    <a16:creationId xmlns:a16="http://schemas.microsoft.com/office/drawing/2014/main" id="{6D534138-FA01-6245-B1CD-1989B5B73A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5" name="Line 53">
                <a:extLst>
                  <a:ext uri="{FF2B5EF4-FFF2-40B4-BE49-F238E27FC236}">
                    <a16:creationId xmlns:a16="http://schemas.microsoft.com/office/drawing/2014/main" id="{98E73B8B-82B8-7C43-8E33-3987D1D9F96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6" name="Line 54">
                <a:extLst>
                  <a:ext uri="{FF2B5EF4-FFF2-40B4-BE49-F238E27FC236}">
                    <a16:creationId xmlns:a16="http://schemas.microsoft.com/office/drawing/2014/main" id="{20045EF0-D904-9644-A86E-D7FAF97398D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7" name="Line 55">
                <a:extLst>
                  <a:ext uri="{FF2B5EF4-FFF2-40B4-BE49-F238E27FC236}">
                    <a16:creationId xmlns:a16="http://schemas.microsoft.com/office/drawing/2014/main" id="{57C2DB50-01F0-F84E-AD1D-4C276EF3C7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8" name="Line 56">
                <a:extLst>
                  <a:ext uri="{FF2B5EF4-FFF2-40B4-BE49-F238E27FC236}">
                    <a16:creationId xmlns:a16="http://schemas.microsoft.com/office/drawing/2014/main" id="{4EABA1D6-E2C5-7C4E-A7ED-D8F5D58D9BE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9" name="Line 57">
                <a:extLst>
                  <a:ext uri="{FF2B5EF4-FFF2-40B4-BE49-F238E27FC236}">
                    <a16:creationId xmlns:a16="http://schemas.microsoft.com/office/drawing/2014/main" id="{077FD818-3C7C-BE4F-942B-396EF231469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D5490393-9C27-0843-9653-DEAF3B8E7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>
                <a:extLst>
                  <a:ext uri="{FF2B5EF4-FFF2-40B4-BE49-F238E27FC236}">
                    <a16:creationId xmlns:a16="http://schemas.microsoft.com/office/drawing/2014/main" id="{A304201A-FCEA-BC4F-A3E8-C37CE9CD1F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5" name="Line 60">
                <a:extLst>
                  <a:ext uri="{FF2B5EF4-FFF2-40B4-BE49-F238E27FC236}">
                    <a16:creationId xmlns:a16="http://schemas.microsoft.com/office/drawing/2014/main" id="{5E041C76-477F-2B4C-9B40-B7E3F7C6523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6" name="Line 61">
                <a:extLst>
                  <a:ext uri="{FF2B5EF4-FFF2-40B4-BE49-F238E27FC236}">
                    <a16:creationId xmlns:a16="http://schemas.microsoft.com/office/drawing/2014/main" id="{37E62A67-7434-C24C-A46C-95B19FB0728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7" name="Line 62">
                <a:extLst>
                  <a:ext uri="{FF2B5EF4-FFF2-40B4-BE49-F238E27FC236}">
                    <a16:creationId xmlns:a16="http://schemas.microsoft.com/office/drawing/2014/main" id="{5DC9800A-7D14-5148-BB7A-447ECE8DC3D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8" name="Line 63">
                <a:extLst>
                  <a:ext uri="{FF2B5EF4-FFF2-40B4-BE49-F238E27FC236}">
                    <a16:creationId xmlns:a16="http://schemas.microsoft.com/office/drawing/2014/main" id="{7449D110-733E-2B41-84B9-1AD66DE855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9" name="Line 64">
                <a:extLst>
                  <a:ext uri="{FF2B5EF4-FFF2-40B4-BE49-F238E27FC236}">
                    <a16:creationId xmlns:a16="http://schemas.microsoft.com/office/drawing/2014/main" id="{FBB78029-41D3-0641-BD26-4DB3821352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0" name="Line 65">
                <a:extLst>
                  <a:ext uri="{FF2B5EF4-FFF2-40B4-BE49-F238E27FC236}">
                    <a16:creationId xmlns:a16="http://schemas.microsoft.com/office/drawing/2014/main" id="{328829F5-48E4-C242-8E2B-3AD6199E0F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1" name="Line 66">
                <a:extLst>
                  <a:ext uri="{FF2B5EF4-FFF2-40B4-BE49-F238E27FC236}">
                    <a16:creationId xmlns:a16="http://schemas.microsoft.com/office/drawing/2014/main" id="{330C792C-BDBA-EC4D-AF42-55B4E6FABFB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2" name="Line 67">
                <a:extLst>
                  <a:ext uri="{FF2B5EF4-FFF2-40B4-BE49-F238E27FC236}">
                    <a16:creationId xmlns:a16="http://schemas.microsoft.com/office/drawing/2014/main" id="{4C413403-6278-5046-B4D6-8972F7D49EA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3" name="Line 68">
                <a:extLst>
                  <a:ext uri="{FF2B5EF4-FFF2-40B4-BE49-F238E27FC236}">
                    <a16:creationId xmlns:a16="http://schemas.microsoft.com/office/drawing/2014/main" id="{4647C8A9-3AE6-5449-B7CE-8EE83E3495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4" name="Line 69">
                <a:extLst>
                  <a:ext uri="{FF2B5EF4-FFF2-40B4-BE49-F238E27FC236}">
                    <a16:creationId xmlns:a16="http://schemas.microsoft.com/office/drawing/2014/main" id="{4C03E9FC-601C-3247-8983-F72FD40546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5" name="Line 70">
                <a:extLst>
                  <a:ext uri="{FF2B5EF4-FFF2-40B4-BE49-F238E27FC236}">
                    <a16:creationId xmlns:a16="http://schemas.microsoft.com/office/drawing/2014/main" id="{95A19EF5-8DC0-B449-949A-E6AA7A6A7F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6" name="Line 71">
                <a:extLst>
                  <a:ext uri="{FF2B5EF4-FFF2-40B4-BE49-F238E27FC236}">
                    <a16:creationId xmlns:a16="http://schemas.microsoft.com/office/drawing/2014/main" id="{DD2832DA-EACB-C94F-BC0C-831FF78EEE9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3AD25CAD-64E1-2F44-8372-FF5867656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>
                <a:extLst>
                  <a:ext uri="{FF2B5EF4-FFF2-40B4-BE49-F238E27FC236}">
                    <a16:creationId xmlns:a16="http://schemas.microsoft.com/office/drawing/2014/main" id="{462C0AC7-403D-B448-BD18-E8440FCF3D2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2" name="Line 74">
                <a:extLst>
                  <a:ext uri="{FF2B5EF4-FFF2-40B4-BE49-F238E27FC236}">
                    <a16:creationId xmlns:a16="http://schemas.microsoft.com/office/drawing/2014/main" id="{3D432816-2FF6-1048-99CD-F17147ECA8A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3" name="Line 75">
                <a:extLst>
                  <a:ext uri="{FF2B5EF4-FFF2-40B4-BE49-F238E27FC236}">
                    <a16:creationId xmlns:a16="http://schemas.microsoft.com/office/drawing/2014/main" id="{113B0A70-CC36-EF48-88ED-B875F6B6841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D2CEA5CD-31FD-E04A-BCF1-0AE1E9CB7EF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E0BC59B8-D00C-274E-85B5-450278CD11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7B3374FD-12E4-5048-B8BF-0AD2C1749DE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D2BD0B44-179B-D64A-99F2-BDCE521308C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3A18833F-88B1-E04E-A5E4-E120BFE0B26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222DFCDE-A120-8B4C-BD90-6266CAB3D7D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0" name="Line 82">
                <a:extLst>
                  <a:ext uri="{FF2B5EF4-FFF2-40B4-BE49-F238E27FC236}">
                    <a16:creationId xmlns:a16="http://schemas.microsoft.com/office/drawing/2014/main" id="{9DEEFA79-79FE-194D-9A39-7E92D8338B6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1" name="Line 83">
                <a:extLst>
                  <a:ext uri="{FF2B5EF4-FFF2-40B4-BE49-F238E27FC236}">
                    <a16:creationId xmlns:a16="http://schemas.microsoft.com/office/drawing/2014/main" id="{69E7E5F7-975D-4440-B364-8A3180F7476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2" name="Line 84">
                <a:extLst>
                  <a:ext uri="{FF2B5EF4-FFF2-40B4-BE49-F238E27FC236}">
                    <a16:creationId xmlns:a16="http://schemas.microsoft.com/office/drawing/2014/main" id="{858BE525-10F5-E447-9799-D274CABA82D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59CC441F-8B47-2C48-AEC9-653FE001576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76" name="Line 90">
              <a:extLst>
                <a:ext uri="{FF2B5EF4-FFF2-40B4-BE49-F238E27FC236}">
                  <a16:creationId xmlns:a16="http://schemas.microsoft.com/office/drawing/2014/main" id="{2F342856-6002-C945-AA9A-C08A7447E3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7" name="Line 91">
              <a:extLst>
                <a:ext uri="{FF2B5EF4-FFF2-40B4-BE49-F238E27FC236}">
                  <a16:creationId xmlns:a16="http://schemas.microsoft.com/office/drawing/2014/main" id="{726A0BD3-DA5C-A64F-8CAC-146B26D8E3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8" name="Line 92">
              <a:extLst>
                <a:ext uri="{FF2B5EF4-FFF2-40B4-BE49-F238E27FC236}">
                  <a16:creationId xmlns:a16="http://schemas.microsoft.com/office/drawing/2014/main" id="{78E0680F-DE4C-2D42-B6CE-7DDEBCE15D3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9" name="Line 93">
              <a:extLst>
                <a:ext uri="{FF2B5EF4-FFF2-40B4-BE49-F238E27FC236}">
                  <a16:creationId xmlns:a16="http://schemas.microsoft.com/office/drawing/2014/main" id="{CC83A57F-45B9-964A-B66B-85E55F2A83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80" name="Line 122">
              <a:extLst>
                <a:ext uri="{FF2B5EF4-FFF2-40B4-BE49-F238E27FC236}">
                  <a16:creationId xmlns:a16="http://schemas.microsoft.com/office/drawing/2014/main" id="{A45EF604-AAFA-814F-99FE-30E19C333A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>
            <a:extLst>
              <a:ext uri="{FF2B5EF4-FFF2-40B4-BE49-F238E27FC236}">
                <a16:creationId xmlns:a16="http://schemas.microsoft.com/office/drawing/2014/main" id="{0289304C-8B11-E143-B177-1D74DC081A6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A7B8A08-2AD8-4B4D-BF47-A491573AF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1" name="Footer Placeholder 133">
            <a:extLst>
              <a:ext uri="{FF2B5EF4-FFF2-40B4-BE49-F238E27FC236}">
                <a16:creationId xmlns:a16="http://schemas.microsoft.com/office/drawing/2014/main" id="{D27D2616-DA5F-9F41-81C0-0A1A9A303CE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415616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2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2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2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2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2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2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2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2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3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3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>
            <a:extLst>
              <a:ext uri="{FF2B5EF4-FFF2-40B4-BE49-F238E27FC236}">
                <a16:creationId xmlns:a16="http://schemas.microsoft.com/office/drawing/2014/main" id="{69B43ACF-B92E-3C47-AF7A-64F18C30C84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39FD3C7-1881-F44B-99A3-E89241ED5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3" name="Footer Placeholder 12">
            <a:extLst>
              <a:ext uri="{FF2B5EF4-FFF2-40B4-BE49-F238E27FC236}">
                <a16:creationId xmlns:a16="http://schemas.microsoft.com/office/drawing/2014/main" id="{09790D0F-5B23-014C-B424-847D174EE78D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663341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07556D0-F20C-1245-AE0B-77AEC695AD6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C20CF64-53F2-684F-A012-0896FD3A3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Footer Placeholder 12">
            <a:extLst>
              <a:ext uri="{FF2B5EF4-FFF2-40B4-BE49-F238E27FC236}">
                <a16:creationId xmlns:a16="http://schemas.microsoft.com/office/drawing/2014/main" id="{11797038-18E0-284B-A4BE-9797B7F4F89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4265847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A17EA8BB-065C-384B-B89F-609B3CF2EB25}"/>
              </a:ext>
            </a:extLst>
          </p:cNvPr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8E2E1BF-4D09-7B42-9748-CF6AD8896268}"/>
              </a:ext>
            </a:extLst>
          </p:cNvPr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EF3F035-06AA-9A44-9C2F-D3BDBD07A02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21E2804-3EB5-D644-B662-19BE1BAA3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9BB8A5DF-B9B3-134E-BDB9-5725947A4DF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74520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34D7F1A8-A84C-3142-A87E-4DC63EB6D616}"/>
              </a:ext>
            </a:extLst>
          </p:cNvPr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74383446-432B-FE43-9E81-2DB3D79B7ABD}"/>
              </a:ext>
            </a:extLst>
          </p:cNvPr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51ACF36D-DE50-734F-A14E-E7177967C798}"/>
              </a:ext>
            </a:extLst>
          </p:cNvPr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B77460C-B7DA-E049-9460-0577057F3509}"/>
              </a:ext>
            </a:extLst>
          </p:cNvPr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C50F38-2203-264F-B797-FF154EC7B1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CE1FC9-51D0-9040-8C40-EA558EB603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C03929C-B889-B647-830D-185F5F258C1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29943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3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3"/>
            <a:ext cx="3364992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A35A966-246D-B149-AC0B-EAFCA65DD7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D3BE2D-D570-8548-A395-DB600142D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BEC63C2-5B97-E942-BBA4-43ABF5C31194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14351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2700A8-6F91-0745-8087-F4C6536B6A9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4B78DE-40E6-0D4F-BD40-489BC23690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E9847F-D645-6E4D-8682-86E432D012D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98114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17A1EA61-3081-7F4C-BA06-09B379297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1DFF060-200D-4744-8177-3563CAB672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71821A-B76B-BE4E-A0F5-FD4E20C9F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B348B5-47DC-5B4B-A7F9-466361C568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287050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CBB73F4A-1B1B-0F45-B0C8-70C490A798A0}"/>
              </a:ext>
            </a:extLst>
          </p:cNvPr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361C670E-A769-814F-A409-4B3742DFBFA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8224CE-A825-C541-9D0E-29201B121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5B754A6-5426-A741-A09F-E3D18CD43BB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4270673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69028B8-5F7F-D449-B35F-B6DF11614749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3478505-8F02-7645-935D-E7295F6AEC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D7AB1198-58D1-8244-A7E7-57C1B93C3E3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744457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9CAC01C-6AAA-8444-AAC1-D7DC8D62D24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B6CFBF-3D25-4441-9573-8EDDFA27D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7038EBF6-8789-5C47-A57F-8BDFCC33B6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2356053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E917D5D-38A1-3742-BBAF-F94E4B6F6A4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EA5371B-5D15-CD4C-BD77-BC52B142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12">
            <a:extLst>
              <a:ext uri="{FF2B5EF4-FFF2-40B4-BE49-F238E27FC236}">
                <a16:creationId xmlns:a16="http://schemas.microsoft.com/office/drawing/2014/main" id="{D5AA9401-9E18-5B4A-A54F-A79F437CD71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767798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>
            <a:extLst>
              <a:ext uri="{FF2B5EF4-FFF2-40B4-BE49-F238E27FC236}">
                <a16:creationId xmlns:a16="http://schemas.microsoft.com/office/drawing/2014/main" id="{1FFB6887-136F-5948-B185-CA1F958F31D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DF1CAEC-A094-5645-BA3D-F1ED91EB6333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96EC316-9C6A-DB4C-92C5-6DD17FF4FD3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439A2C23-9FCB-D84E-85AC-8C023DBA301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3758671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6B8300-345C-7A46-9619-F17972CD36E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9E3E03C-7AB3-0646-8D7C-F0FE8D75C52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843767A-5E6E-6B46-A46D-F6FA6E956E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5410687-9BE6-CB46-A630-744CCCAFD9E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1870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AC48B340-2774-9E47-9B16-E35675B8D2D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70EDCC5-C0A2-C645-8002-4FBB8E6D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2">
            <a:extLst>
              <a:ext uri="{FF2B5EF4-FFF2-40B4-BE49-F238E27FC236}">
                <a16:creationId xmlns:a16="http://schemas.microsoft.com/office/drawing/2014/main" id="{18323A0D-06FD-3748-A472-29817B143C0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529745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ACEE3B9-1826-A549-80C2-4644AB149B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29352AC-FCFC-4A49-9F87-46AB2C66E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C3E3411-DB38-3045-9F1E-E71865B1F60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147005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56D38B9D-9B62-E246-A3FF-DDAFC13B84CA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41393-8A7C-C545-9FC3-A1F8290F5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12">
            <a:extLst>
              <a:ext uri="{FF2B5EF4-FFF2-40B4-BE49-F238E27FC236}">
                <a16:creationId xmlns:a16="http://schemas.microsoft.com/office/drawing/2014/main" id="{B492A32C-240E-0746-AD5D-6D23D0B3D2A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845991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>
            <a:extLst>
              <a:ext uri="{FF2B5EF4-FFF2-40B4-BE49-F238E27FC236}">
                <a16:creationId xmlns:a16="http://schemas.microsoft.com/office/drawing/2014/main" id="{83A23BE4-2CAA-D94A-B580-7DAC024194CF}"/>
              </a:ext>
            </a:extLst>
          </p:cNvPr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FB28DB7-E4B6-FF4B-A3AE-21424314DDFD}"/>
              </a:ext>
            </a:extLst>
          </p:cNvPr>
          <p:cNvSpPr>
            <a:spLocks/>
          </p:cNvSpPr>
          <p:nvPr userDrawn="1"/>
        </p:nvSpPr>
        <p:spPr bwMode="auto">
          <a:xfrm>
            <a:off x="609600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965863E6-215B-9941-AD94-71B9375BA7CE}"/>
              </a:ext>
            </a:extLst>
          </p:cNvPr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5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7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1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2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FC31DD0C-23B4-1A42-B939-DD9DBB8D36E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C51D5FF-6360-A74D-AFA5-5C5EA53B8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7EC0B1F-56BA-DE4A-B2A2-2598A2CB947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676535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>
            <a:extLst>
              <a:ext uri="{FF2B5EF4-FFF2-40B4-BE49-F238E27FC236}">
                <a16:creationId xmlns:a16="http://schemas.microsoft.com/office/drawing/2014/main" id="{843D97C1-4E88-444B-BA9E-8715CBF17CC1}"/>
              </a:ext>
            </a:extLst>
          </p:cNvPr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B3EF9F35-E746-CC41-B371-E68EBACF51D1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9E3185-D354-E74C-A7FC-45C7D63BB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Footer Placeholder 33">
            <a:extLst>
              <a:ext uri="{FF2B5EF4-FFF2-40B4-BE49-F238E27FC236}">
                <a16:creationId xmlns:a16="http://schemas.microsoft.com/office/drawing/2014/main" id="{9A1F9B71-6449-4249-AE64-D83170FAC943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159792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>
            <a:extLst>
              <a:ext uri="{FF2B5EF4-FFF2-40B4-BE49-F238E27FC236}">
                <a16:creationId xmlns:a16="http://schemas.microsoft.com/office/drawing/2014/main" id="{7A9A2D76-F297-8E49-96D2-9853294B91E2}"/>
              </a:ext>
            </a:extLst>
          </p:cNvPr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2F6C0A5-0A27-004B-9919-031D9E52A90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3B2F40-68B9-6843-BDB9-3B3F8F4F52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97165A-29D6-224C-8FF7-699667029FD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2446569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>
            <a:extLst>
              <a:ext uri="{FF2B5EF4-FFF2-40B4-BE49-F238E27FC236}">
                <a16:creationId xmlns:a16="http://schemas.microsoft.com/office/drawing/2014/main" id="{25D536F1-E6EE-2F47-BCBA-9A1491FBCE7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>
            <a:extLst>
              <a:ext uri="{FF2B5EF4-FFF2-40B4-BE49-F238E27FC236}">
                <a16:creationId xmlns:a16="http://schemas.microsoft.com/office/drawing/2014/main" id="{08AF629E-306F-0E4B-8BEE-CCA7B275D58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>
            <a:extLst>
              <a:ext uri="{FF2B5EF4-FFF2-40B4-BE49-F238E27FC236}">
                <a16:creationId xmlns:a16="http://schemas.microsoft.com/office/drawing/2014/main" id="{F9D1BDDB-3122-344E-83CD-FE2A22C96F6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9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4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1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5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D9A7FF-E553-3247-9537-B5385F1CCA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2DB461-2BAA-8641-873B-3385F2AC13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F3192249-5459-1441-8DD1-5667E4E5C5A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757573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27B1B32-96E6-9643-AE93-8CCA7A55FABF}"/>
              </a:ext>
            </a:extLst>
          </p:cNvPr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0B44F5C-88E8-BA45-87B4-E9AFD5E980A9}"/>
              </a:ext>
            </a:extLst>
          </p:cNvPr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9D4A426-1AB1-E440-9440-D81BCB6A69D0}"/>
              </a:ext>
            </a:extLst>
          </p:cNvPr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E53B0DD-FBAC-9A4B-B33C-3CA903FA5662}"/>
              </a:ext>
            </a:extLst>
          </p:cNvPr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8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7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61EB85A5-0645-C946-BBDB-35A373492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E549CB-503B-EF4C-B578-C9013D621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D012C5B7-2908-7343-815E-A7649E7D15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123104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>
            <a:extLst>
              <a:ext uri="{FF2B5EF4-FFF2-40B4-BE49-F238E27FC236}">
                <a16:creationId xmlns:a16="http://schemas.microsoft.com/office/drawing/2014/main" id="{45B7F5E8-F180-4E4F-94F6-3E5B0FF3543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48995CC1-3082-B145-B0DA-497964558F9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5A21DE1-9BED-044C-B888-A65F7853490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5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7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3D634D9E-255B-4D4E-B92B-89807E47353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22FD60D-7652-6E48-8B44-97F447F6D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6" name="Footer Placeholder 37">
            <a:extLst>
              <a:ext uri="{FF2B5EF4-FFF2-40B4-BE49-F238E27FC236}">
                <a16:creationId xmlns:a16="http://schemas.microsoft.com/office/drawing/2014/main" id="{86788EC8-D884-9E49-82D0-71964D235C7D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428680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>
            <a:extLst>
              <a:ext uri="{FF2B5EF4-FFF2-40B4-BE49-F238E27FC236}">
                <a16:creationId xmlns:a16="http://schemas.microsoft.com/office/drawing/2014/main" id="{1443AF16-E6C0-E74E-A8D7-D6CE308275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A0826C0-A90B-2747-937F-BCF8C52B8F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F35576E-A16D-BE4C-84AB-5CC618ADA4B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>
            <a:extLst>
              <a:ext uri="{FF2B5EF4-FFF2-40B4-BE49-F238E27FC236}">
                <a16:creationId xmlns:a16="http://schemas.microsoft.com/office/drawing/2014/main" id="{D6846E13-741A-654E-9264-689DDE73485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>
              <a:extLst>
                <a:ext uri="{FF2B5EF4-FFF2-40B4-BE49-F238E27FC236}">
                  <a16:creationId xmlns:a16="http://schemas.microsoft.com/office/drawing/2014/main" id="{C64FE97A-53E8-4245-B2CF-15242D81BF66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>
              <a:extLst>
                <a:ext uri="{FF2B5EF4-FFF2-40B4-BE49-F238E27FC236}">
                  <a16:creationId xmlns:a16="http://schemas.microsoft.com/office/drawing/2014/main" id="{24C27FBE-3C59-744C-93DC-C4207883A5B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A2231690-D2F4-7C43-BD01-A0BD8A68495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>
              <a:extLst>
                <a:ext uri="{FF2B5EF4-FFF2-40B4-BE49-F238E27FC236}">
                  <a16:creationId xmlns:a16="http://schemas.microsoft.com/office/drawing/2014/main" id="{428F119B-C243-3F46-980E-5C88BA83BF6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>
              <a:extLst>
                <a:ext uri="{FF2B5EF4-FFF2-40B4-BE49-F238E27FC236}">
                  <a16:creationId xmlns:a16="http://schemas.microsoft.com/office/drawing/2014/main" id="{C2711FB7-9960-0B4C-AAD1-1749166881B0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>
              <a:extLst>
                <a:ext uri="{FF2B5EF4-FFF2-40B4-BE49-F238E27FC236}">
                  <a16:creationId xmlns:a16="http://schemas.microsoft.com/office/drawing/2014/main" id="{0D88BE41-256E-E840-8FB9-DE6FA64CED8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>
              <a:extLst>
                <a:ext uri="{FF2B5EF4-FFF2-40B4-BE49-F238E27FC236}">
                  <a16:creationId xmlns:a16="http://schemas.microsoft.com/office/drawing/2014/main" id="{A185D960-945C-5A4C-BBC3-4EF8A215700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>
              <a:extLst>
                <a:ext uri="{FF2B5EF4-FFF2-40B4-BE49-F238E27FC236}">
                  <a16:creationId xmlns:a16="http://schemas.microsoft.com/office/drawing/2014/main" id="{815C9CB6-E3D3-B640-A3E8-7B0FC6513F3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>
              <a:extLst>
                <a:ext uri="{FF2B5EF4-FFF2-40B4-BE49-F238E27FC236}">
                  <a16:creationId xmlns:a16="http://schemas.microsoft.com/office/drawing/2014/main" id="{3E0A7020-2536-5749-B532-50960E09BA83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>
              <a:extLst>
                <a:ext uri="{FF2B5EF4-FFF2-40B4-BE49-F238E27FC236}">
                  <a16:creationId xmlns:a16="http://schemas.microsoft.com/office/drawing/2014/main" id="{6E2EA001-6DF2-0145-AAE7-43BF4BD5777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>
              <a:extLst>
                <a:ext uri="{FF2B5EF4-FFF2-40B4-BE49-F238E27FC236}">
                  <a16:creationId xmlns:a16="http://schemas.microsoft.com/office/drawing/2014/main" id="{57053692-C32C-014B-8E2F-6D32A94EAE58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>
              <a:extLst>
                <a:ext uri="{FF2B5EF4-FFF2-40B4-BE49-F238E27FC236}">
                  <a16:creationId xmlns:a16="http://schemas.microsoft.com/office/drawing/2014/main" id="{A18B2B25-779F-6D48-BE7D-E8BB7F42EA0B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>
              <a:extLst>
                <a:ext uri="{FF2B5EF4-FFF2-40B4-BE49-F238E27FC236}">
                  <a16:creationId xmlns:a16="http://schemas.microsoft.com/office/drawing/2014/main" id="{0C6EFA48-A618-BD43-9A9F-6D327403320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>
              <a:extLst>
                <a:ext uri="{FF2B5EF4-FFF2-40B4-BE49-F238E27FC236}">
                  <a16:creationId xmlns:a16="http://schemas.microsoft.com/office/drawing/2014/main" id="{75784953-2811-704A-915B-3698B729CB67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>
            <a:extLst>
              <a:ext uri="{FF2B5EF4-FFF2-40B4-BE49-F238E27FC236}">
                <a16:creationId xmlns:a16="http://schemas.microsoft.com/office/drawing/2014/main" id="{78AF5507-6542-B941-878C-9186D89E01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EEB2480F-F228-F542-A407-602E5669AA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>
            <a:extLst>
              <a:ext uri="{FF2B5EF4-FFF2-40B4-BE49-F238E27FC236}">
                <a16:creationId xmlns:a16="http://schemas.microsoft.com/office/drawing/2014/main" id="{5C1590EF-3BCD-A749-9C81-A4CA67998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3" y="1282932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4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90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>
            <a:extLst>
              <a:ext uri="{FF2B5EF4-FFF2-40B4-BE49-F238E27FC236}">
                <a16:creationId xmlns:a16="http://schemas.microsoft.com/office/drawing/2014/main" id="{4D800A7D-EA59-B54E-9232-52F48507D998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A6BAFC3-3FFC-624B-8549-E8FEC9942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4" name="Footer Placeholder 47">
            <a:extLst>
              <a:ext uri="{FF2B5EF4-FFF2-40B4-BE49-F238E27FC236}">
                <a16:creationId xmlns:a16="http://schemas.microsoft.com/office/drawing/2014/main" id="{F8E4ECAD-42CD-D543-BB23-968C9A1A8C14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6497093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>
            <a:extLst>
              <a:ext uri="{FF2B5EF4-FFF2-40B4-BE49-F238E27FC236}">
                <a16:creationId xmlns:a16="http://schemas.microsoft.com/office/drawing/2014/main" id="{2293ED16-442F-184D-A4A6-B44A2013E8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71" name="Rectangle 13">
            <a:extLst>
              <a:ext uri="{FF2B5EF4-FFF2-40B4-BE49-F238E27FC236}">
                <a16:creationId xmlns:a16="http://schemas.microsoft.com/office/drawing/2014/main" id="{56331333-B173-7D4D-8569-6C6F64A246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>
            <a:extLst>
              <a:ext uri="{FF2B5EF4-FFF2-40B4-BE49-F238E27FC236}">
                <a16:creationId xmlns:a16="http://schemas.microsoft.com/office/drawing/2014/main" id="{3EE71AFE-F880-3F44-B2D3-C27650DC9D5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>
              <a:extLst>
                <a:ext uri="{FF2B5EF4-FFF2-40B4-BE49-F238E27FC236}">
                  <a16:creationId xmlns:a16="http://schemas.microsoft.com/office/drawing/2014/main" id="{5C9CB6D1-69BB-AD42-A1D1-431918B627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>
                <a:extLst>
                  <a:ext uri="{FF2B5EF4-FFF2-40B4-BE49-F238E27FC236}">
                    <a16:creationId xmlns:a16="http://schemas.microsoft.com/office/drawing/2014/main" id="{3F9A2779-3409-9748-A06A-F779FE4C294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>
                <a:extLst>
                  <a:ext uri="{FF2B5EF4-FFF2-40B4-BE49-F238E27FC236}">
                    <a16:creationId xmlns:a16="http://schemas.microsoft.com/office/drawing/2014/main" id="{2E278BC6-93C1-924E-9035-CA45607B610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>
                <a:extLst>
                  <a:ext uri="{FF2B5EF4-FFF2-40B4-BE49-F238E27FC236}">
                    <a16:creationId xmlns:a16="http://schemas.microsoft.com/office/drawing/2014/main" id="{AC84E752-CE96-2447-A352-73761FD0DF43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>
                <a:extLst>
                  <a:ext uri="{FF2B5EF4-FFF2-40B4-BE49-F238E27FC236}">
                    <a16:creationId xmlns:a16="http://schemas.microsoft.com/office/drawing/2014/main" id="{9C252CB5-8551-C349-ABC4-D69D044D275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>
                <a:extLst>
                  <a:ext uri="{FF2B5EF4-FFF2-40B4-BE49-F238E27FC236}">
                    <a16:creationId xmlns:a16="http://schemas.microsoft.com/office/drawing/2014/main" id="{4C689D37-D543-0248-9277-9F80EF97A04C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>
                <a:extLst>
                  <a:ext uri="{FF2B5EF4-FFF2-40B4-BE49-F238E27FC236}">
                    <a16:creationId xmlns:a16="http://schemas.microsoft.com/office/drawing/2014/main" id="{2AD0A234-208C-EC46-9620-607F6CDFE4D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>
                <a:extLst>
                  <a:ext uri="{FF2B5EF4-FFF2-40B4-BE49-F238E27FC236}">
                    <a16:creationId xmlns:a16="http://schemas.microsoft.com/office/drawing/2014/main" id="{A940B934-2B62-8249-BD2E-4C8CB9AA647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>
                <a:extLst>
                  <a:ext uri="{FF2B5EF4-FFF2-40B4-BE49-F238E27FC236}">
                    <a16:creationId xmlns:a16="http://schemas.microsoft.com/office/drawing/2014/main" id="{2356297B-56F1-8847-9438-87818394133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>
              <a:extLst>
                <a:ext uri="{FF2B5EF4-FFF2-40B4-BE49-F238E27FC236}">
                  <a16:creationId xmlns:a16="http://schemas.microsoft.com/office/drawing/2014/main" id="{06DACFB8-948D-6B4B-A503-B6713A7BBB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>
                <a:extLst>
                  <a:ext uri="{FF2B5EF4-FFF2-40B4-BE49-F238E27FC236}">
                    <a16:creationId xmlns:a16="http://schemas.microsoft.com/office/drawing/2014/main" id="{2C48228B-74E4-1A42-BEDB-C93604E5508F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>
                <a:extLst>
                  <a:ext uri="{FF2B5EF4-FFF2-40B4-BE49-F238E27FC236}">
                    <a16:creationId xmlns:a16="http://schemas.microsoft.com/office/drawing/2014/main" id="{5A1B1616-23EE-664F-B645-D0E145B57CB2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>
                <a:extLst>
                  <a:ext uri="{FF2B5EF4-FFF2-40B4-BE49-F238E27FC236}">
                    <a16:creationId xmlns:a16="http://schemas.microsoft.com/office/drawing/2014/main" id="{65BBCE28-3B2A-EC48-B8F3-D53586B6B2A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>
                <a:extLst>
                  <a:ext uri="{FF2B5EF4-FFF2-40B4-BE49-F238E27FC236}">
                    <a16:creationId xmlns:a16="http://schemas.microsoft.com/office/drawing/2014/main" id="{C54A2D2A-7244-E44C-A1B1-5BB5361CD58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>
                <a:extLst>
                  <a:ext uri="{FF2B5EF4-FFF2-40B4-BE49-F238E27FC236}">
                    <a16:creationId xmlns:a16="http://schemas.microsoft.com/office/drawing/2014/main" id="{FDA4A1B2-4288-D648-80C9-3910200D37F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>
                <a:extLst>
                  <a:ext uri="{FF2B5EF4-FFF2-40B4-BE49-F238E27FC236}">
                    <a16:creationId xmlns:a16="http://schemas.microsoft.com/office/drawing/2014/main" id="{07613D05-E4EC-8E47-9B9C-50332F819E9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>
                <a:extLst>
                  <a:ext uri="{FF2B5EF4-FFF2-40B4-BE49-F238E27FC236}">
                    <a16:creationId xmlns:a16="http://schemas.microsoft.com/office/drawing/2014/main" id="{5910BBFE-6A04-0B4C-AEDE-39F988B9FBB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>
                <a:extLst>
                  <a:ext uri="{FF2B5EF4-FFF2-40B4-BE49-F238E27FC236}">
                    <a16:creationId xmlns:a16="http://schemas.microsoft.com/office/drawing/2014/main" id="{877F02E6-32E5-CA49-9915-91E5051C725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>
                <a:extLst>
                  <a:ext uri="{FF2B5EF4-FFF2-40B4-BE49-F238E27FC236}">
                    <a16:creationId xmlns:a16="http://schemas.microsoft.com/office/drawing/2014/main" id="{C0409CAA-9B2B-F748-8085-B46E1795EEF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>
                <a:extLst>
                  <a:ext uri="{FF2B5EF4-FFF2-40B4-BE49-F238E27FC236}">
                    <a16:creationId xmlns:a16="http://schemas.microsoft.com/office/drawing/2014/main" id="{786A555D-B4B3-0244-9B04-4EFD4AD9AC81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>
                <a:extLst>
                  <a:ext uri="{FF2B5EF4-FFF2-40B4-BE49-F238E27FC236}">
                    <a16:creationId xmlns:a16="http://schemas.microsoft.com/office/drawing/2014/main" id="{0C886F78-0806-C147-80D2-2168C7613FBB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>
            <a:extLst>
              <a:ext uri="{FF2B5EF4-FFF2-40B4-BE49-F238E27FC236}">
                <a16:creationId xmlns:a16="http://schemas.microsoft.com/office/drawing/2014/main" id="{E74313DA-F788-8D41-93EC-EA1706E3B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8DC4C0F8-A321-4741-8C13-D950D433B1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>
            <a:extLst>
              <a:ext uri="{FF2B5EF4-FFF2-40B4-BE49-F238E27FC236}">
                <a16:creationId xmlns:a16="http://schemas.microsoft.com/office/drawing/2014/main" id="{28055E75-DF71-E248-AA74-7BB94C0666B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>
            <a:extLst>
              <a:ext uri="{FF2B5EF4-FFF2-40B4-BE49-F238E27FC236}">
                <a16:creationId xmlns:a16="http://schemas.microsoft.com/office/drawing/2014/main" id="{C9680EE7-90D1-A345-B054-662FF463A28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>
            <a:extLst>
              <a:ext uri="{FF2B5EF4-FFF2-40B4-BE49-F238E27FC236}">
                <a16:creationId xmlns:a16="http://schemas.microsoft.com/office/drawing/2014/main" id="{E9BB0CE2-0617-1941-A588-C827F2524964}"/>
              </a:ext>
            </a:extLst>
          </p:cNvPr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cxnSp>
        <p:nvCxnSpPr>
          <p:cNvPr id="100" name="Straight Connector 42">
            <a:extLst>
              <a:ext uri="{FF2B5EF4-FFF2-40B4-BE49-F238E27FC236}">
                <a16:creationId xmlns:a16="http://schemas.microsoft.com/office/drawing/2014/main" id="{FBD52821-1B49-9E4C-B574-500AB3B6AFC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3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5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2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8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4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4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4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4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4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4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4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4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4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>
            <a:extLst>
              <a:ext uri="{FF2B5EF4-FFF2-40B4-BE49-F238E27FC236}">
                <a16:creationId xmlns:a16="http://schemas.microsoft.com/office/drawing/2014/main" id="{ACF79274-401B-E847-9669-0A3D2E2738E9}"/>
              </a:ext>
            </a:extLst>
          </p:cNvPr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C34364F-CB38-1E48-8DD6-8A135FEC3D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" name="Footer Placeholder 79">
            <a:extLst>
              <a:ext uri="{FF2B5EF4-FFF2-40B4-BE49-F238E27FC236}">
                <a16:creationId xmlns:a16="http://schemas.microsoft.com/office/drawing/2014/main" id="{6FCCAA74-A71F-BD48-A36F-2913CBEFBA79}"/>
              </a:ext>
            </a:extLst>
          </p:cNvPr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7262127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56796AC3-0CC9-4644-BE5A-F7E4445F89C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8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7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9C2C2-85F4-924D-9FCC-0B43C65A44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871064-9999-644D-B35B-038FAB2E2F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35454F5E-C949-6F4E-AF56-AF0C4FEF46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9038219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8C26E02F-56C9-A842-9594-876A7CE1FE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F9CC1D5-9985-8045-BBA9-B728A1C7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FD93BA97-5C7A-B540-8EC9-89562014AE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311816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7" y="1419225"/>
            <a:ext cx="3376247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58F763F2-9030-164C-B559-7A0545D2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47CC2E7-3DE2-6448-A596-9611D429F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01B10961-D5C0-544A-B389-2791677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4129164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6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D0109D5-693C-1C4E-8BE9-C06A6164B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C74A507-26F8-1142-A856-93201DF2BD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77ABE06B-78E5-9140-9D47-CDD8F49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2997837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DA9C7854-5168-DC4B-956D-DF5A5BCD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691E93E-9F73-564C-B814-F581E833C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2EF1CCF9-D4D1-5F43-9A71-EC53EC0A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356088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>
            <a:extLst>
              <a:ext uri="{FF2B5EF4-FFF2-40B4-BE49-F238E27FC236}">
                <a16:creationId xmlns:a16="http://schemas.microsoft.com/office/drawing/2014/main" id="{DC0FFC69-A712-7841-8BC1-7D491A36D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B37BE4-C3D8-B74D-8A46-04B048063B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9928CE-6949-4D48-8933-DCFDDB8A51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6AA03CE7-866F-D545-87C0-CA474AC5826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90BF6AE-2761-A140-ADEC-413FECFFDF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AB33A6B-862E-1F4E-BC8D-4F624F117CB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22544620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4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3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6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3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50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6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90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9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4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6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3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500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6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90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90" y="3962403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F652C452-9626-C94F-9E50-F8FF42C4235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9274F2-4605-EE49-810B-5A62744A01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Footer Placeholder 12">
            <a:extLst>
              <a:ext uri="{FF2B5EF4-FFF2-40B4-BE49-F238E27FC236}">
                <a16:creationId xmlns:a16="http://schemas.microsoft.com/office/drawing/2014/main" id="{8FFF7FCA-607C-AA43-8D20-4F34AC224E7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4757172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>
            <a:extLst>
              <a:ext uri="{FF2B5EF4-FFF2-40B4-BE49-F238E27FC236}">
                <a16:creationId xmlns:a16="http://schemas.microsoft.com/office/drawing/2014/main" id="{604FEA5A-1E0A-1B4A-9D65-086D0611F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PARTNERS</a:t>
            </a:r>
          </a:p>
        </p:txBody>
      </p:sp>
      <p:sp>
        <p:nvSpPr>
          <p:cNvPr id="11" name="Line 22">
            <a:extLst>
              <a:ext uri="{FF2B5EF4-FFF2-40B4-BE49-F238E27FC236}">
                <a16:creationId xmlns:a16="http://schemas.microsoft.com/office/drawing/2014/main" id="{A0E62CB1-5CF7-5345-858E-30A7D7FD2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8DB6EFD1-8CC3-F047-ABA9-064D9BC35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ASSOCIATES</a:t>
            </a:r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2F9D9F2B-F3BF-0C41-B48F-7B311862C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A34D96B7-537C-C047-8761-BDDCC60420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DA030DC-FDC3-BA45-B88A-C8BCFAF5D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72D378E-C97D-8B44-84B7-1377028AA19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403071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079F0D0F-F8B4-F943-A389-4257CE4715B8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D88FBED-16A4-254B-A2C1-71B81D724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7996A400-B189-4C40-A82D-5574650542F8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565412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547AC1CC-989F-EF4F-883C-95EFB4AAB75A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2980DCB-17C2-6A4A-84AA-85D7AEE098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B0D2AE8-4FC0-1A4F-B037-9A9F1579642F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6271790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F42440C5-AB64-6D41-895E-37A9319E8477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57BC95E-CD4F-DE41-AD25-B687E1069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DECAD609-2A9D-3E4C-AD77-DFE92DF80326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730703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EDAD8F92-4C0A-D648-B0F1-F59F0731F4A9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DC8BE7A-C664-D04A-8598-4E5685E317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1B274BD-430A-844D-B842-7F1D383B2E3F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1731137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2A2ED45C-888B-1246-82B4-C7C831C82324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7A95AD-5F8B-924D-8935-5ADADA9D4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66521D81-1BDB-0741-8AB7-05D637F2E829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</p:spTree>
    <p:extLst>
      <p:ext uri="{BB962C8B-B14F-4D97-AF65-F5344CB8AC3E}">
        <p14:creationId xmlns:p14="http://schemas.microsoft.com/office/powerpoint/2010/main" val="38365823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885D879-F8A2-154B-97DC-20A4BB559C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FE0BECD-A12F-E74F-B9CF-DD681B3E64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5B79ECD-265C-BB46-92EF-43484890C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674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45200" y="8382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45200" y="36195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7359D8E-E112-C345-9903-2893FD0386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4001AB-DB1D-5946-9736-03D4B54E2C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B4B8618-4A19-CB4D-A1ED-E327290BBB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3563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D36792D-32CC-2248-9D1D-323FEA404F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 Shelters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578B703-4DAA-DA4F-94DA-174EAFB373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A85829-7B02-0F41-93DA-41792B6B49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3273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Tax Shelters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7D8FA-3A4D-4F06-95F9-AF158D855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1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Tax Shelters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>
            <a:extLst>
              <a:ext uri="{FF2B5EF4-FFF2-40B4-BE49-F238E27FC236}">
                <a16:creationId xmlns:a16="http://schemas.microsoft.com/office/drawing/2014/main" id="{BD5F6FDD-DD89-0A42-B8D9-68B2DF4548AA}"/>
              </a:ext>
            </a:extLst>
          </p:cNvPr>
          <p:cNvSpPr>
            <a:spLocks noChangeShapeType="1"/>
          </p:cNvSpPr>
          <p:nvPr/>
        </p:nvSpPr>
        <p:spPr bwMode="gray">
          <a:xfrm>
            <a:off x="0" y="6423025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BED04A-BAAD-2848-9574-A8994278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643731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B63961-A176-3F4D-8365-029CC154962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DE277C3-6881-FD40-9F80-591B71730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42076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Tax Shelters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34AE25E-6AD0-E44B-A71F-5684FB10D98D}"/>
              </a:ext>
            </a:extLst>
          </p:cNvPr>
          <p:cNvSpPr txBox="1">
            <a:spLocks/>
          </p:cNvSpPr>
          <p:nvPr userDrawn="1"/>
        </p:nvSpPr>
        <p:spPr>
          <a:xfrm>
            <a:off x="97367" y="6423026"/>
            <a:ext cx="31496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dirty="0">
                <a:latin typeface="+mn-lt"/>
              </a:rPr>
              <a:t>FIT_TaxShelters_2026S</a:t>
            </a:r>
          </a:p>
        </p:txBody>
      </p:sp>
    </p:spTree>
    <p:extLst>
      <p:ext uri="{BB962C8B-B14F-4D97-AF65-F5344CB8AC3E}">
        <p14:creationId xmlns:p14="http://schemas.microsoft.com/office/powerpoint/2010/main" val="3534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41A-BE6A-C116-933E-7A1EEC37F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1" y="1122363"/>
            <a:ext cx="10559143" cy="2387600"/>
          </a:xfrm>
        </p:spPr>
        <p:txBody>
          <a:bodyPr/>
          <a:lstStyle/>
          <a:p>
            <a:r>
              <a:rPr lang="en-US" sz="4800" dirty="0"/>
              <a:t>Federal Income Taxation</a:t>
            </a:r>
            <a:br>
              <a:rPr lang="en-US" sz="4800" dirty="0"/>
            </a:br>
            <a:r>
              <a:rPr lang="en-US" sz="4800" i="1" dirty="0"/>
              <a:t>Tax Shelters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8FE2-39D0-E4B6-16F7-700B3BBA1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Prof. Colon</a:t>
            </a:r>
          </a:p>
          <a:p>
            <a:r>
              <a:rPr lang="en-US" sz="2800" b="1" dirty="0"/>
              <a:t>Spring 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B88B0-F4E4-79C2-2B66-5408429E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Tax Shelters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84B54-0607-436D-A22D-B344664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9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F7FB7-5E98-2F5B-D96F-F2C0D28C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Two primary categories:</a:t>
            </a:r>
          </a:p>
          <a:p>
            <a:pPr lvl="1"/>
            <a:r>
              <a:rPr lang="en-US" sz="2800" b="1" dirty="0"/>
              <a:t>Mismeasurement of wealth</a:t>
            </a:r>
            <a:r>
              <a:rPr lang="en-US" sz="2800" dirty="0"/>
              <a:t> (income and deductions)</a:t>
            </a:r>
          </a:p>
          <a:p>
            <a:pPr lvl="1"/>
            <a:r>
              <a:rPr lang="en-US" sz="2800" b="1" dirty="0"/>
              <a:t>Tax rate manipulation</a:t>
            </a:r>
            <a:r>
              <a:rPr lang="en-US" sz="2800" dirty="0"/>
              <a:t> (converting high-tax ordinary income to low-tax capital gain)</a:t>
            </a:r>
          </a:p>
          <a:p>
            <a:r>
              <a:rPr lang="en-US" sz="3200" dirty="0"/>
              <a:t>Combination of realization requirement (no tax until a S/X), deduction of pre-tax dollars (interest on borrowed funds &amp; depreciation deduction before principal repayment and front-loaded depreciation) can result in deduction of </a:t>
            </a:r>
            <a:r>
              <a:rPr lang="en-US" sz="3200" b="1" i="1" dirty="0"/>
              <a:t>non-economic losses</a:t>
            </a:r>
            <a:endParaRPr lang="en-US" sz="3200" dirty="0"/>
          </a:p>
          <a:p>
            <a:r>
              <a:rPr lang="en-US" sz="3200" dirty="0"/>
              <a:t>Tax shelter responses may be:</a:t>
            </a:r>
          </a:p>
          <a:p>
            <a:pPr lvl="1"/>
            <a:r>
              <a:rPr lang="en-US" sz="2800" dirty="0"/>
              <a:t>Intended by Congress (permissible tax expenditures)</a:t>
            </a:r>
          </a:p>
          <a:p>
            <a:pPr lvl="1"/>
            <a:r>
              <a:rPr lang="en-US" sz="2800" dirty="0"/>
              <a:t>Not intended but common (addressed through statutory amendments)</a:t>
            </a:r>
          </a:p>
          <a:p>
            <a:pPr lvl="1"/>
            <a:r>
              <a:rPr lang="en-US" sz="2800" dirty="0"/>
              <a:t>Not intended and unusual (addressed through judicial doctrines)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F8E9C-AF2E-8B54-DEE4-25EFB5E3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tax shelter?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EEC74-8C29-FB88-EA75-1302F4E1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35F7-2C82-45CD-BC33-EF723C297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365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0F9ED8-A6B5-D860-A098-8F4D1E80A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Fairness</a:t>
            </a:r>
            <a:r>
              <a:rPr lang="en-US" sz="3200" dirty="0"/>
              <a:t>: Tax shelters can distort horizontal equity </a:t>
            </a:r>
          </a:p>
          <a:p>
            <a:r>
              <a:rPr lang="en-US" sz="3200" b="1" dirty="0"/>
              <a:t>Efficiency</a:t>
            </a:r>
            <a:r>
              <a:rPr lang="en-US" sz="3200" dirty="0"/>
              <a:t>: Shelters cause economic distortions and waste resources </a:t>
            </a:r>
          </a:p>
          <a:p>
            <a:r>
              <a:rPr lang="en-US" sz="3200" b="1" dirty="0"/>
              <a:t>Revenue</a:t>
            </a:r>
            <a:r>
              <a:rPr lang="en-US" sz="3200" dirty="0"/>
              <a:t>: Tax base erosion requires higher rates on everyone else </a:t>
            </a:r>
          </a:p>
          <a:p>
            <a:r>
              <a:rPr lang="en-US" sz="3200" b="1" dirty="0"/>
              <a:t>Complexity</a:t>
            </a:r>
            <a:r>
              <a:rPr lang="en-US" sz="3200" dirty="0"/>
              <a:t>: Anti-shelter rules add significant complexity to tax code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432BF7-ED49-F184-B9B8-688F3996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5EF8F-BFC6-5714-EA19-EE7EA5674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92CC5-2870-FBD9-92F1-850084F5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3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94CAC-FF21-3B49-38BD-E0711598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On 12/11/53, Knetsch borrowed 4MM on nonrecourse basis at 3.5% interest secured by the annuities</a:t>
            </a:r>
          </a:p>
          <a:p>
            <a:r>
              <a:rPr lang="en-US" dirty="0"/>
              <a:t>Used funds to purchase 10 annuities paying 2.5% for 4,004,000 (put up 4K of own money)</a:t>
            </a:r>
          </a:p>
          <a:p>
            <a:r>
              <a:rPr lang="en-US" dirty="0"/>
              <a:t>Interest payable </a:t>
            </a:r>
            <a:r>
              <a:rPr lang="en-US" i="1" dirty="0"/>
              <a:t>in advance </a:t>
            </a:r>
            <a:r>
              <a:rPr lang="en-US" dirty="0"/>
              <a:t>on 4MM (140K in first year)</a:t>
            </a:r>
          </a:p>
          <a:p>
            <a:r>
              <a:rPr lang="en-US" dirty="0"/>
              <a:t>On 12/16/53, he borrowed 99K against annuity cash value at the end of Y1—interest (3.465K) was payable in advance—giving additional note payable at 3.5%.  Same in 1954.</a:t>
            </a:r>
          </a:p>
          <a:p>
            <a:r>
              <a:rPr lang="en-US" dirty="0"/>
              <a:t>Generated large interest deductions (143K in 1953 and 147K in 1954) against unrelated income</a:t>
            </a:r>
          </a:p>
          <a:p>
            <a:r>
              <a:rPr lang="en-US" dirty="0"/>
              <a:t>Annual borrowings kept </a:t>
            </a:r>
            <a:r>
              <a:rPr lang="en-US" i="1" dirty="0"/>
              <a:t>net cash value</a:t>
            </a:r>
            <a:r>
              <a:rPr lang="en-US" dirty="0"/>
              <a:t>, which determined annuity/insurance payments, at 1K, which he received when he terminated the transaction in 1956.</a:t>
            </a:r>
          </a:p>
          <a:p>
            <a:r>
              <a:rPr lang="en-US" dirty="0"/>
              <a:t>Supreme Court: Transaction lacked economic substance: "A sham that generated only tax deductions, not genuine debt"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0B699-AB4A-9E7B-F210-EE240608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Knetsch v. United States </a:t>
            </a:r>
            <a:r>
              <a:rPr lang="en-US" dirty="0"/>
              <a:t>(1960)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AC78-5774-FA68-C588-C50B05D15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9E0DD-3A96-F92D-3FD3-12D9B9F3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5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792B4-85F6-1438-A522-2B342FFE5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600" b="1" dirty="0"/>
              <a:t>Sham Debt Doctrine</a:t>
            </a:r>
            <a:endParaRPr lang="en-US" sz="3600" dirty="0"/>
          </a:p>
          <a:p>
            <a:pPr lvl="1"/>
            <a:r>
              <a:rPr lang="en-US" sz="3200" dirty="0"/>
              <a:t>Disregards "loans" that lack economic substance</a:t>
            </a:r>
          </a:p>
          <a:p>
            <a:pPr lvl="1"/>
            <a:r>
              <a:rPr lang="en-US" sz="3200" dirty="0"/>
              <a:t>Example: </a:t>
            </a:r>
            <a:r>
              <a:rPr lang="en-US" sz="3200" i="1" dirty="0"/>
              <a:t>Knetsch v. United States</a:t>
            </a:r>
            <a:r>
              <a:rPr lang="en-US" sz="3200" dirty="0"/>
              <a:t> (1960)</a:t>
            </a:r>
          </a:p>
          <a:p>
            <a:r>
              <a:rPr lang="en-US" sz="3600" b="1" dirty="0"/>
              <a:t>Tax Ownership Doctrine</a:t>
            </a:r>
            <a:endParaRPr lang="en-US" sz="3600" dirty="0"/>
          </a:p>
          <a:p>
            <a:pPr lvl="1"/>
            <a:r>
              <a:rPr lang="en-US" sz="3200" dirty="0"/>
              <a:t>Focuses on who bears the "benefits and burdens" of ownership</a:t>
            </a:r>
          </a:p>
          <a:p>
            <a:pPr lvl="1"/>
            <a:r>
              <a:rPr lang="en-US" sz="3200" dirty="0"/>
              <a:t>Example: </a:t>
            </a:r>
            <a:r>
              <a:rPr lang="en-US" sz="3200" i="1" dirty="0"/>
              <a:t>Estate of Franklin</a:t>
            </a:r>
            <a:r>
              <a:rPr lang="en-US" sz="3200" dirty="0"/>
              <a:t> (1976)</a:t>
            </a:r>
          </a:p>
          <a:p>
            <a:r>
              <a:rPr lang="en-US" sz="3600" b="1" dirty="0"/>
              <a:t>Business Purpose Doctrine</a:t>
            </a:r>
            <a:endParaRPr lang="en-US" sz="3600" dirty="0"/>
          </a:p>
          <a:p>
            <a:pPr lvl="1"/>
            <a:r>
              <a:rPr lang="en-US" sz="3200" dirty="0"/>
              <a:t>Requires genuine business purpose beyond tax avoidance</a:t>
            </a:r>
          </a:p>
          <a:p>
            <a:pPr lvl="1"/>
            <a:r>
              <a:rPr lang="en-US" sz="3200" dirty="0"/>
              <a:t>Example: </a:t>
            </a:r>
            <a:r>
              <a:rPr lang="en-US" sz="3200" i="1" dirty="0"/>
              <a:t>Gregory v. </a:t>
            </a:r>
            <a:r>
              <a:rPr lang="en-US" sz="3200" i="1" dirty="0" err="1"/>
              <a:t>Helvering</a:t>
            </a:r>
            <a:r>
              <a:rPr lang="en-US" sz="3200" dirty="0"/>
              <a:t> (1935)</a:t>
            </a:r>
          </a:p>
          <a:p>
            <a:r>
              <a:rPr lang="en-US" sz="3600" b="1" dirty="0"/>
              <a:t>Economic Substance Doctrine</a:t>
            </a:r>
            <a:endParaRPr lang="en-US" sz="3600" dirty="0"/>
          </a:p>
          <a:p>
            <a:pPr lvl="1"/>
            <a:r>
              <a:rPr lang="en-US" sz="3200" dirty="0"/>
              <a:t>Requires meaningful economic change apart from tax effects</a:t>
            </a:r>
          </a:p>
          <a:p>
            <a:pPr lvl="1"/>
            <a:r>
              <a:rPr lang="en-US" sz="3200" dirty="0"/>
              <a:t>Example: </a:t>
            </a:r>
            <a:r>
              <a:rPr lang="en-US" sz="3200" i="1" dirty="0"/>
              <a:t>Goldstein v. Commissioner</a:t>
            </a:r>
            <a:r>
              <a:rPr lang="en-US" sz="3200" dirty="0"/>
              <a:t> (1966)</a:t>
            </a:r>
          </a:p>
          <a:p>
            <a:pPr lvl="1"/>
            <a:r>
              <a:rPr lang="en-US" sz="3200" dirty="0"/>
              <a:t>Codified in §7701(o) in 2010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D3062F-ED3B-6955-3220-BDEC107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common law doctrines potentially applicable to tax shelters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70A0B-EF10-DD85-5CEB-2F62C4668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20F7-1392-66D8-4189-6915372B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3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417562-FBC7-B2F2-1AD1-1079CDC47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§265(a)(2)</a:t>
            </a:r>
          </a:p>
          <a:p>
            <a:pPr lvl="1"/>
            <a:r>
              <a:rPr lang="en-US" sz="2800" dirty="0"/>
              <a:t>No deduction for interest incurred or continued to purchase or carry obligations generating tax-exempt interest</a:t>
            </a:r>
          </a:p>
          <a:p>
            <a:pPr lvl="1"/>
            <a:endParaRPr lang="en-US" sz="3200" b="1" dirty="0"/>
          </a:p>
          <a:p>
            <a:r>
              <a:rPr lang="en-US" sz="3200" b="1" dirty="0"/>
              <a:t>§264, § 461(g)</a:t>
            </a:r>
            <a:endParaRPr lang="en-US" sz="3200" dirty="0"/>
          </a:p>
          <a:p>
            <a:pPr lvl="1"/>
            <a:r>
              <a:rPr lang="en-US" sz="2800" dirty="0"/>
              <a:t>Denial of interest deductions on debt used to purchase single-premium annuities and life insurance</a:t>
            </a:r>
          </a:p>
          <a:p>
            <a:pPr lvl="1"/>
            <a:r>
              <a:rPr lang="en-US" sz="2800" dirty="0"/>
              <a:t>Proper timing of prepaid interest deductions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65AD37-12F9-54DC-34C9-752736D7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</a:t>
            </a:r>
            <a:r>
              <a:rPr lang="en-US" sz="2000" b="1" dirty="0"/>
              <a:t>§§264, 265(a)(2), and 461(g)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7FE0-9630-1E02-DC3F-AC52164FC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8F582-0BB5-5BD3-2C86-1CC42C0C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7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C16BD-A244-82DC-2B73-6F2CA213C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Limits </a:t>
            </a:r>
            <a:r>
              <a:rPr lang="en-US" sz="2800" i="1" dirty="0"/>
              <a:t>investment interest</a:t>
            </a:r>
            <a:r>
              <a:rPr lang="en-US" sz="2800" dirty="0"/>
              <a:t> deductions to </a:t>
            </a:r>
            <a:r>
              <a:rPr lang="en-US" sz="2800" i="1" dirty="0"/>
              <a:t>net investment income</a:t>
            </a:r>
          </a:p>
          <a:p>
            <a:pPr lvl="1"/>
            <a:r>
              <a:rPr lang="en-US" sz="2400" i="1" dirty="0"/>
              <a:t>NII = Investment Income – Investment Expenses. </a:t>
            </a:r>
            <a:r>
              <a:rPr lang="en-US" sz="2400" dirty="0"/>
              <a:t>§163(d)(4)</a:t>
            </a:r>
          </a:p>
          <a:p>
            <a:pPr lvl="1"/>
            <a:r>
              <a:rPr lang="en-US" sz="2400" dirty="0"/>
              <a:t>Invest Income: Gross income, such as CGs, dividends, interest, rents, royalties, if property held for investment. §163(d)(4)(B), (d)(5)(A)</a:t>
            </a:r>
          </a:p>
          <a:p>
            <a:pPr lvl="1"/>
            <a:r>
              <a:rPr lang="en-US" sz="2400" b="1" dirty="0"/>
              <a:t>BUT: </a:t>
            </a:r>
            <a:r>
              <a:rPr lang="en-US" sz="2400" dirty="0"/>
              <a:t>CGs and qualified dividends are investment income only if TP elects to treat as invest income (and thus giving up preferred tax rate). §163(d)(4)(B)(ii).</a:t>
            </a:r>
          </a:p>
          <a:p>
            <a:pPr lvl="1"/>
            <a:r>
              <a:rPr lang="en-US" sz="2400" dirty="0"/>
              <a:t>Unused invest interest can be carried forward to succeeding taxable year. §163(d)(2).</a:t>
            </a:r>
          </a:p>
          <a:p>
            <a:r>
              <a:rPr lang="en-US" sz="2800" dirty="0"/>
              <a:t>Investment interest does </a:t>
            </a:r>
            <a:r>
              <a:rPr lang="en-US" sz="2800" b="1" dirty="0"/>
              <a:t>not</a:t>
            </a:r>
            <a:r>
              <a:rPr lang="en-US" sz="2800" dirty="0"/>
              <a:t> include:</a:t>
            </a:r>
          </a:p>
          <a:p>
            <a:pPr lvl="1"/>
            <a:r>
              <a:rPr lang="en-US" sz="2400" dirty="0"/>
              <a:t>Interest on debt used to purchase personal residence, and </a:t>
            </a:r>
          </a:p>
          <a:p>
            <a:pPr lvl="1"/>
            <a:r>
              <a:rPr lang="en-US" sz="2400" dirty="0"/>
              <a:t>Interest taken into account in computing income/loss from passive activity. §163(d)(3)(B)</a:t>
            </a:r>
          </a:p>
          <a:p>
            <a:r>
              <a:rPr lang="en-US" sz="2800" dirty="0"/>
              <a:t>Tracing rules for interest: Reg. §1.861-8T.</a:t>
            </a:r>
          </a:p>
          <a:p>
            <a:r>
              <a:rPr lang="en-US" sz="2800" dirty="0"/>
              <a:t>Prevents tax-rate arbitrage (deduct $1 at high rate; include $1 of income at lower rate) through matching provisions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50B99-58B8-157E-9814-9F796320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</a:t>
            </a:r>
            <a:r>
              <a:rPr lang="en-US" sz="2000" b="1" dirty="0"/>
              <a:t>Investment Interest Limitation of §163(d)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A6242-D9D9-3EDE-8CE2-E58F6768F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BA55-27B9-AC44-CDE6-7DBC7F6F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2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98F6-61FD-4EFD-8123-778A8790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075F4-8BF2-3488-D100-4EC9FD5A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Purpose</a:t>
            </a:r>
            <a:r>
              <a:rPr lang="en-US" dirty="0"/>
              <a:t>: Limit deduction of losses to amount TP has economically </a:t>
            </a:r>
            <a:r>
              <a:rPr lang="en-US" b="1" i="1" dirty="0"/>
              <a:t>at risk </a:t>
            </a:r>
          </a:p>
          <a:p>
            <a:r>
              <a:rPr lang="en-US" dirty="0"/>
              <a:t>Net losses from T/B, including leasing farming, etc., deductible only to extent of </a:t>
            </a:r>
            <a:r>
              <a:rPr lang="en-US" i="1" dirty="0"/>
              <a:t>at-risk</a:t>
            </a:r>
            <a:r>
              <a:rPr lang="en-US" dirty="0"/>
              <a:t> amount. §465(a)(1)(A).  </a:t>
            </a:r>
          </a:p>
          <a:p>
            <a:pPr lvl="1"/>
            <a:r>
              <a:rPr lang="en-US" dirty="0"/>
              <a:t>At-risk amount in one year is reduced in subsequent years by previously deducted losses. §465(b)(5)</a:t>
            </a:r>
          </a:p>
          <a:p>
            <a:pPr lvl="1"/>
            <a:r>
              <a:rPr lang="en-US" dirty="0"/>
              <a:t>Disallowed losses carried forward until at-risk amount increases. §465(a)(2)</a:t>
            </a:r>
          </a:p>
          <a:p>
            <a:r>
              <a:rPr lang="en-US" b="1" i="1" dirty="0"/>
              <a:t>At Risk</a:t>
            </a:r>
            <a:r>
              <a:rPr lang="en-US" b="1" dirty="0"/>
              <a:t> amount includes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Cash invested in the activity</a:t>
            </a:r>
          </a:p>
          <a:p>
            <a:pPr lvl="1"/>
            <a:r>
              <a:rPr lang="en-US" dirty="0"/>
              <a:t>Adjusted basis of property contributed to the activity</a:t>
            </a:r>
          </a:p>
          <a:p>
            <a:pPr lvl="1"/>
            <a:r>
              <a:rPr lang="en-US" dirty="0"/>
              <a:t>Recourse debt (taxpayer personally liable)</a:t>
            </a:r>
          </a:p>
          <a:p>
            <a:pPr lvl="1"/>
            <a:r>
              <a:rPr lang="en-US" dirty="0"/>
              <a:t>Certain 3</a:t>
            </a:r>
            <a:r>
              <a:rPr lang="en-US" baseline="30000" dirty="0"/>
              <a:t>rd</a:t>
            </a:r>
            <a:r>
              <a:rPr lang="en-US" dirty="0"/>
              <a:t> party nonrecourse debt where taxpayer pledged property </a:t>
            </a:r>
            <a:r>
              <a:rPr lang="en-US" i="1" dirty="0"/>
              <a:t>not used in the activity. </a:t>
            </a:r>
            <a:r>
              <a:rPr lang="en-US" dirty="0"/>
              <a:t>§465(b)(1) and (2).</a:t>
            </a:r>
          </a:p>
          <a:p>
            <a:r>
              <a:rPr lang="en-US" b="1" i="1" dirty="0"/>
              <a:t>At Risk</a:t>
            </a:r>
            <a:r>
              <a:rPr lang="en-US" b="1" dirty="0"/>
              <a:t> excludes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Nonrecourse debt (generally)</a:t>
            </a:r>
          </a:p>
          <a:p>
            <a:pPr lvl="1"/>
            <a:r>
              <a:rPr lang="en-US" dirty="0"/>
              <a:t>Amounts protected by guarantees, stop-loss agreements</a:t>
            </a:r>
          </a:p>
          <a:p>
            <a:pPr lvl="1"/>
            <a:r>
              <a:rPr lang="en-US" dirty="0"/>
              <a:t>Amounts borrowed from related parties</a:t>
            </a:r>
          </a:p>
          <a:p>
            <a:pPr lvl="1"/>
            <a:r>
              <a:rPr lang="en-US" dirty="0"/>
              <a:t>Amounts borrowed from person with interest in activity. §465(b)(3) and (4).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4F79AD-358E-D7D3-7331-36A93EC3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</a:t>
            </a:r>
            <a:r>
              <a:rPr lang="en-US" sz="2000" b="1" dirty="0"/>
              <a:t>At Risk Rules of §465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82769-22F0-45BB-FC00-6F73377F3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820E-13C1-65F5-09E1-4DB36BD4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0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53A6C-6761-99C4-8BD3-DA8F39FB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Very important exception to the at risk rules: §465(b)(6): </a:t>
            </a:r>
            <a:r>
              <a:rPr lang="en-US" b="1" i="1" dirty="0"/>
              <a:t>Qualified nonrecourse financing</a:t>
            </a:r>
            <a:r>
              <a:rPr lang="en-US" dirty="0"/>
              <a:t> </a:t>
            </a:r>
            <a:r>
              <a:rPr lang="en-US" b="1" dirty="0"/>
              <a:t>for real estate</a:t>
            </a:r>
          </a:p>
          <a:p>
            <a:pPr lvl="1"/>
            <a:r>
              <a:rPr lang="en-US" dirty="0"/>
              <a:t>Must be secured by real property</a:t>
            </a:r>
          </a:p>
          <a:p>
            <a:pPr lvl="1"/>
            <a:r>
              <a:rPr lang="en-US" dirty="0"/>
              <a:t>Borrowed from independent third-party lender (bank, etc.)</a:t>
            </a:r>
          </a:p>
          <a:p>
            <a:pPr lvl="1"/>
            <a:r>
              <a:rPr lang="en-US" dirty="0"/>
              <a:t>Lender regularly makes real estate loans</a:t>
            </a:r>
          </a:p>
          <a:p>
            <a:pPr lvl="1"/>
            <a:r>
              <a:rPr lang="en-US" dirty="0"/>
              <a:t>Not convertible debt</a:t>
            </a:r>
          </a:p>
          <a:p>
            <a:pPr lvl="1"/>
            <a:r>
              <a:rPr lang="en-US" dirty="0"/>
              <a:t>Not from a person related to the taxpayer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Application timing</a:t>
            </a:r>
            <a:r>
              <a:rPr lang="en-US" dirty="0"/>
              <a:t>: §465 applied </a:t>
            </a:r>
            <a:r>
              <a:rPr lang="en-US" i="1" dirty="0"/>
              <a:t>before</a:t>
            </a:r>
            <a:r>
              <a:rPr lang="en-US" dirty="0"/>
              <a:t> §469 passive activity rules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33EC6C-182D-F125-E19B-3704ECA8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</a:t>
            </a:r>
            <a:r>
              <a:rPr lang="en-US" sz="2000" b="1" dirty="0"/>
              <a:t>At Risk Rules of §465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01A75-62D6-7741-BE3B-115B40D9F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56065-9606-072C-6E5E-EAEBDB02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3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8EA1-BA6D-E4AE-C312-2C041730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789B14-1B50-A063-9259-479E4293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No deduction for PAL—goal: prevent PALs to offset </a:t>
            </a:r>
            <a:r>
              <a:rPr lang="en-US" sz="2800" b="1" dirty="0"/>
              <a:t>active or portfolio income. </a:t>
            </a:r>
            <a:r>
              <a:rPr lang="en-US" sz="2800" dirty="0"/>
              <a:t>§469(a)</a:t>
            </a:r>
          </a:p>
          <a:p>
            <a:r>
              <a:rPr lang="en-US" sz="2800" i="1" dirty="0"/>
              <a:t>Passive activity</a:t>
            </a:r>
            <a:r>
              <a:rPr lang="en-US" sz="2800" dirty="0"/>
              <a:t>: business in which taxpayer doesn't </a:t>
            </a:r>
            <a:r>
              <a:rPr lang="en-US" sz="2800" b="1" i="1" dirty="0"/>
              <a:t>materially participate</a:t>
            </a:r>
            <a:endParaRPr lang="en-US" sz="2800" b="1" dirty="0"/>
          </a:p>
          <a:p>
            <a:pPr lvl="1"/>
            <a:r>
              <a:rPr lang="en-US" sz="2400" dirty="0"/>
              <a:t>Material participation:  Regular, continuous, &amp; substantial (&gt;500 </a:t>
            </a:r>
            <a:r>
              <a:rPr lang="en-US" sz="2400" dirty="0" err="1"/>
              <a:t>hrs</a:t>
            </a:r>
            <a:r>
              <a:rPr lang="en-US" sz="2400" dirty="0"/>
              <a:t>/yr, Reg. 1.469-5T)</a:t>
            </a:r>
          </a:p>
          <a:p>
            <a:pPr lvl="1"/>
            <a:r>
              <a:rPr lang="en-US" sz="2400" dirty="0"/>
              <a:t>Per se passive activities: Rental real estate (with exceptions for real estate professionals). §469(c)(2), (c)(4)</a:t>
            </a:r>
          </a:p>
          <a:p>
            <a:pPr lvl="1"/>
            <a:r>
              <a:rPr lang="en-US" sz="2400" dirty="0"/>
              <a:t>Limited partnership interests. §469(h)(2) </a:t>
            </a:r>
          </a:p>
          <a:p>
            <a:r>
              <a:rPr lang="en-US" sz="3000" i="1" dirty="0"/>
              <a:t>Professional RE exception:  </a:t>
            </a:r>
          </a:p>
          <a:p>
            <a:pPr lvl="1"/>
            <a:r>
              <a:rPr lang="en-US" sz="2400" i="1" dirty="0"/>
              <a:t>½ </a:t>
            </a:r>
            <a:r>
              <a:rPr lang="en-US" sz="2400" dirty="0"/>
              <a:t>of personal services are performed in real property T/B in which TP </a:t>
            </a:r>
            <a:r>
              <a:rPr lang="en-US" sz="2400" i="1" dirty="0"/>
              <a:t>materially participates</a:t>
            </a:r>
          </a:p>
          <a:p>
            <a:pPr lvl="1"/>
            <a:r>
              <a:rPr lang="en-US" sz="2400" dirty="0"/>
              <a:t>TP performs more 750 hours. §469(c)(7)</a:t>
            </a:r>
          </a:p>
          <a:p>
            <a:r>
              <a:rPr lang="en-US" sz="2800" dirty="0"/>
              <a:t>Losses not eliminated but suspended until: TP generates passive income, or TP disposes of entire activity</a:t>
            </a:r>
          </a:p>
          <a:p>
            <a:r>
              <a:rPr lang="en-US" sz="2800" dirty="0"/>
              <a:t>Passive income does </a:t>
            </a:r>
            <a:r>
              <a:rPr lang="en-US" sz="2800" b="1" dirty="0"/>
              <a:t>NOT</a:t>
            </a:r>
            <a:r>
              <a:rPr lang="en-US" sz="2800" b="1" i="1" dirty="0"/>
              <a:t> </a:t>
            </a:r>
            <a:r>
              <a:rPr lang="en-US" sz="2800" i="1" dirty="0"/>
              <a:t>include </a:t>
            </a:r>
            <a:r>
              <a:rPr lang="en-US" sz="2800" dirty="0"/>
              <a:t>dividend, int, rents, royalties, CGs, and earned income. §469(e)(1) and (3).</a:t>
            </a:r>
          </a:p>
          <a:p>
            <a:r>
              <a:rPr lang="en-US" sz="2800" dirty="0"/>
              <a:t> 25K exception for rental RE activities, but it phases out as AGI &gt; 100K. §469(</a:t>
            </a:r>
            <a:r>
              <a:rPr lang="en-US" sz="2800" dirty="0" err="1"/>
              <a:t>i</a:t>
            </a:r>
            <a:r>
              <a:rPr lang="en-US" sz="2800" dirty="0"/>
              <a:t>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21A82-F260-1583-2CDD-30B64610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Passive Activity Loss Rules </a:t>
            </a:r>
            <a:r>
              <a:rPr lang="en-US" sz="2000" b="1" dirty="0"/>
              <a:t>§469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24973-FAED-A2B1-74B3-DC0637C79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3CE9-3E1D-C341-C08B-25B74FD4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054C6A-2B2E-699E-7C62-0C77B8C43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Amended by OBBBA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Limits use of business losses against nonbusiness income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2026 limits: $256,000 (single), $512,000 (joint return)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Excess creates NOL carryforward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Employee wages considered </a:t>
            </a:r>
            <a:r>
              <a:rPr lang="en-US" sz="2800" i="1" dirty="0"/>
              <a:t>nonbusiness income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29DD2-814D-887F-3858-36921875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Statutory Anti-Shelter Provisions: Excess Business Loss Limitation: §461(</a:t>
            </a:r>
            <a:r>
              <a:rPr lang="en-US" i="1" dirty="0"/>
              <a:t>l</a:t>
            </a:r>
            <a:r>
              <a:rPr lang="en-US" dirty="0"/>
              <a:t>)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7369E-36E2-3BA8-8152-10D68F7A9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F23B7-AD07-3431-6E41-30CFAF5B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 Shelters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7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e7606c-638d-4687-a004-8de278f93b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A107A376566F4090074DCDC5ED91DF" ma:contentTypeVersion="18" ma:contentTypeDescription="Create a new document." ma:contentTypeScope="" ma:versionID="677d8798a9c4742af99b506781d8e982">
  <xsd:schema xmlns:xsd="http://www.w3.org/2001/XMLSchema" xmlns:xs="http://www.w3.org/2001/XMLSchema" xmlns:p="http://schemas.microsoft.com/office/2006/metadata/properties" xmlns:ns3="dee7606c-638d-4687-a004-8de278f93ba2" xmlns:ns4="f450584a-cb59-46a6-8009-931c1e5e40a6" targetNamespace="http://schemas.microsoft.com/office/2006/metadata/properties" ma:root="true" ma:fieldsID="a1f50768998ef0024b52d5b1f5d59586" ns3:_="" ns4:_="">
    <xsd:import namespace="dee7606c-638d-4687-a004-8de278f93ba2"/>
    <xsd:import namespace="f450584a-cb59-46a6-8009-931c1e5e40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606c-638d-4687-a004-8de278f93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0584a-cb59-46a6-8009-931c1e5e40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01F114-F445-4212-B65D-0FA56926319E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ee7606c-638d-4687-a004-8de278f93ba2"/>
    <ds:schemaRef ds:uri="f450584a-cb59-46a6-8009-931c1e5e40a6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17C660-6BFF-4B4A-839F-2DD04F9D4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2751DF-664A-43F5-ACAC-37216BF460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606c-638d-4687-a004-8de278f93ba2"/>
    <ds:schemaRef ds:uri="f450584a-cb59-46a6-8009-931c1e5e40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13877</TotalTime>
  <Words>1229</Words>
  <Application>Microsoft Macintosh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NSimSun</vt:lpstr>
      <vt:lpstr>Aptos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Tax Shelters</vt:lpstr>
      <vt:lpstr>What is a tax shelter?</vt:lpstr>
      <vt:lpstr>Policy Considerations</vt:lpstr>
      <vt:lpstr>Knetsch v. United States (1960)</vt:lpstr>
      <vt:lpstr>Tax common law doctrines potentially applicable to tax shelters</vt:lpstr>
      <vt:lpstr>Statutory Anti-Shelter Provisions: §§264, 265(a)(2), and 461(g) </vt:lpstr>
      <vt:lpstr>Statutory Anti-Shelter Provisions: Investment Interest Limitation of §163(d)</vt:lpstr>
      <vt:lpstr>Statutory Anti-Shelter Provisions: At Risk Rules of §465</vt:lpstr>
      <vt:lpstr>Statutory Anti-Shelter Provisions: At Risk Rules of §465</vt:lpstr>
      <vt:lpstr>Statutory Anti-Shelter Provisions: Passive Activity Loss Rules §469</vt:lpstr>
      <vt:lpstr>Statutory Anti-Shelter Provisions: Excess Business Loss Limitation: §461(l)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Income Taxation Debt and Property</dc:title>
  <dc:creator>Colon, Jeffrey M.</dc:creator>
  <cp:lastModifiedBy>Colon, Jeffrey M.</cp:lastModifiedBy>
  <cp:revision>16</cp:revision>
  <cp:lastPrinted>2025-03-04T21:47:58Z</cp:lastPrinted>
  <dcterms:created xsi:type="dcterms:W3CDTF">2025-02-20T00:58:49Z</dcterms:created>
  <dcterms:modified xsi:type="dcterms:W3CDTF">2026-04-16T02:05:44Z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0x0101006FA107A376566F4090074DCDC5ED91DF</vt:lpwstr>
  </property>
</Properties>
</file>