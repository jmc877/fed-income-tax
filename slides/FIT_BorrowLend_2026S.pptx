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8"/>
  </p:notesMasterIdLst>
  <p:sldIdLst>
    <p:sldId id="295" r:id="rId2"/>
    <p:sldId id="315" r:id="rId3"/>
    <p:sldId id="332" r:id="rId4"/>
    <p:sldId id="333" r:id="rId5"/>
    <p:sldId id="334" r:id="rId6"/>
    <p:sldId id="335" r:id="rId7"/>
    <p:sldId id="336" r:id="rId8"/>
    <p:sldId id="339" r:id="rId9"/>
    <p:sldId id="338" r:id="rId10"/>
    <p:sldId id="340" r:id="rId11"/>
    <p:sldId id="341" r:id="rId12"/>
    <p:sldId id="342" r:id="rId13"/>
    <p:sldId id="343" r:id="rId14"/>
    <p:sldId id="347" r:id="rId15"/>
    <p:sldId id="344" r:id="rId16"/>
    <p:sldId id="345" r:id="rId17"/>
    <p:sldId id="348" r:id="rId18"/>
    <p:sldId id="346" r:id="rId19"/>
    <p:sldId id="349" r:id="rId20"/>
    <p:sldId id="350" r:id="rId21"/>
    <p:sldId id="356" r:id="rId22"/>
    <p:sldId id="351" r:id="rId23"/>
    <p:sldId id="353" r:id="rId24"/>
    <p:sldId id="352" r:id="rId25"/>
    <p:sldId id="354" r:id="rId26"/>
    <p:sldId id="355" r:id="rId27"/>
  </p:sldIdLst>
  <p:sldSz cx="12192000" cy="6858000"/>
  <p:notesSz cx="7010400"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F9FF13-1280-EA4B-9778-60AFBACF75EA}" v="1665" dt="2026-02-25T01:25:42.1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46"/>
    <p:restoredTop sz="94980"/>
  </p:normalViewPr>
  <p:slideViewPr>
    <p:cSldViewPr snapToGrid="0" snapToObjects="1">
      <p:cViewPr varScale="1">
        <p:scale>
          <a:sx n="132" d="100"/>
          <a:sy n="132" d="100"/>
        </p:scale>
        <p:origin x="184" y="1784"/>
      </p:cViewPr>
      <p:guideLst/>
    </p:cSldViewPr>
  </p:slideViewPr>
  <p:outlineViewPr>
    <p:cViewPr>
      <p:scale>
        <a:sx n="33" d="100"/>
        <a:sy n="33" d="100"/>
      </p:scale>
      <p:origin x="0" y="-14288"/>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on, Jeffrey M." userId="615143b1-cdee-493d-9a9d-1565ce8666d9" providerId="ADAL" clId="{DC1DB158-BAB1-5930-B714-AEF472873853}"/>
    <pc:docChg chg="custSel addSld modSld">
      <pc:chgData name="Colon, Jeffrey M." userId="615143b1-cdee-493d-9a9d-1565ce8666d9" providerId="ADAL" clId="{DC1DB158-BAB1-5930-B714-AEF472873853}" dt="2026-02-27T01:00:58.490" v="1728" actId="20577"/>
      <pc:docMkLst>
        <pc:docMk/>
      </pc:docMkLst>
      <pc:sldChg chg="modSp modAnim">
        <pc:chgData name="Colon, Jeffrey M." userId="615143b1-cdee-493d-9a9d-1565ce8666d9" providerId="ADAL" clId="{DC1DB158-BAB1-5930-B714-AEF472873853}" dt="2026-02-24T19:12:24.914" v="60" actId="20577"/>
        <pc:sldMkLst>
          <pc:docMk/>
          <pc:sldMk cId="891750921" sldId="333"/>
        </pc:sldMkLst>
        <pc:spChg chg="mod">
          <ac:chgData name="Colon, Jeffrey M." userId="615143b1-cdee-493d-9a9d-1565ce8666d9" providerId="ADAL" clId="{DC1DB158-BAB1-5930-B714-AEF472873853}" dt="2026-02-24T19:12:24.914" v="60" actId="20577"/>
          <ac:spMkLst>
            <pc:docMk/>
            <pc:sldMk cId="891750921" sldId="333"/>
            <ac:spMk id="2" creationId="{D81AEEC9-ED6A-0238-E317-3CD496564594}"/>
          </ac:spMkLst>
        </pc:spChg>
      </pc:sldChg>
      <pc:sldChg chg="modSp mod modAnim">
        <pc:chgData name="Colon, Jeffrey M." userId="615143b1-cdee-493d-9a9d-1565ce8666d9" providerId="ADAL" clId="{DC1DB158-BAB1-5930-B714-AEF472873853}" dt="2026-02-25T01:25:42.104" v="1718" actId="113"/>
        <pc:sldMkLst>
          <pc:docMk/>
          <pc:sldMk cId="3204535812" sldId="343"/>
        </pc:sldMkLst>
        <pc:spChg chg="mod">
          <ac:chgData name="Colon, Jeffrey M." userId="615143b1-cdee-493d-9a9d-1565ce8666d9" providerId="ADAL" clId="{DC1DB158-BAB1-5930-B714-AEF472873853}" dt="2026-02-25T01:25:42.104" v="1718" actId="113"/>
          <ac:spMkLst>
            <pc:docMk/>
            <pc:sldMk cId="3204535812" sldId="343"/>
            <ac:spMk id="2" creationId="{EB6BEDCC-C407-9845-A2CB-176F181A4700}"/>
          </ac:spMkLst>
        </pc:spChg>
      </pc:sldChg>
      <pc:sldChg chg="modSp">
        <pc:chgData name="Colon, Jeffrey M." userId="615143b1-cdee-493d-9a9d-1565ce8666d9" providerId="ADAL" clId="{DC1DB158-BAB1-5930-B714-AEF472873853}" dt="2026-02-24T18:43:48.227" v="2" actId="113"/>
        <pc:sldMkLst>
          <pc:docMk/>
          <pc:sldMk cId="696649059" sldId="344"/>
        </pc:sldMkLst>
        <pc:spChg chg="mod">
          <ac:chgData name="Colon, Jeffrey M." userId="615143b1-cdee-493d-9a9d-1565ce8666d9" providerId="ADAL" clId="{DC1DB158-BAB1-5930-B714-AEF472873853}" dt="2026-02-24T18:43:48.227" v="2" actId="113"/>
          <ac:spMkLst>
            <pc:docMk/>
            <pc:sldMk cId="696649059" sldId="344"/>
            <ac:spMk id="2" creationId="{A96450EC-4AB7-D486-D116-0B58D7BE19FC}"/>
          </ac:spMkLst>
        </pc:spChg>
      </pc:sldChg>
      <pc:sldChg chg="modSp mod">
        <pc:chgData name="Colon, Jeffrey M." userId="615143b1-cdee-493d-9a9d-1565ce8666d9" providerId="ADAL" clId="{DC1DB158-BAB1-5930-B714-AEF472873853}" dt="2026-02-24T18:48:11.555" v="57" actId="20577"/>
        <pc:sldMkLst>
          <pc:docMk/>
          <pc:sldMk cId="3021341874" sldId="346"/>
        </pc:sldMkLst>
        <pc:spChg chg="mod">
          <ac:chgData name="Colon, Jeffrey M." userId="615143b1-cdee-493d-9a9d-1565ce8666d9" providerId="ADAL" clId="{DC1DB158-BAB1-5930-B714-AEF472873853}" dt="2026-02-24T18:48:11.555" v="57" actId="20577"/>
          <ac:spMkLst>
            <pc:docMk/>
            <pc:sldMk cId="3021341874" sldId="346"/>
            <ac:spMk id="3" creationId="{88086BB7-EFF2-1F7B-E987-570C2C8D61AE}"/>
          </ac:spMkLst>
        </pc:spChg>
      </pc:sldChg>
      <pc:sldChg chg="modSp mod">
        <pc:chgData name="Colon, Jeffrey M." userId="615143b1-cdee-493d-9a9d-1565ce8666d9" providerId="ADAL" clId="{DC1DB158-BAB1-5930-B714-AEF472873853}" dt="2026-02-24T18:43:19.685" v="0" actId="21"/>
        <pc:sldMkLst>
          <pc:docMk/>
          <pc:sldMk cId="1571146796" sldId="347"/>
        </pc:sldMkLst>
        <pc:spChg chg="mod">
          <ac:chgData name="Colon, Jeffrey M." userId="615143b1-cdee-493d-9a9d-1565ce8666d9" providerId="ADAL" clId="{DC1DB158-BAB1-5930-B714-AEF472873853}" dt="2026-02-24T18:43:19.685" v="0" actId="21"/>
          <ac:spMkLst>
            <pc:docMk/>
            <pc:sldMk cId="1571146796" sldId="347"/>
            <ac:spMk id="2" creationId="{C79AF55A-E67D-4741-C196-9847B5972E1E}"/>
          </ac:spMkLst>
        </pc:spChg>
      </pc:sldChg>
      <pc:sldChg chg="modSp">
        <pc:chgData name="Colon, Jeffrey M." userId="615143b1-cdee-493d-9a9d-1565ce8666d9" providerId="ADAL" clId="{DC1DB158-BAB1-5930-B714-AEF472873853}" dt="2026-02-24T21:58:19.409" v="1476"/>
        <pc:sldMkLst>
          <pc:docMk/>
          <pc:sldMk cId="2788017038" sldId="348"/>
        </pc:sldMkLst>
        <pc:graphicFrameChg chg="mod">
          <ac:chgData name="Colon, Jeffrey M." userId="615143b1-cdee-493d-9a9d-1565ce8666d9" providerId="ADAL" clId="{DC1DB158-BAB1-5930-B714-AEF472873853}" dt="2026-02-24T21:58:19.409" v="1476"/>
          <ac:graphicFrameMkLst>
            <pc:docMk/>
            <pc:sldMk cId="2788017038" sldId="348"/>
            <ac:graphicFrameMk id="6" creationId="{66C133F1-6ABC-015A-8128-E1843059B736}"/>
          </ac:graphicFrameMkLst>
        </pc:graphicFrameChg>
      </pc:sldChg>
      <pc:sldChg chg="modSp mod">
        <pc:chgData name="Colon, Jeffrey M." userId="615143b1-cdee-493d-9a9d-1565ce8666d9" providerId="ADAL" clId="{DC1DB158-BAB1-5930-B714-AEF472873853}" dt="2026-02-27T01:00:50.020" v="1723" actId="20577"/>
        <pc:sldMkLst>
          <pc:docMk/>
          <pc:sldMk cId="3993890669" sldId="349"/>
        </pc:sldMkLst>
        <pc:spChg chg="mod">
          <ac:chgData name="Colon, Jeffrey M." userId="615143b1-cdee-493d-9a9d-1565ce8666d9" providerId="ADAL" clId="{DC1DB158-BAB1-5930-B714-AEF472873853}" dt="2026-02-27T01:00:50.020" v="1723" actId="20577"/>
          <ac:spMkLst>
            <pc:docMk/>
            <pc:sldMk cId="3993890669" sldId="349"/>
            <ac:spMk id="3" creationId="{3AD01DBA-2273-776A-6835-C395DE581BF7}"/>
          </ac:spMkLst>
        </pc:spChg>
      </pc:sldChg>
      <pc:sldChg chg="modSp mod">
        <pc:chgData name="Colon, Jeffrey M." userId="615143b1-cdee-493d-9a9d-1565ce8666d9" providerId="ADAL" clId="{DC1DB158-BAB1-5930-B714-AEF472873853}" dt="2026-02-27T01:00:58.490" v="1728" actId="20577"/>
        <pc:sldMkLst>
          <pc:docMk/>
          <pc:sldMk cId="2752755024" sldId="350"/>
        </pc:sldMkLst>
        <pc:spChg chg="mod">
          <ac:chgData name="Colon, Jeffrey M." userId="615143b1-cdee-493d-9a9d-1565ce8666d9" providerId="ADAL" clId="{DC1DB158-BAB1-5930-B714-AEF472873853}" dt="2026-02-27T01:00:58.490" v="1728" actId="20577"/>
          <ac:spMkLst>
            <pc:docMk/>
            <pc:sldMk cId="2752755024" sldId="350"/>
            <ac:spMk id="3" creationId="{4A009934-CABF-C339-131C-3D413DCF8B42}"/>
          </ac:spMkLst>
        </pc:spChg>
      </pc:sldChg>
      <pc:sldChg chg="addSp delSp modSp new mod">
        <pc:chgData name="Colon, Jeffrey M." userId="615143b1-cdee-493d-9a9d-1565ce8666d9" providerId="ADAL" clId="{DC1DB158-BAB1-5930-B714-AEF472873853}" dt="2026-02-24T20:11:11.243" v="89" actId="14100"/>
        <pc:sldMkLst>
          <pc:docMk/>
          <pc:sldMk cId="2551771050" sldId="356"/>
        </pc:sldMkLst>
        <pc:spChg chg="mod">
          <ac:chgData name="Colon, Jeffrey M." userId="615143b1-cdee-493d-9a9d-1565ce8666d9" providerId="ADAL" clId="{DC1DB158-BAB1-5930-B714-AEF472873853}" dt="2026-02-24T20:09:50.577" v="78" actId="20577"/>
          <ac:spMkLst>
            <pc:docMk/>
            <pc:sldMk cId="2551771050" sldId="356"/>
            <ac:spMk id="3" creationId="{D2BC11EE-E826-EC6A-5C61-8B8FEF881EFE}"/>
          </ac:spMkLst>
        </pc:spChg>
        <pc:picChg chg="add mod ord">
          <ac:chgData name="Colon, Jeffrey M." userId="615143b1-cdee-493d-9a9d-1565ce8666d9" providerId="ADAL" clId="{DC1DB158-BAB1-5930-B714-AEF472873853}" dt="2026-02-24T20:11:11.243" v="89" actId="14100"/>
          <ac:picMkLst>
            <pc:docMk/>
            <pc:sldMk cId="2551771050" sldId="356"/>
            <ac:picMk id="7" creationId="{59B2E9E5-EBB5-22C9-1593-481A1A72C7B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3408"/>
          </a:xfrm>
          <a:prstGeom prst="rect">
            <a:avLst/>
          </a:prstGeom>
        </p:spPr>
        <p:txBody>
          <a:bodyPr vert="horz" lIns="92830" tIns="46415" rIns="92830" bIns="46415" rtlCol="0"/>
          <a:lstStyle>
            <a:lvl1pPr algn="l">
              <a:defRPr sz="1200"/>
            </a:lvl1pPr>
          </a:lstStyle>
          <a:p>
            <a:endParaRPr lang="en-US"/>
          </a:p>
        </p:txBody>
      </p:sp>
      <p:sp>
        <p:nvSpPr>
          <p:cNvPr id="3" name="Date Placeholder 2"/>
          <p:cNvSpPr>
            <a:spLocks noGrp="1"/>
          </p:cNvSpPr>
          <p:nvPr>
            <p:ph type="dt" idx="1"/>
          </p:nvPr>
        </p:nvSpPr>
        <p:spPr>
          <a:xfrm>
            <a:off x="3970938" y="1"/>
            <a:ext cx="3037840" cy="463408"/>
          </a:xfrm>
          <a:prstGeom prst="rect">
            <a:avLst/>
          </a:prstGeom>
        </p:spPr>
        <p:txBody>
          <a:bodyPr vert="horz" lIns="92830" tIns="46415" rIns="92830" bIns="46415" rtlCol="0"/>
          <a:lstStyle>
            <a:lvl1pPr algn="r">
              <a:defRPr sz="1200"/>
            </a:lvl1pPr>
          </a:lstStyle>
          <a:p>
            <a:fld id="{83BC67FA-3E26-304D-BDBD-530C6272A0E0}" type="datetimeFigureOut">
              <a:rPr lang="en-US" smtClean="0"/>
              <a:t>2/26/26</a:t>
            </a:fld>
            <a:endParaRPr lang="en-US"/>
          </a:p>
        </p:txBody>
      </p:sp>
      <p:sp>
        <p:nvSpPr>
          <p:cNvPr id="4" name="Slide Image Placeholder 3"/>
          <p:cNvSpPr>
            <a:spLocks noGrp="1" noRot="1" noChangeAspect="1"/>
          </p:cNvSpPr>
          <p:nvPr>
            <p:ph type="sldImg" idx="2"/>
          </p:nvPr>
        </p:nvSpPr>
        <p:spPr>
          <a:xfrm>
            <a:off x="733425" y="1154113"/>
            <a:ext cx="5543550" cy="3117850"/>
          </a:xfrm>
          <a:prstGeom prst="rect">
            <a:avLst/>
          </a:prstGeom>
          <a:noFill/>
          <a:ln w="12700">
            <a:solidFill>
              <a:prstClr val="black"/>
            </a:solidFill>
          </a:ln>
        </p:spPr>
        <p:txBody>
          <a:bodyPr vert="horz" lIns="92830" tIns="46415" rIns="92830" bIns="46415" rtlCol="0" anchor="ctr"/>
          <a:lstStyle/>
          <a:p>
            <a:endParaRPr lang="en-US"/>
          </a:p>
        </p:txBody>
      </p:sp>
      <p:sp>
        <p:nvSpPr>
          <p:cNvPr id="5" name="Notes Placeholder 4"/>
          <p:cNvSpPr>
            <a:spLocks noGrp="1"/>
          </p:cNvSpPr>
          <p:nvPr>
            <p:ph type="body" sz="quarter" idx="3"/>
          </p:nvPr>
        </p:nvSpPr>
        <p:spPr>
          <a:xfrm>
            <a:off x="701040" y="4444862"/>
            <a:ext cx="5608320" cy="3636705"/>
          </a:xfrm>
          <a:prstGeom prst="rect">
            <a:avLst/>
          </a:prstGeom>
        </p:spPr>
        <p:txBody>
          <a:bodyPr vert="horz" lIns="92830" tIns="46415" rIns="92830" bIns="4641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70"/>
            <a:ext cx="3037840" cy="463407"/>
          </a:xfrm>
          <a:prstGeom prst="rect">
            <a:avLst/>
          </a:prstGeom>
        </p:spPr>
        <p:txBody>
          <a:bodyPr vert="horz" lIns="92830" tIns="46415" rIns="92830" bIns="46415"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772670"/>
            <a:ext cx="3037840" cy="463407"/>
          </a:xfrm>
          <a:prstGeom prst="rect">
            <a:avLst/>
          </a:prstGeom>
        </p:spPr>
        <p:txBody>
          <a:bodyPr vert="horz" lIns="92830" tIns="46415" rIns="92830" bIns="46415" rtlCol="0" anchor="b"/>
          <a:lstStyle>
            <a:lvl1pPr algn="r">
              <a:defRPr sz="1200"/>
            </a:lvl1pPr>
          </a:lstStyle>
          <a:p>
            <a:fld id="{BF72E6F7-09F5-B04E-8141-9A4144300CC5}" type="slidenum">
              <a:rPr lang="en-US" smtClean="0"/>
              <a:t>‹#›</a:t>
            </a:fld>
            <a:endParaRPr lang="en-US"/>
          </a:p>
        </p:txBody>
      </p:sp>
    </p:spTree>
    <p:extLst>
      <p:ext uri="{BB962C8B-B14F-4D97-AF65-F5344CB8AC3E}">
        <p14:creationId xmlns:p14="http://schemas.microsoft.com/office/powerpoint/2010/main" val="13196905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473258D-F88C-F440-AD20-53E2DCDDB8B5}" type="slidenum">
              <a:rPr lang="en-US" smtClean="0"/>
              <a:t>1</a:t>
            </a:fld>
            <a:endParaRPr lang="en-US"/>
          </a:p>
        </p:txBody>
      </p:sp>
    </p:spTree>
    <p:extLst>
      <p:ext uri="{BB962C8B-B14F-4D97-AF65-F5344CB8AC3E}">
        <p14:creationId xmlns:p14="http://schemas.microsoft.com/office/powerpoint/2010/main" val="368884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Box 11"/>
          <p:cNvSpPr txBox="1">
            <a:spLocks noChangeArrowheads="1"/>
          </p:cNvSpPr>
          <p:nvPr userDrawn="1"/>
        </p:nvSpPr>
        <p:spPr bwMode="auto">
          <a:xfrm>
            <a:off x="0" y="914400"/>
            <a:ext cx="12192000" cy="369888"/>
          </a:xfrm>
          <a:prstGeom prst="rect">
            <a:avLst/>
          </a:prstGeom>
          <a:solidFill>
            <a:schemeClr val="bg1"/>
          </a:solidFill>
          <a:ln w="9525">
            <a:solidFill>
              <a:schemeClr val="bg1">
                <a:alpha val="0"/>
              </a:schemeClr>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endParaRPr lang="en-US" sz="1800">
              <a:latin typeface="Arial" charset="0"/>
              <a:ea typeface="+mn-ea"/>
            </a:endParaRPr>
          </a:p>
        </p:txBody>
      </p:sp>
      <p:sp>
        <p:nvSpPr>
          <p:cNvPr id="3" name="Slide Number Placeholder 9"/>
          <p:cNvSpPr>
            <a:spLocks noGrp="1"/>
          </p:cNvSpPr>
          <p:nvPr>
            <p:ph type="sldNum" sz="quarter" idx="10"/>
          </p:nvPr>
        </p:nvSpPr>
        <p:spPr/>
        <p:txBody>
          <a:bodyPr/>
          <a:lstStyle>
            <a:lvl1pPr algn="r">
              <a:defRPr/>
            </a:lvl1pPr>
          </a:lstStyle>
          <a:p>
            <a:fld id="{22D706CB-156B-8643-9A07-D8448DABBCBD}" type="slidenum">
              <a:rPr lang="en-US" altLang="en-US" smtClean="0"/>
              <a:pPr/>
              <a:t>‹#›</a:t>
            </a:fld>
            <a:endParaRPr lang="en-US" altLang="en-US"/>
          </a:p>
        </p:txBody>
      </p:sp>
      <p:sp>
        <p:nvSpPr>
          <p:cNvPr id="4" name="Footer Placeholder 3"/>
          <p:cNvSpPr>
            <a:spLocks noGrp="1"/>
          </p:cNvSpPr>
          <p:nvPr>
            <p:ph type="ftr" sz="quarter" idx="11"/>
          </p:nvPr>
        </p:nvSpPr>
        <p:spPr>
          <a:xfrm>
            <a:off x="4165600" y="6474733"/>
            <a:ext cx="3860800" cy="288925"/>
          </a:xfrm>
        </p:spPr>
        <p:txBody>
          <a:bodyPr/>
          <a:lstStyle>
            <a:lvl1pPr>
              <a:defRPr smtClean="0"/>
            </a:lvl1pPr>
          </a:lstStyle>
          <a:p>
            <a:pPr>
              <a:defRPr/>
            </a:pPr>
            <a:r>
              <a:rPr lang="en-US"/>
              <a:t>Borrorwing and Lending</a:t>
            </a:r>
            <a:endParaRPr lang="en-US" dirty="0"/>
          </a:p>
        </p:txBody>
      </p:sp>
    </p:spTree>
    <p:extLst>
      <p:ext uri="{BB962C8B-B14F-4D97-AF65-F5344CB8AC3E}">
        <p14:creationId xmlns:p14="http://schemas.microsoft.com/office/powerpoint/2010/main" val="135592511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Page">
    <p:spTree>
      <p:nvGrpSpPr>
        <p:cNvPr id="1" name=""/>
        <p:cNvGrpSpPr/>
        <p:nvPr/>
      </p:nvGrpSpPr>
      <p:grpSpPr>
        <a:xfrm>
          <a:off x="0" y="0"/>
          <a:ext cx="0" cy="0"/>
          <a:chOff x="0" y="0"/>
          <a:chExt cx="0" cy="0"/>
        </a:xfrm>
      </p:grpSpPr>
      <p:sp>
        <p:nvSpPr>
          <p:cNvPr id="4" name="Content Placeholder 2"/>
          <p:cNvSpPr>
            <a:spLocks noGrp="1"/>
          </p:cNvSpPr>
          <p:nvPr>
            <p:ph idx="1"/>
          </p:nvPr>
        </p:nvSpPr>
        <p:spPr>
          <a:xfrm>
            <a:off x="512064" y="533400"/>
            <a:ext cx="11277600" cy="5812064"/>
          </a:xfrm>
          <a:prstGeom prst="rect">
            <a:avLst/>
          </a:prstGeom>
        </p:spPr>
        <p:txBody>
          <a:bodyPr/>
          <a:lstStyle>
            <a:lvl1pPr marL="228600" indent="-228600" algn="just" defTabSz="914400" rtl="0" eaLnBrk="1" latinLnBrk="0" hangingPunct="1">
              <a:spcBef>
                <a:spcPct val="20000"/>
              </a:spcBef>
              <a:buClr>
                <a:srgbClr val="B01C2E"/>
              </a:buClr>
              <a:buSzPct val="60000"/>
              <a:buFont typeface="Wingdings 2" pitchFamily="18" charset="2"/>
              <a:buChar char=""/>
              <a:defRPr lang="en-US" sz="2400" kern="1200" dirty="0">
                <a:solidFill>
                  <a:schemeClr val="tx1"/>
                </a:solidFill>
                <a:latin typeface="Calibri" charset="0"/>
                <a:ea typeface="Calibri" charset="0"/>
                <a:cs typeface="Calibri" charset="0"/>
              </a:defRPr>
            </a:lvl1pPr>
            <a:lvl2pPr marL="457200" indent="-228600" algn="just">
              <a:buClr>
                <a:srgbClr val="B01C2E"/>
              </a:buClr>
              <a:buSzPct val="60000"/>
              <a:buFont typeface="Wingdings" charset="2"/>
              <a:buChar char="Ø"/>
              <a:defRPr lang="en-US" sz="2200" kern="1200" dirty="0" smtClean="0">
                <a:solidFill>
                  <a:schemeClr val="tx1"/>
                </a:solidFill>
                <a:latin typeface="Calibri" charset="0"/>
                <a:ea typeface="Calibri" charset="0"/>
                <a:cs typeface="Calibri" charset="0"/>
              </a:defRPr>
            </a:lvl2pPr>
            <a:lvl3pPr marL="685800" indent="-228600" algn="just">
              <a:buClr>
                <a:srgbClr val="B01C2E"/>
              </a:buClr>
              <a:buSzPct val="60000"/>
              <a:buFont typeface="Courier New" charset="0"/>
              <a:buChar char="o"/>
              <a:defRPr lang="en-US" sz="2200" kern="1200" baseline="0" dirty="0" smtClean="0">
                <a:solidFill>
                  <a:schemeClr val="tx1"/>
                </a:solidFill>
                <a:latin typeface="Calibri" charset="0"/>
                <a:ea typeface="Calibri" charset="0"/>
                <a:cs typeface="Calibri" charset="0"/>
              </a:defRPr>
            </a:lvl3pPr>
            <a:lvl4pPr marL="914400" indent="-228600" algn="just">
              <a:buClr>
                <a:srgbClr val="B01C2E"/>
              </a:buClr>
              <a:buSzPct val="60000"/>
              <a:buFont typeface="Arial" charset="0"/>
              <a:buChar char="•"/>
              <a:defRPr lang="en-US" sz="2000" kern="1200" baseline="0" dirty="0" smtClean="0">
                <a:solidFill>
                  <a:schemeClr val="tx1"/>
                </a:solidFill>
                <a:latin typeface="Calibri" charset="0"/>
                <a:ea typeface="Calibri" charset="0"/>
                <a:cs typeface="Calibri" charset="0"/>
              </a:defRPr>
            </a:lvl4pPr>
            <a:lvl5pPr marL="1143000" algn="just">
              <a:buClr>
                <a:srgbClr val="B01C2E"/>
              </a:buClr>
              <a:buSzPct val="60000"/>
              <a:buFont typeface="Calibri" pitchFamily="34" charset="0"/>
              <a:buChar char="–"/>
              <a:defRPr lang="en-US" sz="2000" kern="1200" dirty="0" smtClean="0">
                <a:solidFill>
                  <a:schemeClr val="tx1"/>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512064" y="41933"/>
            <a:ext cx="11277600" cy="365127"/>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a:tabLst>
                <a:tab pos="395288" algn="l"/>
              </a:tabLst>
              <a:defRPr sz="2200" b="1"/>
            </a:lvl1pPr>
          </a:lstStyle>
          <a:p>
            <a:pPr lvl="0"/>
            <a:r>
              <a:rPr lang="en-US" dirty="0"/>
              <a:t>Click to edit Master title style</a:t>
            </a:r>
          </a:p>
        </p:txBody>
      </p:sp>
      <p:sp>
        <p:nvSpPr>
          <p:cNvPr id="5" name="Slide Number Placeholder 9"/>
          <p:cNvSpPr>
            <a:spLocks noGrp="1"/>
          </p:cNvSpPr>
          <p:nvPr>
            <p:ph type="sldNum" sz="quarter" idx="10"/>
          </p:nvPr>
        </p:nvSpPr>
        <p:spPr>
          <a:xfrm>
            <a:off x="11180064" y="6471105"/>
            <a:ext cx="609600" cy="365125"/>
          </a:xfrm>
        </p:spPr>
        <p:txBody>
          <a:bodyPr/>
          <a:lstStyle>
            <a:lvl1pPr algn="r">
              <a:defRPr/>
            </a:lvl1pPr>
          </a:lstStyle>
          <a:p>
            <a:fld id="{7B3E355C-57B9-BC4B-95D8-406A1F834537}" type="slidenum">
              <a:rPr lang="en-US" altLang="en-US" smtClean="0"/>
              <a:pPr/>
              <a:t>‹#›</a:t>
            </a:fld>
            <a:endParaRPr lang="en-US" altLang="en-US"/>
          </a:p>
        </p:txBody>
      </p:sp>
      <p:sp>
        <p:nvSpPr>
          <p:cNvPr id="6" name="Footer Placeholder 4"/>
          <p:cNvSpPr>
            <a:spLocks noGrp="1"/>
          </p:cNvSpPr>
          <p:nvPr>
            <p:ph type="ftr" sz="quarter" idx="11"/>
          </p:nvPr>
        </p:nvSpPr>
        <p:spPr/>
        <p:txBody>
          <a:bodyPr/>
          <a:lstStyle>
            <a:lvl1pPr>
              <a:defRPr sz="1000" b="1" smtClean="0"/>
            </a:lvl1pPr>
          </a:lstStyle>
          <a:p>
            <a:pPr>
              <a:defRPr/>
            </a:pPr>
            <a:r>
              <a:rPr lang="en-US"/>
              <a:t>Borrorwing and Lending</a:t>
            </a:r>
            <a:endParaRPr lang="en-US" dirty="0"/>
          </a:p>
        </p:txBody>
      </p:sp>
      <p:sp>
        <p:nvSpPr>
          <p:cNvPr id="8" name="Rectangle 7"/>
          <p:cNvSpPr/>
          <p:nvPr userDrawn="1"/>
        </p:nvSpPr>
        <p:spPr>
          <a:xfrm>
            <a:off x="512064" y="407060"/>
            <a:ext cx="112776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105671305"/>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9" name="Content Placeholder 10"/>
          <p:cNvSpPr>
            <a:spLocks noGrp="1"/>
          </p:cNvSpPr>
          <p:nvPr>
            <p:ph sz="quarter" idx="16"/>
          </p:nvPr>
        </p:nvSpPr>
        <p:spPr>
          <a:xfrm>
            <a:off x="508000" y="1417320"/>
            <a:ext cx="5486400" cy="4572000"/>
          </a:xfrm>
          <a:prstGeom prst="rect">
            <a:avLst/>
          </a:prstGeom>
        </p:spPr>
        <p:txBody>
          <a:bodyPr/>
          <a:lstStyle>
            <a:lvl1pPr marL="228600" marR="0" indent="-228600" algn="l" defTabSz="9144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600">
                <a:latin typeface="Calibri" charset="0"/>
                <a:ea typeface="Calibri" charset="0"/>
                <a:cs typeface="Calibri" charset="0"/>
              </a:defRPr>
            </a:lvl1pPr>
            <a:lvl2pPr marL="457200" indent="-228600">
              <a:buClr>
                <a:schemeClr val="accent1"/>
              </a:buClr>
              <a:buSzPct val="60000"/>
              <a:buFont typeface="Wingdings" charset="2"/>
              <a:buChar char="Ø"/>
              <a:defRPr lang="en-US" sz="1600" kern="1200" dirty="0" smtClean="0">
                <a:solidFill>
                  <a:schemeClr val="tx1"/>
                </a:solidFill>
                <a:latin typeface="Calibri" charset="0"/>
                <a:ea typeface="Calibri" charset="0"/>
                <a:cs typeface="Calibri" charset="0"/>
              </a:defRPr>
            </a:lvl2pPr>
            <a:lvl3pPr marL="685800" indent="-228600">
              <a:buClr>
                <a:schemeClr val="accent1"/>
              </a:buClr>
              <a:buSzPct val="60000"/>
              <a:buFont typeface="Courier New" charset="0"/>
              <a:buChar char="o"/>
              <a:defRPr sz="1600">
                <a:latin typeface="Calibri" charset="0"/>
                <a:ea typeface="Calibri" charset="0"/>
                <a:cs typeface="Calibri" charset="0"/>
              </a:defRPr>
            </a:lvl3pPr>
            <a:lvl4pPr marL="914400" indent="-228600">
              <a:buClr>
                <a:schemeClr val="accent1"/>
              </a:buClr>
              <a:buSzPct val="60000"/>
              <a:buFont typeface="Arial" charset="0"/>
              <a:buChar char="•"/>
              <a:defRPr sz="1600">
                <a:latin typeface="Calibri" charset="0"/>
                <a:ea typeface="Calibri" charset="0"/>
                <a:cs typeface="Calibri" charset="0"/>
              </a:defRPr>
            </a:lvl4pPr>
            <a:lvl5pPr marL="1143000">
              <a:buClr>
                <a:schemeClr val="accent1"/>
              </a:buClr>
              <a:buSzPct val="60000"/>
              <a:buFont typeface="Arial" pitchFamily="34" charset="0"/>
              <a:buChar char="–"/>
              <a:defRPr sz="16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10"/>
          <p:cNvSpPr>
            <a:spLocks noGrp="1"/>
          </p:cNvSpPr>
          <p:nvPr>
            <p:ph sz="quarter" idx="17"/>
          </p:nvPr>
        </p:nvSpPr>
        <p:spPr>
          <a:xfrm>
            <a:off x="6197600" y="1417320"/>
            <a:ext cx="5486400" cy="4572000"/>
          </a:xfrm>
          <a:prstGeom prst="rect">
            <a:avLst/>
          </a:prstGeom>
        </p:spPr>
        <p:txBody>
          <a:bodyPr/>
          <a:lstStyle>
            <a:lvl1pPr marL="228600" marR="0" indent="-228600" algn="l" defTabSz="9144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600">
                <a:latin typeface="Calibri" charset="0"/>
                <a:ea typeface="Calibri" charset="0"/>
                <a:cs typeface="Calibri" charset="0"/>
              </a:defRPr>
            </a:lvl1pPr>
            <a:lvl2pPr marL="457200" indent="-228600">
              <a:buClr>
                <a:schemeClr val="accent1"/>
              </a:buClr>
              <a:buSzPct val="60000"/>
              <a:buFont typeface="Wingdings" charset="2"/>
              <a:buChar char="Ø"/>
              <a:defRPr lang="en-US" sz="1600" kern="1200" dirty="0" smtClean="0">
                <a:solidFill>
                  <a:schemeClr val="tx1"/>
                </a:solidFill>
                <a:latin typeface="Calibri" charset="0"/>
                <a:ea typeface="Calibri" charset="0"/>
                <a:cs typeface="Calibri" charset="0"/>
              </a:defRPr>
            </a:lvl2pPr>
            <a:lvl3pPr marL="685800" indent="-228600">
              <a:buClr>
                <a:schemeClr val="accent1"/>
              </a:buClr>
              <a:buSzPct val="60000"/>
              <a:buFont typeface="Courier New" charset="0"/>
              <a:buChar char="o"/>
              <a:defRPr sz="1600">
                <a:latin typeface="Calibri" charset="0"/>
                <a:ea typeface="Calibri" charset="0"/>
                <a:cs typeface="Calibri" charset="0"/>
              </a:defRPr>
            </a:lvl3pPr>
            <a:lvl4pPr marL="914400" indent="-228600">
              <a:buClr>
                <a:schemeClr val="accent1"/>
              </a:buClr>
              <a:buSzPct val="60000"/>
              <a:buFont typeface="Arial" charset="0"/>
              <a:buChar char="•"/>
              <a:defRPr sz="1600">
                <a:latin typeface="Calibri" charset="0"/>
                <a:ea typeface="Calibri" charset="0"/>
                <a:cs typeface="Calibri" charset="0"/>
              </a:defRPr>
            </a:lvl4pPr>
            <a:lvl5pPr marL="1143000">
              <a:buClr>
                <a:schemeClr val="accent1"/>
              </a:buClr>
              <a:buSzPct val="60000"/>
              <a:buFont typeface="Arial" pitchFamily="34" charset="0"/>
              <a:buChar char="–"/>
              <a:defRPr sz="16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9"/>
          <p:cNvSpPr>
            <a:spLocks noGrp="1"/>
          </p:cNvSpPr>
          <p:nvPr>
            <p:ph type="sldNum" sz="quarter" idx="18"/>
          </p:nvPr>
        </p:nvSpPr>
        <p:spPr/>
        <p:txBody>
          <a:bodyPr/>
          <a:lstStyle>
            <a:lvl1pPr>
              <a:defRPr/>
            </a:lvl1pPr>
          </a:lstStyle>
          <a:p>
            <a:fld id="{463EAD6B-1B79-144E-A805-1CA6FF1F03FA}" type="slidenum">
              <a:rPr lang="en-US" altLang="en-US"/>
              <a:pPr/>
              <a:t>‹#›</a:t>
            </a:fld>
            <a:endParaRPr lang="en-US" altLang="en-US"/>
          </a:p>
        </p:txBody>
      </p:sp>
      <p:sp>
        <p:nvSpPr>
          <p:cNvPr id="6" name="Footer Placeholder 12"/>
          <p:cNvSpPr>
            <a:spLocks noGrp="1"/>
          </p:cNvSpPr>
          <p:nvPr>
            <p:ph type="ftr" sz="quarter" idx="19"/>
          </p:nvPr>
        </p:nvSpPr>
        <p:spPr/>
        <p:txBody>
          <a:bodyPr/>
          <a:lstStyle>
            <a:lvl1pPr>
              <a:defRPr/>
            </a:lvl1pPr>
          </a:lstStyle>
          <a:p>
            <a:pPr>
              <a:defRPr/>
            </a:pPr>
            <a:r>
              <a:rPr lang="en-US"/>
              <a:t>Borrorwing and Lending</a:t>
            </a:r>
          </a:p>
        </p:txBody>
      </p:sp>
      <p:sp>
        <p:nvSpPr>
          <p:cNvPr id="2" name="TextBox 1"/>
          <p:cNvSpPr txBox="1"/>
          <p:nvPr userDrawn="1"/>
        </p:nvSpPr>
        <p:spPr>
          <a:xfrm>
            <a:off x="2748039" y="537029"/>
            <a:ext cx="184731" cy="369332"/>
          </a:xfrm>
          <a:prstGeom prst="rect">
            <a:avLst/>
          </a:prstGeom>
          <a:noFill/>
        </p:spPr>
        <p:txBody>
          <a:bodyPr wrap="none" rtlCol="0">
            <a:spAutoFit/>
          </a:bodyPr>
          <a:lstStyle/>
          <a:p>
            <a:endParaRPr lang="en-US" sz="1800"/>
          </a:p>
        </p:txBody>
      </p:sp>
    </p:spTree>
    <p:extLst>
      <p:ext uri="{BB962C8B-B14F-4D97-AF65-F5344CB8AC3E}">
        <p14:creationId xmlns:p14="http://schemas.microsoft.com/office/powerpoint/2010/main" val="18748995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Top / One Bottom">
    <p:spTree>
      <p:nvGrpSpPr>
        <p:cNvPr id="1" name=""/>
        <p:cNvGrpSpPr/>
        <p:nvPr/>
      </p:nvGrpSpPr>
      <p:grpSpPr>
        <a:xfrm>
          <a:off x="0" y="0"/>
          <a:ext cx="0" cy="0"/>
          <a:chOff x="0" y="0"/>
          <a:chExt cx="0" cy="0"/>
        </a:xfrm>
      </p:grpSpPr>
      <p:sp>
        <p:nvSpPr>
          <p:cNvPr id="11" name="Content Placeholder 10"/>
          <p:cNvSpPr>
            <a:spLocks noGrp="1"/>
          </p:cNvSpPr>
          <p:nvPr>
            <p:ph sz="quarter" idx="16"/>
          </p:nvPr>
        </p:nvSpPr>
        <p:spPr>
          <a:xfrm>
            <a:off x="5080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1976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508000" y="3886200"/>
            <a:ext cx="111760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 name="Slide Number Placeholder 9"/>
          <p:cNvSpPr>
            <a:spLocks noGrp="1"/>
          </p:cNvSpPr>
          <p:nvPr>
            <p:ph type="sldNum" sz="quarter" idx="19"/>
          </p:nvPr>
        </p:nvSpPr>
        <p:spPr/>
        <p:txBody>
          <a:bodyPr/>
          <a:lstStyle>
            <a:lvl1pPr>
              <a:defRPr/>
            </a:lvl1pPr>
          </a:lstStyle>
          <a:p>
            <a:fld id="{DBDD9035-58B9-F243-8D2E-5AB7C4167337}" type="slidenum">
              <a:rPr lang="en-US" altLang="en-US"/>
              <a:pPr/>
              <a:t>‹#›</a:t>
            </a:fld>
            <a:endParaRPr lang="en-US" altLang="en-US"/>
          </a:p>
        </p:txBody>
      </p:sp>
      <p:sp>
        <p:nvSpPr>
          <p:cNvPr id="8" name="Footer Placeholder 12"/>
          <p:cNvSpPr>
            <a:spLocks noGrp="1"/>
          </p:cNvSpPr>
          <p:nvPr>
            <p:ph type="ftr" sz="quarter" idx="20"/>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1937507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Left / One Right">
    <p:spTree>
      <p:nvGrpSpPr>
        <p:cNvPr id="1" name=""/>
        <p:cNvGrpSpPr/>
        <p:nvPr/>
      </p:nvGrpSpPr>
      <p:grpSpPr>
        <a:xfrm>
          <a:off x="0" y="0"/>
          <a:ext cx="0" cy="0"/>
          <a:chOff x="0" y="0"/>
          <a:chExt cx="0" cy="0"/>
        </a:xfrm>
      </p:grpSpPr>
      <p:sp>
        <p:nvSpPr>
          <p:cNvPr id="11" name="Content Placeholder 10"/>
          <p:cNvSpPr>
            <a:spLocks noGrp="1"/>
          </p:cNvSpPr>
          <p:nvPr>
            <p:ph sz="quarter" idx="17"/>
          </p:nvPr>
        </p:nvSpPr>
        <p:spPr>
          <a:xfrm>
            <a:off x="6197600" y="1417320"/>
            <a:ext cx="5486400" cy="48006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8"/>
          </p:nvPr>
        </p:nvSpPr>
        <p:spPr>
          <a:xfrm>
            <a:off x="5080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2"/>
          <p:cNvSpPr>
            <a:spLocks noGrp="1"/>
          </p:cNvSpPr>
          <p:nvPr>
            <p:ph sz="quarter" idx="19"/>
          </p:nvPr>
        </p:nvSpPr>
        <p:spPr>
          <a:xfrm>
            <a:off x="508000" y="39319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 name="Slide Number Placeholder 9"/>
          <p:cNvSpPr>
            <a:spLocks noGrp="1"/>
          </p:cNvSpPr>
          <p:nvPr>
            <p:ph type="sldNum" sz="quarter" idx="20"/>
          </p:nvPr>
        </p:nvSpPr>
        <p:spPr/>
        <p:txBody>
          <a:bodyPr/>
          <a:lstStyle>
            <a:lvl1pPr>
              <a:defRPr/>
            </a:lvl1pPr>
          </a:lstStyle>
          <a:p>
            <a:fld id="{6C93E8D5-2692-0D44-9EA4-C6015F0C54D7}" type="slidenum">
              <a:rPr lang="en-US" altLang="en-US"/>
              <a:pPr/>
              <a:t>‹#›</a:t>
            </a:fld>
            <a:endParaRPr lang="en-US" altLang="en-US"/>
          </a:p>
        </p:txBody>
      </p:sp>
      <p:sp>
        <p:nvSpPr>
          <p:cNvPr id="8" name="Footer Placeholder 12"/>
          <p:cNvSpPr>
            <a:spLocks noGrp="1"/>
          </p:cNvSpPr>
          <p:nvPr>
            <p:ph type="ftr" sz="quarter" idx="21"/>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620875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 name="Slide Number Placeholder 9"/>
          <p:cNvSpPr>
            <a:spLocks noGrp="1"/>
          </p:cNvSpPr>
          <p:nvPr>
            <p:ph type="sldNum" sz="quarter" idx="10"/>
          </p:nvPr>
        </p:nvSpPr>
        <p:spPr/>
        <p:txBody>
          <a:bodyPr/>
          <a:lstStyle>
            <a:lvl1pPr>
              <a:defRPr/>
            </a:lvl1pPr>
          </a:lstStyle>
          <a:p>
            <a:fld id="{395527EB-3756-C241-BFD3-DBB1E111190F}" type="slidenum">
              <a:rPr lang="en-US" altLang="en-US"/>
              <a:pPr/>
              <a:t>‹#›</a:t>
            </a:fld>
            <a:endParaRPr lang="en-US" altLang="en-US"/>
          </a:p>
        </p:txBody>
      </p:sp>
      <p:sp>
        <p:nvSpPr>
          <p:cNvPr id="4" name="Footer Placeholder 12"/>
          <p:cNvSpPr>
            <a:spLocks noGrp="1"/>
          </p:cNvSpPr>
          <p:nvPr>
            <p:ph type="ftr" sz="quarter" idx="11"/>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898184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512064" y="805002"/>
            <a:ext cx="5386917"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9"/>
          </p:nvPr>
        </p:nvSpPr>
        <p:spPr>
          <a:xfrm>
            <a:off x="6299200" y="814835"/>
            <a:ext cx="5386917"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10"/>
          <p:cNvSpPr>
            <a:spLocks noGrp="1"/>
          </p:cNvSpPr>
          <p:nvPr>
            <p:ph sz="quarter" idx="20"/>
          </p:nvPr>
        </p:nvSpPr>
        <p:spPr>
          <a:xfrm>
            <a:off x="505883" y="1195227"/>
            <a:ext cx="5388864" cy="4955707"/>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6299200" y="1195227"/>
            <a:ext cx="5388864" cy="4955707"/>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Borrorwing and Lending</a:t>
            </a:r>
          </a:p>
        </p:txBody>
      </p:sp>
      <p:sp>
        <p:nvSpPr>
          <p:cNvPr id="15" name="Rectangle 14"/>
          <p:cNvSpPr/>
          <p:nvPr userDrawn="1"/>
        </p:nvSpPr>
        <p:spPr>
          <a:xfrm>
            <a:off x="512064" y="407060"/>
            <a:ext cx="112776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2"/>
          <p:cNvSpPr>
            <a:spLocks noGrp="1" noChangeArrowheads="1"/>
          </p:cNvSpPr>
          <p:nvPr>
            <p:ph type="title"/>
          </p:nvPr>
        </p:nvSpPr>
        <p:spPr bwMode="gray">
          <a:xfrm>
            <a:off x="512064" y="2"/>
            <a:ext cx="11277600" cy="38959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b="1"/>
            </a:lvl1pPr>
          </a:lstStyle>
          <a:p>
            <a:pPr lvl="0"/>
            <a:r>
              <a:rPr lang="en-US" dirty="0"/>
              <a:t>Click to edit Master title style</a:t>
            </a:r>
          </a:p>
        </p:txBody>
      </p:sp>
    </p:spTree>
    <p:extLst>
      <p:ext uri="{BB962C8B-B14F-4D97-AF65-F5344CB8AC3E}">
        <p14:creationId xmlns:p14="http://schemas.microsoft.com/office/powerpoint/2010/main" val="570938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505883"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6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9"/>
          </p:nvPr>
        </p:nvSpPr>
        <p:spPr>
          <a:xfrm>
            <a:off x="6299200"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6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10"/>
          <p:cNvSpPr>
            <a:spLocks noGrp="1"/>
          </p:cNvSpPr>
          <p:nvPr>
            <p:ph sz="quarter" idx="20"/>
          </p:nvPr>
        </p:nvSpPr>
        <p:spPr>
          <a:xfrm>
            <a:off x="505883" y="1807534"/>
            <a:ext cx="5388864"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6299200" y="1807534"/>
            <a:ext cx="5388864" cy="4343400"/>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62543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 by Side Arrow Right">
    <p:spTree>
      <p:nvGrpSpPr>
        <p:cNvPr id="1" name=""/>
        <p:cNvGrpSpPr/>
        <p:nvPr/>
      </p:nvGrpSpPr>
      <p:grpSpPr>
        <a:xfrm>
          <a:off x="0" y="0"/>
          <a:ext cx="0" cy="0"/>
          <a:chOff x="0" y="0"/>
          <a:chExt cx="0" cy="0"/>
        </a:xfrm>
      </p:grpSpPr>
      <p:sp>
        <p:nvSpPr>
          <p:cNvPr id="10" name="Right Arrow 9"/>
          <p:cNvSpPr/>
          <p:nvPr userDrawn="1"/>
        </p:nvSpPr>
        <p:spPr bwMode="auto">
          <a:xfrm>
            <a:off x="5384800" y="3046413"/>
            <a:ext cx="1320800" cy="1009650"/>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21"/>
          </p:nvPr>
        </p:nvSpPr>
        <p:spPr>
          <a:xfrm>
            <a:off x="6705600" y="1828800"/>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1" name="Slide Number Placeholder 2"/>
          <p:cNvSpPr>
            <a:spLocks noGrp="1"/>
          </p:cNvSpPr>
          <p:nvPr>
            <p:ph type="sldNum" sz="quarter" idx="22"/>
          </p:nvPr>
        </p:nvSpPr>
        <p:spPr/>
        <p:txBody>
          <a:bodyPr/>
          <a:lstStyle>
            <a:lvl1pPr>
              <a:defRPr/>
            </a:lvl1pPr>
          </a:lstStyle>
          <a:p>
            <a:fld id="{652385A1-7A9F-1D44-AA51-16856D64E5B5}" type="slidenum">
              <a:rPr lang="en-US" altLang="en-US"/>
              <a:pPr/>
              <a:t>‹#›</a:t>
            </a:fld>
            <a:endParaRPr lang="en-US" altLang="en-US"/>
          </a:p>
        </p:txBody>
      </p:sp>
      <p:sp>
        <p:nvSpPr>
          <p:cNvPr id="14" name="Footer Placeholder 9"/>
          <p:cNvSpPr>
            <a:spLocks noGrp="1"/>
          </p:cNvSpPr>
          <p:nvPr>
            <p:ph type="ftr" sz="quarter" idx="23"/>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20245206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de by Side Double Arrow">
    <p:spTree>
      <p:nvGrpSpPr>
        <p:cNvPr id="1" name=""/>
        <p:cNvGrpSpPr/>
        <p:nvPr/>
      </p:nvGrpSpPr>
      <p:grpSpPr>
        <a:xfrm>
          <a:off x="0" y="0"/>
          <a:ext cx="0" cy="0"/>
          <a:chOff x="0" y="0"/>
          <a:chExt cx="0" cy="0"/>
        </a:xfrm>
      </p:grpSpPr>
      <p:sp>
        <p:nvSpPr>
          <p:cNvPr id="9" name="Right Arrow 8"/>
          <p:cNvSpPr/>
          <p:nvPr userDrawn="1"/>
        </p:nvSpPr>
        <p:spPr bwMode="auto">
          <a:xfrm>
            <a:off x="5359125" y="2692959"/>
            <a:ext cx="1326383"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2" name="Right Arrow 11"/>
          <p:cNvSpPr/>
          <p:nvPr userDrawn="1"/>
        </p:nvSpPr>
        <p:spPr bwMode="auto">
          <a:xfrm rot="10800000">
            <a:off x="5427337" y="3778176"/>
            <a:ext cx="1353183" cy="102228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mn-cs"/>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0"/>
          <p:cNvSpPr>
            <a:spLocks noGrp="1"/>
          </p:cNvSpPr>
          <p:nvPr>
            <p:ph sz="quarter" idx="21"/>
          </p:nvPr>
        </p:nvSpPr>
        <p:spPr>
          <a:xfrm>
            <a:off x="6705600"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mn-cs"/>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Slide Number Placeholder 2"/>
          <p:cNvSpPr>
            <a:spLocks noGrp="1"/>
          </p:cNvSpPr>
          <p:nvPr>
            <p:ph type="sldNum" sz="quarter" idx="22"/>
          </p:nvPr>
        </p:nvSpPr>
        <p:spPr/>
        <p:txBody>
          <a:bodyPr/>
          <a:lstStyle>
            <a:lvl1pPr>
              <a:defRPr/>
            </a:lvl1pPr>
          </a:lstStyle>
          <a:p>
            <a:fld id="{0A6B8188-A85F-5349-B14D-08361E6A7245}" type="slidenum">
              <a:rPr lang="en-US" altLang="en-US"/>
              <a:pPr/>
              <a:t>‹#›</a:t>
            </a:fld>
            <a:endParaRPr lang="en-US" altLang="en-US"/>
          </a:p>
        </p:txBody>
      </p:sp>
      <p:sp>
        <p:nvSpPr>
          <p:cNvPr id="15" name="Footer Placeholder 14"/>
          <p:cNvSpPr>
            <a:spLocks noGrp="1"/>
          </p:cNvSpPr>
          <p:nvPr>
            <p:ph type="ftr" sz="quarter" idx="23"/>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1210112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Top Arrow to Two Bottom">
    <p:spTree>
      <p:nvGrpSpPr>
        <p:cNvPr id="1" name=""/>
        <p:cNvGrpSpPr/>
        <p:nvPr/>
      </p:nvGrpSpPr>
      <p:grpSpPr>
        <a:xfrm>
          <a:off x="0" y="0"/>
          <a:ext cx="0" cy="0"/>
          <a:chOff x="0" y="0"/>
          <a:chExt cx="0" cy="0"/>
        </a:xfrm>
      </p:grpSpPr>
      <p:sp>
        <p:nvSpPr>
          <p:cNvPr id="10" name="Right Arrow 9"/>
          <p:cNvSpPr/>
          <p:nvPr userDrawn="1"/>
        </p:nvSpPr>
        <p:spPr bwMode="auto">
          <a:xfrm rot="5400000">
            <a:off x="5768941" y="3106216"/>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1" name="Content Placeholder 10"/>
          <p:cNvSpPr>
            <a:spLocks noGrp="1"/>
          </p:cNvSpPr>
          <p:nvPr>
            <p:ph sz="quarter" idx="16"/>
          </p:nvPr>
        </p:nvSpPr>
        <p:spPr>
          <a:xfrm>
            <a:off x="609600" y="4479952"/>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4479952"/>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1807534"/>
            <a:ext cx="10972800" cy="1645920"/>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141732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096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0"/>
          </p:nvPr>
        </p:nvSpPr>
        <p:spPr>
          <a:xfrm>
            <a:off x="64008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7C6F7C23-5FF9-2A4B-BF08-C1294322DB52}"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507697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Top Arrow to One Bottom">
    <p:spTree>
      <p:nvGrpSpPr>
        <p:cNvPr id="1" name=""/>
        <p:cNvGrpSpPr/>
        <p:nvPr/>
      </p:nvGrpSpPr>
      <p:grpSpPr>
        <a:xfrm>
          <a:off x="0" y="0"/>
          <a:ext cx="0" cy="0"/>
          <a:chOff x="0" y="0"/>
          <a:chExt cx="0" cy="0"/>
        </a:xfrm>
      </p:grpSpPr>
      <p:sp>
        <p:nvSpPr>
          <p:cNvPr id="10" name="Right Arrow 9"/>
          <p:cNvSpPr/>
          <p:nvPr userDrawn="1"/>
        </p:nvSpPr>
        <p:spPr bwMode="auto">
          <a:xfrm rot="5400000">
            <a:off x="5768941" y="3106216"/>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1" name="Content Placeholder 10"/>
          <p:cNvSpPr>
            <a:spLocks noGrp="1"/>
          </p:cNvSpPr>
          <p:nvPr>
            <p:ph sz="quarter" idx="16"/>
          </p:nvPr>
        </p:nvSpPr>
        <p:spPr>
          <a:xfrm>
            <a:off x="609600" y="1783080"/>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1783080"/>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4505014"/>
            <a:ext cx="10972800" cy="1645920"/>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411480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096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0"/>
          </p:nvPr>
        </p:nvSpPr>
        <p:spPr>
          <a:xfrm>
            <a:off x="64008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06494A95-A7E5-E34F-8DB1-F10A4839B0B9}"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12760613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Blocks - Six Palettes">
    <p:spTree>
      <p:nvGrpSpPr>
        <p:cNvPr id="1" name=""/>
        <p:cNvGrpSpPr/>
        <p:nvPr/>
      </p:nvGrpSpPr>
      <p:grpSpPr>
        <a:xfrm>
          <a:off x="0" y="0"/>
          <a:ext cx="0" cy="0"/>
          <a:chOff x="0" y="0"/>
          <a:chExt cx="0" cy="0"/>
        </a:xfrm>
      </p:grpSpPr>
      <p:sp>
        <p:nvSpPr>
          <p:cNvPr id="28" name="Text Placeholder 5"/>
          <p:cNvSpPr>
            <a:spLocks noGrp="1"/>
          </p:cNvSpPr>
          <p:nvPr>
            <p:ph type="body" sz="quarter" idx="30"/>
          </p:nvPr>
        </p:nvSpPr>
        <p:spPr>
          <a:xfrm>
            <a:off x="6191251" y="4627745"/>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7"/>
          </p:nvPr>
        </p:nvSpPr>
        <p:spPr>
          <a:xfrm>
            <a:off x="501651" y="4627745"/>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26"/>
          </p:nvPr>
        </p:nvSpPr>
        <p:spPr>
          <a:xfrm>
            <a:off x="501651" y="3015622"/>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29"/>
          </p:nvPr>
        </p:nvSpPr>
        <p:spPr>
          <a:xfrm>
            <a:off x="6191251" y="3015622"/>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28"/>
          </p:nvPr>
        </p:nvSpPr>
        <p:spPr>
          <a:xfrm>
            <a:off x="6191251" y="1403499"/>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3" name="Text Placeholder 5"/>
          <p:cNvSpPr>
            <a:spLocks noGrp="1"/>
          </p:cNvSpPr>
          <p:nvPr>
            <p:ph type="body" sz="quarter" idx="25"/>
          </p:nvPr>
        </p:nvSpPr>
        <p:spPr>
          <a:xfrm>
            <a:off x="501651" y="1403499"/>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1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01651" y="167640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5"/>
          <p:cNvSpPr>
            <a:spLocks noGrp="1"/>
          </p:cNvSpPr>
          <p:nvPr>
            <p:ph type="body" sz="quarter" idx="32"/>
          </p:nvPr>
        </p:nvSpPr>
        <p:spPr>
          <a:xfrm>
            <a:off x="501651" y="3302419"/>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Text Placeholder 5"/>
          <p:cNvSpPr>
            <a:spLocks noGrp="1"/>
          </p:cNvSpPr>
          <p:nvPr>
            <p:ph type="body" sz="quarter" idx="33"/>
          </p:nvPr>
        </p:nvSpPr>
        <p:spPr>
          <a:xfrm>
            <a:off x="501651" y="491499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5"/>
          <p:cNvSpPr>
            <a:spLocks noGrp="1"/>
          </p:cNvSpPr>
          <p:nvPr>
            <p:ph type="body" sz="quarter" idx="34"/>
          </p:nvPr>
        </p:nvSpPr>
        <p:spPr>
          <a:xfrm>
            <a:off x="6191251" y="167640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Text Placeholder 5"/>
          <p:cNvSpPr>
            <a:spLocks noGrp="1"/>
          </p:cNvSpPr>
          <p:nvPr>
            <p:ph type="body" sz="quarter" idx="35"/>
          </p:nvPr>
        </p:nvSpPr>
        <p:spPr>
          <a:xfrm>
            <a:off x="6191251" y="3302418"/>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5"/>
          <p:cNvSpPr>
            <a:spLocks noGrp="1"/>
          </p:cNvSpPr>
          <p:nvPr>
            <p:ph type="body" sz="quarter" idx="36"/>
          </p:nvPr>
        </p:nvSpPr>
        <p:spPr>
          <a:xfrm>
            <a:off x="6191251" y="491499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Slide Number Placeholder 9"/>
          <p:cNvSpPr>
            <a:spLocks noGrp="1"/>
          </p:cNvSpPr>
          <p:nvPr>
            <p:ph type="sldNum" sz="quarter" idx="37"/>
          </p:nvPr>
        </p:nvSpPr>
        <p:spPr/>
        <p:txBody>
          <a:bodyPr/>
          <a:lstStyle>
            <a:lvl1pPr>
              <a:defRPr/>
            </a:lvl1pPr>
          </a:lstStyle>
          <a:p>
            <a:fld id="{A23329EE-AB34-E748-89A3-8E74FFF398F3}" type="slidenum">
              <a:rPr lang="en-US" altLang="en-US"/>
              <a:pPr/>
              <a:t>‹#›</a:t>
            </a:fld>
            <a:endParaRPr lang="en-US" altLang="en-US"/>
          </a:p>
        </p:txBody>
      </p:sp>
      <p:sp>
        <p:nvSpPr>
          <p:cNvPr id="16" name="Footer Placeholder 12"/>
          <p:cNvSpPr>
            <a:spLocks noGrp="1"/>
          </p:cNvSpPr>
          <p:nvPr>
            <p:ph type="ftr" sz="quarter" idx="38"/>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2117993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Blocks - Five Palettes">
    <p:spTree>
      <p:nvGrpSpPr>
        <p:cNvPr id="1" name=""/>
        <p:cNvGrpSpPr/>
        <p:nvPr/>
      </p:nvGrpSpPr>
      <p:grpSpPr>
        <a:xfrm>
          <a:off x="0" y="0"/>
          <a:ext cx="0" cy="0"/>
          <a:chOff x="0" y="0"/>
          <a:chExt cx="0" cy="0"/>
        </a:xfrm>
      </p:grpSpPr>
      <p:sp>
        <p:nvSpPr>
          <p:cNvPr id="14" name="Text Placeholder 5"/>
          <p:cNvSpPr>
            <a:spLocks noGrp="1"/>
          </p:cNvSpPr>
          <p:nvPr>
            <p:ph type="body" sz="quarter" idx="25"/>
          </p:nvPr>
        </p:nvSpPr>
        <p:spPr>
          <a:xfrm>
            <a:off x="601565"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35"/>
          </p:nvPr>
        </p:nvSpPr>
        <p:spPr>
          <a:xfrm>
            <a:off x="2844800"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36"/>
          </p:nvPr>
        </p:nvSpPr>
        <p:spPr>
          <a:xfrm>
            <a:off x="5130360"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37"/>
          </p:nvPr>
        </p:nvSpPr>
        <p:spPr>
          <a:xfrm>
            <a:off x="7408972"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38"/>
          </p:nvPr>
        </p:nvSpPr>
        <p:spPr>
          <a:xfrm>
            <a:off x="9747251"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Text Placeholder 5"/>
          <p:cNvSpPr>
            <a:spLocks noGrp="1"/>
          </p:cNvSpPr>
          <p:nvPr>
            <p:ph type="body" sz="quarter" idx="39"/>
          </p:nvPr>
        </p:nvSpPr>
        <p:spPr>
          <a:xfrm>
            <a:off x="601565"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7" name="Text Placeholder 5"/>
          <p:cNvSpPr>
            <a:spLocks noGrp="1"/>
          </p:cNvSpPr>
          <p:nvPr>
            <p:ph type="body" sz="quarter" idx="40"/>
          </p:nvPr>
        </p:nvSpPr>
        <p:spPr>
          <a:xfrm>
            <a:off x="2844800"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8" name="Text Placeholder 5"/>
          <p:cNvSpPr>
            <a:spLocks noGrp="1"/>
          </p:cNvSpPr>
          <p:nvPr>
            <p:ph type="body" sz="quarter" idx="41"/>
          </p:nvPr>
        </p:nvSpPr>
        <p:spPr>
          <a:xfrm>
            <a:off x="5130360"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28" name="Text Placeholder 5"/>
          <p:cNvSpPr>
            <a:spLocks noGrp="1"/>
          </p:cNvSpPr>
          <p:nvPr>
            <p:ph type="body" sz="quarter" idx="42"/>
          </p:nvPr>
        </p:nvSpPr>
        <p:spPr>
          <a:xfrm>
            <a:off x="7408972"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29" name="Text Placeholder 5"/>
          <p:cNvSpPr>
            <a:spLocks noGrp="1"/>
          </p:cNvSpPr>
          <p:nvPr>
            <p:ph type="body" sz="quarter" idx="43"/>
          </p:nvPr>
        </p:nvSpPr>
        <p:spPr>
          <a:xfrm>
            <a:off x="9747251"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3" name="Slide Number Placeholder 9"/>
          <p:cNvSpPr>
            <a:spLocks noGrp="1"/>
          </p:cNvSpPr>
          <p:nvPr>
            <p:ph type="sldNum" sz="quarter" idx="44"/>
          </p:nvPr>
        </p:nvSpPr>
        <p:spPr/>
        <p:txBody>
          <a:bodyPr/>
          <a:lstStyle>
            <a:lvl1pPr>
              <a:defRPr/>
            </a:lvl1pPr>
          </a:lstStyle>
          <a:p>
            <a:fld id="{1EB3DA79-8920-3645-A529-9AD16B41E65B}" type="slidenum">
              <a:rPr lang="en-US" altLang="en-US"/>
              <a:pPr/>
              <a:t>‹#›</a:t>
            </a:fld>
            <a:endParaRPr lang="en-US" altLang="en-US"/>
          </a:p>
        </p:txBody>
      </p:sp>
      <p:sp>
        <p:nvSpPr>
          <p:cNvPr id="19" name="Footer Placeholder 12"/>
          <p:cNvSpPr>
            <a:spLocks noGrp="1"/>
          </p:cNvSpPr>
          <p:nvPr>
            <p:ph type="ftr" sz="quarter" idx="45"/>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2448545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ajor Points">
    <p:spTree>
      <p:nvGrpSpPr>
        <p:cNvPr id="1" name=""/>
        <p:cNvGrpSpPr/>
        <p:nvPr/>
      </p:nvGrpSpPr>
      <p:grpSpPr>
        <a:xfrm>
          <a:off x="0" y="0"/>
          <a:ext cx="0" cy="0"/>
          <a:chOff x="0" y="0"/>
          <a:chExt cx="0" cy="0"/>
        </a:xfrm>
      </p:grpSpPr>
      <p:sp>
        <p:nvSpPr>
          <p:cNvPr id="8" name="Text Placeholder 7"/>
          <p:cNvSpPr>
            <a:spLocks noGrp="1"/>
          </p:cNvSpPr>
          <p:nvPr>
            <p:ph type="body" sz="quarter" idx="19"/>
          </p:nvPr>
        </p:nvSpPr>
        <p:spPr>
          <a:xfrm>
            <a:off x="609600" y="1417320"/>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3" name="Text Placeholder 7"/>
          <p:cNvSpPr>
            <a:spLocks noGrp="1"/>
          </p:cNvSpPr>
          <p:nvPr>
            <p:ph type="body" sz="quarter" idx="21"/>
          </p:nvPr>
        </p:nvSpPr>
        <p:spPr>
          <a:xfrm>
            <a:off x="609600" y="3065544"/>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7" name="Text Placeholder 7"/>
          <p:cNvSpPr>
            <a:spLocks noGrp="1"/>
          </p:cNvSpPr>
          <p:nvPr>
            <p:ph type="body" sz="quarter" idx="23"/>
          </p:nvPr>
        </p:nvSpPr>
        <p:spPr>
          <a:xfrm>
            <a:off x="609600" y="4713767"/>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844800" y="1417320"/>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5"/>
          <p:cNvSpPr>
            <a:spLocks noGrp="1"/>
          </p:cNvSpPr>
          <p:nvPr>
            <p:ph type="body" sz="quarter" idx="32"/>
          </p:nvPr>
        </p:nvSpPr>
        <p:spPr>
          <a:xfrm>
            <a:off x="2844800" y="3065543"/>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5"/>
          <p:cNvSpPr>
            <a:spLocks noGrp="1"/>
          </p:cNvSpPr>
          <p:nvPr>
            <p:ph type="body" sz="quarter" idx="33"/>
          </p:nvPr>
        </p:nvSpPr>
        <p:spPr>
          <a:xfrm>
            <a:off x="2844800" y="4713767"/>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9"/>
          <p:cNvSpPr>
            <a:spLocks noGrp="1"/>
          </p:cNvSpPr>
          <p:nvPr>
            <p:ph type="sldNum" sz="quarter" idx="34"/>
          </p:nvPr>
        </p:nvSpPr>
        <p:spPr/>
        <p:txBody>
          <a:bodyPr/>
          <a:lstStyle>
            <a:lvl1pPr>
              <a:defRPr/>
            </a:lvl1pPr>
          </a:lstStyle>
          <a:p>
            <a:fld id="{055F7767-1EA1-1B4C-AF44-6A3FCE365276}" type="slidenum">
              <a:rPr lang="en-US" altLang="en-US"/>
              <a:pPr/>
              <a:t>‹#›</a:t>
            </a:fld>
            <a:endParaRPr lang="en-US" altLang="en-US"/>
          </a:p>
        </p:txBody>
      </p:sp>
      <p:sp>
        <p:nvSpPr>
          <p:cNvPr id="11" name="Footer Placeholder 12"/>
          <p:cNvSpPr>
            <a:spLocks noGrp="1"/>
          </p:cNvSpPr>
          <p:nvPr>
            <p:ph type="ftr" sz="quarter" idx="35"/>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7416052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evrons">
    <p:spTree>
      <p:nvGrpSpPr>
        <p:cNvPr id="1" name=""/>
        <p:cNvGrpSpPr/>
        <p:nvPr/>
      </p:nvGrpSpPr>
      <p:grpSpPr>
        <a:xfrm>
          <a:off x="0" y="0"/>
          <a:ext cx="0" cy="0"/>
          <a:chOff x="0" y="0"/>
          <a:chExt cx="0" cy="0"/>
        </a:xfrm>
      </p:grpSpPr>
      <p:sp>
        <p:nvSpPr>
          <p:cNvPr id="35" name="Text Placeholder 2"/>
          <p:cNvSpPr>
            <a:spLocks noGrp="1"/>
          </p:cNvSpPr>
          <p:nvPr>
            <p:ph type="body" sz="quarter" idx="12"/>
          </p:nvPr>
        </p:nvSpPr>
        <p:spPr>
          <a:xfrm>
            <a:off x="563034" y="1397000"/>
            <a:ext cx="2317751" cy="1155700"/>
          </a:xfrm>
          <a:prstGeom prst="homePlate">
            <a:avLst>
              <a:gd name="adj" fmla="val 19565"/>
            </a:avLst>
          </a:prstGeom>
          <a:solidFill>
            <a:srgbClr val="D7D7D7"/>
          </a:solidFill>
        </p:spPr>
        <p:txBody>
          <a:bodyPr anchor="ctr"/>
          <a:lstStyle>
            <a:lvl1pPr>
              <a:buNone/>
              <a:defRPr sz="1200"/>
            </a:lvl1pPr>
          </a:lstStyle>
          <a:p>
            <a:pPr lvl="0"/>
            <a:r>
              <a:rPr lang="en-US"/>
              <a:t>Click to edit Master text styles</a:t>
            </a:r>
          </a:p>
        </p:txBody>
      </p:sp>
      <p:sp>
        <p:nvSpPr>
          <p:cNvPr id="36" name="Text Placeholder 3"/>
          <p:cNvSpPr>
            <a:spLocks noGrp="1"/>
          </p:cNvSpPr>
          <p:nvPr>
            <p:ph type="body" sz="quarter" idx="13"/>
          </p:nvPr>
        </p:nvSpPr>
        <p:spPr>
          <a:xfrm>
            <a:off x="2747434" y="1397000"/>
            <a:ext cx="2315633"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37" name="Text Placeholder 4"/>
          <p:cNvSpPr>
            <a:spLocks noGrp="1"/>
          </p:cNvSpPr>
          <p:nvPr>
            <p:ph type="body" sz="quarter" idx="15"/>
          </p:nvPr>
        </p:nvSpPr>
        <p:spPr>
          <a:xfrm>
            <a:off x="7114120" y="1397000"/>
            <a:ext cx="2317749"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38" name="Text Placeholder 5"/>
          <p:cNvSpPr>
            <a:spLocks noGrp="1"/>
          </p:cNvSpPr>
          <p:nvPr>
            <p:ph type="body" sz="quarter" idx="16"/>
          </p:nvPr>
        </p:nvSpPr>
        <p:spPr>
          <a:xfrm>
            <a:off x="4931834" y="1397000"/>
            <a:ext cx="2315633" cy="1155700"/>
          </a:xfrm>
          <a:prstGeom prst="chevron">
            <a:avLst>
              <a:gd name="adj" fmla="val 18687"/>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9" name="Text Placeholder 6"/>
          <p:cNvSpPr>
            <a:spLocks noGrp="1"/>
          </p:cNvSpPr>
          <p:nvPr>
            <p:ph type="body" sz="quarter" idx="17"/>
          </p:nvPr>
        </p:nvSpPr>
        <p:spPr>
          <a:xfrm>
            <a:off x="9298521" y="1397000"/>
            <a:ext cx="2315633"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0" name="Text Placeholder 7"/>
          <p:cNvSpPr>
            <a:spLocks noGrp="1"/>
          </p:cNvSpPr>
          <p:nvPr>
            <p:ph type="body" sz="quarter" idx="18"/>
          </p:nvPr>
        </p:nvSpPr>
        <p:spPr>
          <a:xfrm>
            <a:off x="563033" y="2954338"/>
            <a:ext cx="2863851" cy="1155700"/>
          </a:xfrm>
          <a:prstGeom prst="homePlate">
            <a:avLst>
              <a:gd name="adj" fmla="val 19557"/>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41" name="Text Placeholder 8"/>
          <p:cNvSpPr>
            <a:spLocks noGrp="1"/>
          </p:cNvSpPr>
          <p:nvPr>
            <p:ph type="body" sz="quarter" idx="19"/>
          </p:nvPr>
        </p:nvSpPr>
        <p:spPr>
          <a:xfrm>
            <a:off x="3291418"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2" name="Text Placeholder 9"/>
          <p:cNvSpPr>
            <a:spLocks noGrp="1"/>
          </p:cNvSpPr>
          <p:nvPr>
            <p:ph type="body" sz="quarter" idx="20"/>
          </p:nvPr>
        </p:nvSpPr>
        <p:spPr>
          <a:xfrm>
            <a:off x="8748186"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3" name="Text Placeholder 10"/>
          <p:cNvSpPr>
            <a:spLocks noGrp="1"/>
          </p:cNvSpPr>
          <p:nvPr>
            <p:ph type="body" sz="quarter" idx="21"/>
          </p:nvPr>
        </p:nvSpPr>
        <p:spPr>
          <a:xfrm>
            <a:off x="6019802"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4" name="Text Placeholder 11"/>
          <p:cNvSpPr>
            <a:spLocks noGrp="1"/>
          </p:cNvSpPr>
          <p:nvPr>
            <p:ph type="body" sz="quarter" idx="22"/>
          </p:nvPr>
        </p:nvSpPr>
        <p:spPr>
          <a:xfrm>
            <a:off x="575734" y="4497388"/>
            <a:ext cx="3754967" cy="1154112"/>
          </a:xfrm>
          <a:prstGeom prst="homePlate">
            <a:avLst>
              <a:gd name="adj" fmla="val 19565"/>
            </a:avLst>
          </a:prstGeom>
          <a:solidFill>
            <a:srgbClr val="D7D7D7"/>
          </a:solidFill>
        </p:spPr>
        <p:txBody>
          <a:bodyPr anchor="ctr"/>
          <a:lstStyle>
            <a:lvl1pPr>
              <a:buNone/>
              <a:defRPr sz="1200"/>
            </a:lvl1pPr>
          </a:lstStyle>
          <a:p>
            <a:pPr lvl="0"/>
            <a:r>
              <a:rPr lang="en-US"/>
              <a:t>Click to edit Master text styles</a:t>
            </a:r>
          </a:p>
        </p:txBody>
      </p:sp>
      <p:sp>
        <p:nvSpPr>
          <p:cNvPr id="45" name="Text Placeholder 12"/>
          <p:cNvSpPr>
            <a:spLocks noGrp="1"/>
          </p:cNvSpPr>
          <p:nvPr>
            <p:ph type="body" sz="quarter" idx="23"/>
          </p:nvPr>
        </p:nvSpPr>
        <p:spPr>
          <a:xfrm>
            <a:off x="4226985" y="4497388"/>
            <a:ext cx="3754967" cy="1154112"/>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6" name="Text Placeholder 13"/>
          <p:cNvSpPr>
            <a:spLocks noGrp="1"/>
          </p:cNvSpPr>
          <p:nvPr>
            <p:ph type="body" sz="quarter" idx="25"/>
          </p:nvPr>
        </p:nvSpPr>
        <p:spPr>
          <a:xfrm>
            <a:off x="7878234" y="4497388"/>
            <a:ext cx="3754967" cy="1154112"/>
          </a:xfrm>
          <a:prstGeom prst="chevron">
            <a:avLst>
              <a:gd name="adj" fmla="val 1871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6"/>
          </p:nvPr>
        </p:nvSpPr>
        <p:spPr/>
        <p:txBody>
          <a:bodyPr/>
          <a:lstStyle>
            <a:lvl1pPr>
              <a:defRPr/>
            </a:lvl1pPr>
          </a:lstStyle>
          <a:p>
            <a:fld id="{48E524AC-D0C7-2340-84EA-A4DF70E82140}" type="slidenum">
              <a:rPr lang="en-US" altLang="en-US"/>
              <a:pPr/>
              <a:t>‹#›</a:t>
            </a:fld>
            <a:endParaRPr lang="en-US" altLang="en-US"/>
          </a:p>
        </p:txBody>
      </p:sp>
      <p:sp>
        <p:nvSpPr>
          <p:cNvPr id="17" name="Footer Placeholder 12"/>
          <p:cNvSpPr>
            <a:spLocks noGrp="1"/>
          </p:cNvSpPr>
          <p:nvPr>
            <p:ph type="ftr" sz="quarter" idx="27"/>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3344818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Blocks - Major Points - Chevrons">
    <p:spTree>
      <p:nvGrpSpPr>
        <p:cNvPr id="1" name=""/>
        <p:cNvGrpSpPr/>
        <p:nvPr/>
      </p:nvGrpSpPr>
      <p:grpSpPr>
        <a:xfrm>
          <a:off x="0" y="0"/>
          <a:ext cx="0" cy="0"/>
          <a:chOff x="0" y="0"/>
          <a:chExt cx="0" cy="0"/>
        </a:xfrm>
      </p:grpSpPr>
      <p:sp>
        <p:nvSpPr>
          <p:cNvPr id="15" name="Text Placeholder 5"/>
          <p:cNvSpPr>
            <a:spLocks noGrp="1"/>
          </p:cNvSpPr>
          <p:nvPr>
            <p:ph type="body" sz="quarter" idx="31"/>
          </p:nvPr>
        </p:nvSpPr>
        <p:spPr>
          <a:xfrm>
            <a:off x="2844800" y="1344304"/>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6" name="Text Placeholder 5"/>
          <p:cNvSpPr>
            <a:spLocks noGrp="1"/>
          </p:cNvSpPr>
          <p:nvPr>
            <p:ph type="body" sz="quarter" idx="32"/>
          </p:nvPr>
        </p:nvSpPr>
        <p:spPr>
          <a:xfrm>
            <a:off x="2844800" y="2360778"/>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7" name="Text Placeholder 5"/>
          <p:cNvSpPr>
            <a:spLocks noGrp="1"/>
          </p:cNvSpPr>
          <p:nvPr>
            <p:ph type="body" sz="quarter" idx="33"/>
          </p:nvPr>
        </p:nvSpPr>
        <p:spPr>
          <a:xfrm>
            <a:off x="2844800" y="3377252"/>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9" name="Text Placeholder 5"/>
          <p:cNvSpPr>
            <a:spLocks noGrp="1"/>
          </p:cNvSpPr>
          <p:nvPr>
            <p:ph type="body" sz="quarter" idx="34"/>
          </p:nvPr>
        </p:nvSpPr>
        <p:spPr>
          <a:xfrm>
            <a:off x="2844800" y="4393726"/>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0" name="Text Placeholder 5"/>
          <p:cNvSpPr>
            <a:spLocks noGrp="1"/>
          </p:cNvSpPr>
          <p:nvPr>
            <p:ph type="body" sz="quarter" idx="35"/>
          </p:nvPr>
        </p:nvSpPr>
        <p:spPr>
          <a:xfrm>
            <a:off x="2844800" y="5410200"/>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3" name="Text Placeholder 19"/>
          <p:cNvSpPr>
            <a:spLocks noGrp="1"/>
          </p:cNvSpPr>
          <p:nvPr>
            <p:ph type="body" sz="quarter" idx="10"/>
          </p:nvPr>
        </p:nvSpPr>
        <p:spPr>
          <a:xfrm>
            <a:off x="609600" y="1344304"/>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26" name="Text Placeholder 19"/>
          <p:cNvSpPr>
            <a:spLocks noGrp="1"/>
          </p:cNvSpPr>
          <p:nvPr>
            <p:ph type="body" sz="quarter" idx="22"/>
          </p:nvPr>
        </p:nvSpPr>
        <p:spPr>
          <a:xfrm>
            <a:off x="609600" y="2357366"/>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28" name="Text Placeholder 19"/>
          <p:cNvSpPr>
            <a:spLocks noGrp="1"/>
          </p:cNvSpPr>
          <p:nvPr>
            <p:ph type="body" sz="quarter" idx="24"/>
          </p:nvPr>
        </p:nvSpPr>
        <p:spPr>
          <a:xfrm>
            <a:off x="609600" y="3370428"/>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0" name="Text Placeholder 19"/>
          <p:cNvSpPr>
            <a:spLocks noGrp="1"/>
          </p:cNvSpPr>
          <p:nvPr>
            <p:ph type="body" sz="quarter" idx="26"/>
          </p:nvPr>
        </p:nvSpPr>
        <p:spPr>
          <a:xfrm>
            <a:off x="609600" y="4383490"/>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2" name="Text Placeholder 19"/>
          <p:cNvSpPr>
            <a:spLocks noGrp="1"/>
          </p:cNvSpPr>
          <p:nvPr>
            <p:ph type="body" sz="quarter" idx="28"/>
          </p:nvPr>
        </p:nvSpPr>
        <p:spPr>
          <a:xfrm>
            <a:off x="609600" y="5396552"/>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Slide Number Placeholder 9"/>
          <p:cNvSpPr>
            <a:spLocks noGrp="1"/>
          </p:cNvSpPr>
          <p:nvPr>
            <p:ph type="sldNum" sz="quarter" idx="36"/>
          </p:nvPr>
        </p:nvSpPr>
        <p:spPr/>
        <p:txBody>
          <a:bodyPr/>
          <a:lstStyle>
            <a:lvl1pPr>
              <a:defRPr/>
            </a:lvl1pPr>
          </a:lstStyle>
          <a:p>
            <a:fld id="{19846C2F-D19C-FA45-A159-B087F18BCDE0}"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8787942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5" name="Line 105"/>
          <p:cNvSpPr>
            <a:spLocks noChangeShapeType="1"/>
          </p:cNvSpPr>
          <p:nvPr/>
        </p:nvSpPr>
        <p:spPr bwMode="gray">
          <a:xfrm>
            <a:off x="58928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16" name="Line 115"/>
          <p:cNvSpPr>
            <a:spLocks noChangeShapeType="1"/>
          </p:cNvSpPr>
          <p:nvPr userDrawn="1"/>
        </p:nvSpPr>
        <p:spPr bwMode="gray">
          <a:xfrm>
            <a:off x="30480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17" name="Line 118"/>
          <p:cNvSpPr>
            <a:spLocks noChangeShapeType="1"/>
          </p:cNvSpPr>
          <p:nvPr/>
        </p:nvSpPr>
        <p:spPr bwMode="gray">
          <a:xfrm>
            <a:off x="90043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grpSp>
        <p:nvGrpSpPr>
          <p:cNvPr id="18" name="Group 123"/>
          <p:cNvGrpSpPr>
            <a:grpSpLocks/>
          </p:cNvGrpSpPr>
          <p:nvPr userDrawn="1"/>
        </p:nvGrpSpPr>
        <p:grpSpPr bwMode="auto">
          <a:xfrm>
            <a:off x="611718" y="3478213"/>
            <a:ext cx="10358967" cy="182562"/>
            <a:chOff x="289" y="2191"/>
            <a:chExt cx="4894" cy="115"/>
          </a:xfrm>
        </p:grpSpPr>
        <p:grpSp>
          <p:nvGrpSpPr>
            <p:cNvPr id="19" name="Group 44"/>
            <p:cNvGrpSpPr>
              <a:grpSpLocks/>
            </p:cNvGrpSpPr>
            <p:nvPr/>
          </p:nvGrpSpPr>
          <p:grpSpPr bwMode="auto">
            <a:xfrm>
              <a:off x="289" y="2191"/>
              <a:ext cx="1470" cy="115"/>
              <a:chOff x="696" y="2508"/>
              <a:chExt cx="1470" cy="168"/>
            </a:xfrm>
          </p:grpSpPr>
          <p:sp>
            <p:nvSpPr>
              <p:cNvPr id="53"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4"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5"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6"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7"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8"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9"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0"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1"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2"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3"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4"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5"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20" name="Group 58"/>
            <p:cNvGrpSpPr>
              <a:grpSpLocks/>
            </p:cNvGrpSpPr>
            <p:nvPr/>
          </p:nvGrpSpPr>
          <p:grpSpPr bwMode="auto">
            <a:xfrm>
              <a:off x="1758" y="2191"/>
              <a:ext cx="1470" cy="115"/>
              <a:chOff x="696" y="2508"/>
              <a:chExt cx="1470" cy="168"/>
            </a:xfrm>
          </p:grpSpPr>
          <p:sp>
            <p:nvSpPr>
              <p:cNvPr id="40"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1"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2"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3"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4"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5"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6"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7"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8"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9"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0"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1"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2"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21" name="Group 72"/>
            <p:cNvGrpSpPr>
              <a:grpSpLocks/>
            </p:cNvGrpSpPr>
            <p:nvPr/>
          </p:nvGrpSpPr>
          <p:grpSpPr bwMode="auto">
            <a:xfrm>
              <a:off x="3227" y="2191"/>
              <a:ext cx="1470" cy="115"/>
              <a:chOff x="696" y="2508"/>
              <a:chExt cx="1470" cy="168"/>
            </a:xfrm>
          </p:grpSpPr>
          <p:sp>
            <p:nvSpPr>
              <p:cNvPr id="27"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8"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9"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0"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1"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2"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3"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4"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5"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6"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7"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8"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9"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22"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3"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4"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5"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6"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66" name="Line 125"/>
          <p:cNvSpPr>
            <a:spLocks noChangeShapeType="1"/>
          </p:cNvSpPr>
          <p:nvPr userDrawn="1"/>
        </p:nvSpPr>
        <p:spPr bwMode="gray">
          <a:xfrm>
            <a:off x="4572000" y="3651251"/>
            <a:ext cx="0" cy="175736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7" name="Line 4"/>
          <p:cNvSpPr>
            <a:spLocks noChangeShapeType="1"/>
          </p:cNvSpPr>
          <p:nvPr userDrawn="1"/>
        </p:nvSpPr>
        <p:spPr bwMode="gray">
          <a:xfrm>
            <a:off x="22352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8" name="Line 108"/>
          <p:cNvSpPr>
            <a:spLocks noChangeShapeType="1"/>
          </p:cNvSpPr>
          <p:nvPr userDrawn="1"/>
        </p:nvSpPr>
        <p:spPr bwMode="gray">
          <a:xfrm>
            <a:off x="74168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9" name="Line 111"/>
          <p:cNvSpPr>
            <a:spLocks noChangeShapeType="1"/>
          </p:cNvSpPr>
          <p:nvPr userDrawn="1"/>
        </p:nvSpPr>
        <p:spPr bwMode="gray">
          <a:xfrm>
            <a:off x="102616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70" name="Line 139"/>
          <p:cNvSpPr>
            <a:spLocks noChangeShapeType="1"/>
          </p:cNvSpPr>
          <p:nvPr userDrawn="1"/>
        </p:nvSpPr>
        <p:spPr bwMode="gray">
          <a:xfrm>
            <a:off x="4375151" y="2074863"/>
            <a:ext cx="0" cy="14144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71" name="AutoShape 3"/>
          <p:cNvSpPr>
            <a:spLocks noChangeArrowheads="1"/>
          </p:cNvSpPr>
          <p:nvPr userDrawn="1"/>
        </p:nvSpPr>
        <p:spPr bwMode="gray">
          <a:xfrm>
            <a:off x="603251" y="3413125"/>
            <a:ext cx="10985500" cy="311150"/>
          </a:xfrm>
          <a:prstGeom prst="rightArrow">
            <a:avLst>
              <a:gd name="adj1" fmla="val 52037"/>
              <a:gd name="adj2" fmla="val 96479"/>
            </a:avLst>
          </a:prstGeom>
          <a:solidFill>
            <a:srgbClr val="808080"/>
          </a:solidFill>
          <a:ln>
            <a:noFill/>
          </a:ln>
          <a:extLst>
            <a:ext uri="{91240B29-F687-4F45-9708-019B960494DF}">
              <a14:hiddenLine xmlns:a14="http://schemas.microsoft.com/office/drawing/2010/main" w="12700">
                <a:solidFill>
                  <a:srgbClr val="000000"/>
                </a:solidFill>
                <a:miter lim="800000"/>
                <a:headEnd type="none" w="sm" len="sm"/>
                <a:tailEnd type="none" w="med" len="lg"/>
              </a14:hiddenLine>
            </a:ext>
          </a:extLst>
        </p:spPr>
        <p:txBody>
          <a:bodyPr wrap="none" tIns="91440" bIns="91440" anchor="ctr"/>
          <a:lstStyle>
            <a:lvl1pPr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1pPr>
            <a:lvl2pPr marL="742950" indent="-28575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2pPr>
            <a:lvl3pPr marL="11430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3pPr>
            <a:lvl4pPr marL="16002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4pPr>
            <a:lvl5pPr marL="20574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9pPr>
          </a:lstStyle>
          <a:p>
            <a:pPr eaLnBrk="1" hangingPunct="1"/>
            <a:endParaRPr lang="nl-NL" altLang="en-US" sz="1000" b="1">
              <a:solidFill>
                <a:srgbClr val="4D4D4D"/>
              </a:solidFill>
              <a:latin typeface="Arial" charset="0"/>
            </a:endParaRPr>
          </a:p>
        </p:txBody>
      </p:sp>
      <p:grpSp>
        <p:nvGrpSpPr>
          <p:cNvPr id="72" name="Group 123"/>
          <p:cNvGrpSpPr>
            <a:grpSpLocks/>
          </p:cNvGrpSpPr>
          <p:nvPr userDrawn="1"/>
        </p:nvGrpSpPr>
        <p:grpSpPr bwMode="auto">
          <a:xfrm>
            <a:off x="814918" y="3460751"/>
            <a:ext cx="10358967" cy="182563"/>
            <a:chOff x="289" y="2191"/>
            <a:chExt cx="4894" cy="115"/>
          </a:xfrm>
        </p:grpSpPr>
        <p:grpSp>
          <p:nvGrpSpPr>
            <p:cNvPr id="73" name="Group 44"/>
            <p:cNvGrpSpPr>
              <a:grpSpLocks/>
            </p:cNvGrpSpPr>
            <p:nvPr/>
          </p:nvGrpSpPr>
          <p:grpSpPr bwMode="auto">
            <a:xfrm>
              <a:off x="289" y="2191"/>
              <a:ext cx="1470" cy="115"/>
              <a:chOff x="696" y="2508"/>
              <a:chExt cx="1470" cy="168"/>
            </a:xfrm>
          </p:grpSpPr>
          <p:sp>
            <p:nvSpPr>
              <p:cNvPr id="107"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8"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9"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0"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1"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2"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3"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4"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5"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6"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7"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8"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9"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74" name="Group 58"/>
            <p:cNvGrpSpPr>
              <a:grpSpLocks/>
            </p:cNvGrpSpPr>
            <p:nvPr/>
          </p:nvGrpSpPr>
          <p:grpSpPr bwMode="auto">
            <a:xfrm>
              <a:off x="1758" y="2191"/>
              <a:ext cx="1470" cy="115"/>
              <a:chOff x="696" y="2508"/>
              <a:chExt cx="1470" cy="168"/>
            </a:xfrm>
          </p:grpSpPr>
          <p:sp>
            <p:nvSpPr>
              <p:cNvPr id="94"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5"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6"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7"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8"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9"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0"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1"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2"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3"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4"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5"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6"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75" name="Group 72"/>
            <p:cNvGrpSpPr>
              <a:grpSpLocks/>
            </p:cNvGrpSpPr>
            <p:nvPr/>
          </p:nvGrpSpPr>
          <p:grpSpPr bwMode="auto">
            <a:xfrm>
              <a:off x="3227" y="2191"/>
              <a:ext cx="1470" cy="115"/>
              <a:chOff x="696" y="2508"/>
              <a:chExt cx="1470" cy="168"/>
            </a:xfrm>
          </p:grpSpPr>
          <p:sp>
            <p:nvSpPr>
              <p:cNvPr id="81"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2"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3"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4"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5"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6"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7"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8"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9"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0"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1"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2"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3"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76"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7"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8"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9"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0"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248" name="Text Placeholder 246"/>
          <p:cNvSpPr>
            <a:spLocks noGrp="1"/>
          </p:cNvSpPr>
          <p:nvPr>
            <p:ph type="body" sz="quarter" idx="11"/>
          </p:nvPr>
        </p:nvSpPr>
        <p:spPr>
          <a:xfrm>
            <a:off x="3381155" y="12954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3" name="Text Placeholder 142"/>
          <p:cNvSpPr>
            <a:spLocks noGrp="1"/>
          </p:cNvSpPr>
          <p:nvPr>
            <p:ph type="body" sz="quarter" idx="19"/>
          </p:nvPr>
        </p:nvSpPr>
        <p:spPr>
          <a:xfrm>
            <a:off x="142240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4" name="Text Placeholder 142"/>
          <p:cNvSpPr>
            <a:spLocks noGrp="1"/>
          </p:cNvSpPr>
          <p:nvPr>
            <p:ph type="body" sz="quarter" idx="20"/>
          </p:nvPr>
        </p:nvSpPr>
        <p:spPr>
          <a:xfrm>
            <a:off x="477520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6" name="Text Placeholder 142"/>
          <p:cNvSpPr>
            <a:spLocks noGrp="1"/>
          </p:cNvSpPr>
          <p:nvPr>
            <p:ph type="body" sz="quarter" idx="21"/>
          </p:nvPr>
        </p:nvSpPr>
        <p:spPr>
          <a:xfrm>
            <a:off x="707136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7" name="Text Placeholder 142"/>
          <p:cNvSpPr>
            <a:spLocks noGrp="1"/>
          </p:cNvSpPr>
          <p:nvPr>
            <p:ph type="body" sz="quarter" idx="22"/>
          </p:nvPr>
        </p:nvSpPr>
        <p:spPr>
          <a:xfrm>
            <a:off x="963168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2" name="Text Placeholder 246"/>
          <p:cNvSpPr>
            <a:spLocks noGrp="1"/>
          </p:cNvSpPr>
          <p:nvPr>
            <p:ph type="body" sz="quarter" idx="23"/>
          </p:nvPr>
        </p:nvSpPr>
        <p:spPr>
          <a:xfrm>
            <a:off x="12192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8" name="Text Placeholder 246"/>
          <p:cNvSpPr>
            <a:spLocks noGrp="1"/>
          </p:cNvSpPr>
          <p:nvPr>
            <p:ph type="body" sz="quarter" idx="24"/>
          </p:nvPr>
        </p:nvSpPr>
        <p:spPr>
          <a:xfrm>
            <a:off x="92456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9" name="Text Placeholder 246"/>
          <p:cNvSpPr>
            <a:spLocks noGrp="1"/>
          </p:cNvSpPr>
          <p:nvPr>
            <p:ph type="body" sz="quarter" idx="25"/>
          </p:nvPr>
        </p:nvSpPr>
        <p:spPr>
          <a:xfrm>
            <a:off x="20320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0" name="Text Placeholder 246"/>
          <p:cNvSpPr>
            <a:spLocks noGrp="1"/>
          </p:cNvSpPr>
          <p:nvPr>
            <p:ph type="body" sz="quarter" idx="26"/>
          </p:nvPr>
        </p:nvSpPr>
        <p:spPr>
          <a:xfrm>
            <a:off x="64008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1" name="Text Placeholder 246"/>
          <p:cNvSpPr>
            <a:spLocks noGrp="1"/>
          </p:cNvSpPr>
          <p:nvPr>
            <p:ph type="body" sz="quarter" idx="27"/>
          </p:nvPr>
        </p:nvSpPr>
        <p:spPr>
          <a:xfrm>
            <a:off x="3556000" y="5181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2" name="Text Placeholder 246"/>
          <p:cNvSpPr>
            <a:spLocks noGrp="1"/>
          </p:cNvSpPr>
          <p:nvPr>
            <p:ph type="body" sz="quarter" idx="28"/>
          </p:nvPr>
        </p:nvSpPr>
        <p:spPr>
          <a:xfrm>
            <a:off x="79883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3" name="Text Placeholder 246"/>
          <p:cNvSpPr>
            <a:spLocks noGrp="1"/>
          </p:cNvSpPr>
          <p:nvPr>
            <p:ph type="body" sz="quarter" idx="29"/>
          </p:nvPr>
        </p:nvSpPr>
        <p:spPr>
          <a:xfrm>
            <a:off x="48768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20" name="Slide Number Placeholder 9"/>
          <p:cNvSpPr>
            <a:spLocks noGrp="1"/>
          </p:cNvSpPr>
          <p:nvPr>
            <p:ph type="sldNum" sz="quarter" idx="30"/>
          </p:nvPr>
        </p:nvSpPr>
        <p:spPr/>
        <p:txBody>
          <a:bodyPr/>
          <a:lstStyle>
            <a:lvl1pPr>
              <a:defRPr/>
            </a:lvl1pPr>
          </a:lstStyle>
          <a:p>
            <a:fld id="{132B4441-E44F-854A-A9C3-46F08E0FCFC7}" type="slidenum">
              <a:rPr lang="en-US" altLang="en-US"/>
              <a:pPr/>
              <a:t>‹#›</a:t>
            </a:fld>
            <a:endParaRPr lang="en-US" altLang="en-US"/>
          </a:p>
        </p:txBody>
      </p:sp>
      <p:sp>
        <p:nvSpPr>
          <p:cNvPr id="121" name="Footer Placeholder 133"/>
          <p:cNvSpPr>
            <a:spLocks noGrp="1"/>
          </p:cNvSpPr>
          <p:nvPr>
            <p:ph type="ftr" sz="quarter" idx="31"/>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13170367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 TOC">
    <p:spTree>
      <p:nvGrpSpPr>
        <p:cNvPr id="1" name=""/>
        <p:cNvGrpSpPr/>
        <p:nvPr/>
      </p:nvGrpSpPr>
      <p:grpSpPr>
        <a:xfrm>
          <a:off x="0" y="0"/>
          <a:ext cx="0" cy="0"/>
          <a:chOff x="0" y="0"/>
          <a:chExt cx="0" cy="0"/>
        </a:xfrm>
      </p:grpSpPr>
      <p:sp>
        <p:nvSpPr>
          <p:cNvPr id="28" name="Text Placeholder 27"/>
          <p:cNvSpPr>
            <a:spLocks noGrp="1"/>
          </p:cNvSpPr>
          <p:nvPr>
            <p:ph type="body" sz="quarter" idx="21"/>
          </p:nvPr>
        </p:nvSpPr>
        <p:spPr>
          <a:xfrm>
            <a:off x="1219201" y="1295400"/>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0" name="Text Placeholder 27"/>
          <p:cNvSpPr>
            <a:spLocks noGrp="1"/>
          </p:cNvSpPr>
          <p:nvPr>
            <p:ph type="body" sz="quarter" idx="22"/>
          </p:nvPr>
        </p:nvSpPr>
        <p:spPr>
          <a:xfrm>
            <a:off x="1219201" y="1800013"/>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1" name="Text Placeholder 27"/>
          <p:cNvSpPr>
            <a:spLocks noGrp="1"/>
          </p:cNvSpPr>
          <p:nvPr>
            <p:ph type="body" sz="quarter" idx="23"/>
          </p:nvPr>
        </p:nvSpPr>
        <p:spPr>
          <a:xfrm>
            <a:off x="1219201" y="2304626"/>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2" name="Text Placeholder 27"/>
          <p:cNvSpPr>
            <a:spLocks noGrp="1"/>
          </p:cNvSpPr>
          <p:nvPr>
            <p:ph type="body" sz="quarter" idx="24"/>
          </p:nvPr>
        </p:nvSpPr>
        <p:spPr>
          <a:xfrm>
            <a:off x="1219201" y="2809239"/>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3" name="Text Placeholder 27"/>
          <p:cNvSpPr>
            <a:spLocks noGrp="1"/>
          </p:cNvSpPr>
          <p:nvPr>
            <p:ph type="body" sz="quarter" idx="25"/>
          </p:nvPr>
        </p:nvSpPr>
        <p:spPr>
          <a:xfrm>
            <a:off x="1219201" y="3313852"/>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4" name="Text Placeholder 27"/>
          <p:cNvSpPr>
            <a:spLocks noGrp="1"/>
          </p:cNvSpPr>
          <p:nvPr>
            <p:ph type="body" sz="quarter" idx="26"/>
          </p:nvPr>
        </p:nvSpPr>
        <p:spPr>
          <a:xfrm>
            <a:off x="1219201" y="3818465"/>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5" name="Text Placeholder 27"/>
          <p:cNvSpPr>
            <a:spLocks noGrp="1"/>
          </p:cNvSpPr>
          <p:nvPr>
            <p:ph type="body" sz="quarter" idx="27"/>
          </p:nvPr>
        </p:nvSpPr>
        <p:spPr>
          <a:xfrm>
            <a:off x="1219201" y="4323078"/>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6" name="Text Placeholder 27"/>
          <p:cNvSpPr>
            <a:spLocks noGrp="1"/>
          </p:cNvSpPr>
          <p:nvPr>
            <p:ph type="body" sz="quarter" idx="28"/>
          </p:nvPr>
        </p:nvSpPr>
        <p:spPr>
          <a:xfrm>
            <a:off x="1219201" y="4827691"/>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23" name="Text Placeholder 22"/>
          <p:cNvSpPr>
            <a:spLocks noGrp="1"/>
          </p:cNvSpPr>
          <p:nvPr>
            <p:ph type="body" sz="quarter" idx="29"/>
          </p:nvPr>
        </p:nvSpPr>
        <p:spPr>
          <a:xfrm>
            <a:off x="609600" y="1295400"/>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4" name="Text Placeholder 22"/>
          <p:cNvSpPr>
            <a:spLocks noGrp="1"/>
          </p:cNvSpPr>
          <p:nvPr>
            <p:ph type="body" sz="quarter" idx="30"/>
          </p:nvPr>
        </p:nvSpPr>
        <p:spPr>
          <a:xfrm>
            <a:off x="609600" y="1800013"/>
            <a:ext cx="609600" cy="411480"/>
          </a:xfrm>
          <a:prstGeom prst="rect">
            <a:avLst/>
          </a:prstGeom>
          <a:solidFill>
            <a:srgbClr val="B01C2E"/>
          </a:solidFill>
          <a:ln>
            <a:solidFill>
              <a:srgbClr val="999999"/>
            </a:solidFill>
          </a:ln>
        </p:spPr>
        <p:txBody>
          <a:bodyPr anchor="ct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400" b="1">
                <a:solidFill>
                  <a:srgbClr val="FFFFFF"/>
                </a:solidFill>
              </a:defRPr>
            </a:lvl1pPr>
          </a:lstStyle>
          <a:p>
            <a:pPr lvl="0"/>
            <a:r>
              <a:rPr lang="en-US"/>
              <a:t>Click to edit Master text styles</a:t>
            </a:r>
          </a:p>
        </p:txBody>
      </p:sp>
      <p:sp>
        <p:nvSpPr>
          <p:cNvPr id="27" name="Text Placeholder 22"/>
          <p:cNvSpPr>
            <a:spLocks noGrp="1"/>
          </p:cNvSpPr>
          <p:nvPr>
            <p:ph type="body" sz="quarter" idx="31"/>
          </p:nvPr>
        </p:nvSpPr>
        <p:spPr>
          <a:xfrm>
            <a:off x="609600" y="2304626"/>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9" name="Text Placeholder 22"/>
          <p:cNvSpPr>
            <a:spLocks noGrp="1"/>
          </p:cNvSpPr>
          <p:nvPr>
            <p:ph type="body" sz="quarter" idx="32"/>
          </p:nvPr>
        </p:nvSpPr>
        <p:spPr>
          <a:xfrm>
            <a:off x="609600" y="2809239"/>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7" name="Text Placeholder 22"/>
          <p:cNvSpPr>
            <a:spLocks noGrp="1"/>
          </p:cNvSpPr>
          <p:nvPr>
            <p:ph type="body" sz="quarter" idx="33"/>
          </p:nvPr>
        </p:nvSpPr>
        <p:spPr>
          <a:xfrm>
            <a:off x="609600" y="3313852"/>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8" name="Text Placeholder 22"/>
          <p:cNvSpPr>
            <a:spLocks noGrp="1"/>
          </p:cNvSpPr>
          <p:nvPr>
            <p:ph type="body" sz="quarter" idx="34"/>
          </p:nvPr>
        </p:nvSpPr>
        <p:spPr>
          <a:xfrm>
            <a:off x="609600" y="3818465"/>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9" name="Text Placeholder 22"/>
          <p:cNvSpPr>
            <a:spLocks noGrp="1"/>
          </p:cNvSpPr>
          <p:nvPr>
            <p:ph type="body" sz="quarter" idx="35"/>
          </p:nvPr>
        </p:nvSpPr>
        <p:spPr>
          <a:xfrm>
            <a:off x="609600" y="4323078"/>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40" name="Text Placeholder 22"/>
          <p:cNvSpPr>
            <a:spLocks noGrp="1"/>
          </p:cNvSpPr>
          <p:nvPr>
            <p:ph type="body" sz="quarter" idx="36"/>
          </p:nvPr>
        </p:nvSpPr>
        <p:spPr>
          <a:xfrm>
            <a:off x="609600" y="4827691"/>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2" name="Text Placeholder 22"/>
          <p:cNvSpPr>
            <a:spLocks noGrp="1"/>
          </p:cNvSpPr>
          <p:nvPr>
            <p:ph type="body" sz="quarter" idx="37"/>
          </p:nvPr>
        </p:nvSpPr>
        <p:spPr>
          <a:xfrm>
            <a:off x="10972800" y="1295400"/>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25" name="Text Placeholder 22"/>
          <p:cNvSpPr>
            <a:spLocks noGrp="1"/>
          </p:cNvSpPr>
          <p:nvPr>
            <p:ph type="body" sz="quarter" idx="38"/>
          </p:nvPr>
        </p:nvSpPr>
        <p:spPr>
          <a:xfrm>
            <a:off x="10972800" y="1800013"/>
            <a:ext cx="609600" cy="411480"/>
          </a:xfrm>
          <a:prstGeom prst="rect">
            <a:avLst/>
          </a:prstGeom>
          <a:noFill/>
          <a:ln>
            <a:solidFill>
              <a:srgbClr val="C0C0C0"/>
            </a:solidFill>
          </a:ln>
        </p:spPr>
        <p:txBody>
          <a:bodyPr anchor="ct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200" b="1">
                <a:solidFill>
                  <a:schemeClr val="tx1"/>
                </a:solidFill>
              </a:defRPr>
            </a:lvl1pPr>
          </a:lstStyle>
          <a:p>
            <a:pPr lvl="0"/>
            <a:r>
              <a:rPr lang="en-US"/>
              <a:t>Click to edit Master text styles</a:t>
            </a:r>
          </a:p>
        </p:txBody>
      </p:sp>
      <p:sp>
        <p:nvSpPr>
          <p:cNvPr id="26" name="Text Placeholder 22"/>
          <p:cNvSpPr>
            <a:spLocks noGrp="1"/>
          </p:cNvSpPr>
          <p:nvPr>
            <p:ph type="body" sz="quarter" idx="39"/>
          </p:nvPr>
        </p:nvSpPr>
        <p:spPr>
          <a:xfrm>
            <a:off x="10972800" y="2304626"/>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1" name="Text Placeholder 22"/>
          <p:cNvSpPr>
            <a:spLocks noGrp="1"/>
          </p:cNvSpPr>
          <p:nvPr>
            <p:ph type="body" sz="quarter" idx="40"/>
          </p:nvPr>
        </p:nvSpPr>
        <p:spPr>
          <a:xfrm>
            <a:off x="10972800" y="2809239"/>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2" name="Text Placeholder 22"/>
          <p:cNvSpPr>
            <a:spLocks noGrp="1"/>
          </p:cNvSpPr>
          <p:nvPr>
            <p:ph type="body" sz="quarter" idx="41"/>
          </p:nvPr>
        </p:nvSpPr>
        <p:spPr>
          <a:xfrm>
            <a:off x="10972800" y="3313852"/>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3" name="Text Placeholder 22"/>
          <p:cNvSpPr>
            <a:spLocks noGrp="1"/>
          </p:cNvSpPr>
          <p:nvPr>
            <p:ph type="body" sz="quarter" idx="42"/>
          </p:nvPr>
        </p:nvSpPr>
        <p:spPr>
          <a:xfrm>
            <a:off x="10972800" y="3818465"/>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4" name="Text Placeholder 22"/>
          <p:cNvSpPr>
            <a:spLocks noGrp="1"/>
          </p:cNvSpPr>
          <p:nvPr>
            <p:ph type="body" sz="quarter" idx="43"/>
          </p:nvPr>
        </p:nvSpPr>
        <p:spPr>
          <a:xfrm>
            <a:off x="10972800" y="4323078"/>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5" name="Text Placeholder 22"/>
          <p:cNvSpPr>
            <a:spLocks noGrp="1"/>
          </p:cNvSpPr>
          <p:nvPr>
            <p:ph type="body" sz="quarter" idx="44"/>
          </p:nvPr>
        </p:nvSpPr>
        <p:spPr>
          <a:xfrm>
            <a:off x="10972800" y="4827691"/>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6" name="Text Placeholder 27"/>
          <p:cNvSpPr>
            <a:spLocks noGrp="1"/>
          </p:cNvSpPr>
          <p:nvPr>
            <p:ph type="body" sz="quarter" idx="45"/>
          </p:nvPr>
        </p:nvSpPr>
        <p:spPr>
          <a:xfrm>
            <a:off x="1215702" y="5332304"/>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47" name="Text Placeholder 22"/>
          <p:cNvSpPr>
            <a:spLocks noGrp="1"/>
          </p:cNvSpPr>
          <p:nvPr>
            <p:ph type="body" sz="quarter" idx="46"/>
          </p:nvPr>
        </p:nvSpPr>
        <p:spPr>
          <a:xfrm>
            <a:off x="606100" y="5332304"/>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48" name="Text Placeholder 22"/>
          <p:cNvSpPr>
            <a:spLocks noGrp="1"/>
          </p:cNvSpPr>
          <p:nvPr>
            <p:ph type="body" sz="quarter" idx="47"/>
          </p:nvPr>
        </p:nvSpPr>
        <p:spPr>
          <a:xfrm>
            <a:off x="10969300" y="5332304"/>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9" name="Text Placeholder 27"/>
          <p:cNvSpPr>
            <a:spLocks noGrp="1"/>
          </p:cNvSpPr>
          <p:nvPr>
            <p:ph type="body" sz="quarter" idx="48"/>
          </p:nvPr>
        </p:nvSpPr>
        <p:spPr>
          <a:xfrm>
            <a:off x="1215702" y="5836920"/>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50" name="Text Placeholder 22"/>
          <p:cNvSpPr>
            <a:spLocks noGrp="1"/>
          </p:cNvSpPr>
          <p:nvPr>
            <p:ph type="body" sz="quarter" idx="49"/>
          </p:nvPr>
        </p:nvSpPr>
        <p:spPr>
          <a:xfrm>
            <a:off x="606100" y="5836920"/>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51" name="Text Placeholder 22"/>
          <p:cNvSpPr>
            <a:spLocks noGrp="1"/>
          </p:cNvSpPr>
          <p:nvPr>
            <p:ph type="body" sz="quarter" idx="50"/>
          </p:nvPr>
        </p:nvSpPr>
        <p:spPr>
          <a:xfrm>
            <a:off x="10969300" y="5836920"/>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52" name="Slide Number Placeholder 9"/>
          <p:cNvSpPr>
            <a:spLocks noGrp="1"/>
          </p:cNvSpPr>
          <p:nvPr>
            <p:ph type="sldNum" sz="quarter" idx="51"/>
          </p:nvPr>
        </p:nvSpPr>
        <p:spPr/>
        <p:txBody>
          <a:bodyPr/>
          <a:lstStyle>
            <a:lvl1pPr>
              <a:defRPr/>
            </a:lvl1pPr>
          </a:lstStyle>
          <a:p>
            <a:fld id="{4A9EBD57-3091-C548-9F5E-83F63CC3338F}" type="slidenum">
              <a:rPr lang="en-US" altLang="en-US"/>
              <a:pPr/>
              <a:t>‹#›</a:t>
            </a:fld>
            <a:endParaRPr lang="en-US" altLang="en-US"/>
          </a:p>
        </p:txBody>
      </p:sp>
      <p:sp>
        <p:nvSpPr>
          <p:cNvPr id="53" name="Footer Placeholder 12"/>
          <p:cNvSpPr>
            <a:spLocks noGrp="1"/>
          </p:cNvSpPr>
          <p:nvPr>
            <p:ph type="ftr" sz="quarter" idx="52"/>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4455457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Blocks - Major and Sub Points">
    <p:spTree>
      <p:nvGrpSpPr>
        <p:cNvPr id="1" name=""/>
        <p:cNvGrpSpPr/>
        <p:nvPr/>
      </p:nvGrpSpPr>
      <p:grpSpPr>
        <a:xfrm>
          <a:off x="0" y="0"/>
          <a:ext cx="0" cy="0"/>
          <a:chOff x="0" y="0"/>
          <a:chExt cx="0" cy="0"/>
        </a:xfrm>
      </p:grpSpPr>
      <p:sp>
        <p:nvSpPr>
          <p:cNvPr id="16" name="Text Placeholder 15"/>
          <p:cNvSpPr>
            <a:spLocks noGrp="1"/>
          </p:cNvSpPr>
          <p:nvPr>
            <p:ph type="body" sz="quarter" idx="21"/>
          </p:nvPr>
        </p:nvSpPr>
        <p:spPr>
          <a:xfrm>
            <a:off x="609600" y="1335024"/>
            <a:ext cx="1828800" cy="2322576"/>
          </a:xfrm>
          <a:prstGeom prst="rect">
            <a:avLst/>
          </a:prstGeom>
          <a:solidFill>
            <a:srgbClr val="B01C2E"/>
          </a:solidFill>
        </p:spPr>
        <p:txBody>
          <a:bodyPr anchor="ctr"/>
          <a:lstStyle>
            <a:lvl1pPr marL="0" indent="0">
              <a:buNone/>
              <a:defRPr sz="1200" b="1">
                <a:solidFill>
                  <a:schemeClr val="bg1"/>
                </a:solidFill>
              </a:defRPr>
            </a:lvl1pPr>
          </a:lstStyle>
          <a:p>
            <a:pPr lvl="0"/>
            <a:r>
              <a:rPr lang="en-US"/>
              <a:t>Click to edit Master text styles</a:t>
            </a:r>
          </a:p>
        </p:txBody>
      </p:sp>
      <p:sp>
        <p:nvSpPr>
          <p:cNvPr id="17" name="Text Placeholder 15"/>
          <p:cNvSpPr>
            <a:spLocks noGrp="1"/>
          </p:cNvSpPr>
          <p:nvPr>
            <p:ph type="body" sz="quarter" idx="22"/>
          </p:nvPr>
        </p:nvSpPr>
        <p:spPr>
          <a:xfrm>
            <a:off x="609600" y="3744363"/>
            <a:ext cx="1828800" cy="2322576"/>
          </a:xfrm>
          <a:prstGeom prst="rect">
            <a:avLst/>
          </a:prstGeom>
          <a:solidFill>
            <a:srgbClr val="B01C2E"/>
          </a:solidFill>
        </p:spPr>
        <p:txBody>
          <a:bodyPr anchor="ctr"/>
          <a:lstStyle>
            <a:lvl1pPr marL="0" indent="0">
              <a:buNone/>
              <a:defRPr sz="1200" b="1">
                <a:solidFill>
                  <a:schemeClr val="bg1"/>
                </a:solidFill>
              </a:defRPr>
            </a:lvl1pPr>
          </a:lstStyle>
          <a:p>
            <a:pPr lvl="0"/>
            <a:r>
              <a:rPr lang="en-US"/>
              <a:t>Click to edit Master text styles</a:t>
            </a:r>
          </a:p>
        </p:txBody>
      </p:sp>
      <p:sp>
        <p:nvSpPr>
          <p:cNvPr id="18" name="Text Placeholder 15"/>
          <p:cNvSpPr>
            <a:spLocks noGrp="1"/>
          </p:cNvSpPr>
          <p:nvPr>
            <p:ph type="body" sz="quarter" idx="23"/>
          </p:nvPr>
        </p:nvSpPr>
        <p:spPr>
          <a:xfrm>
            <a:off x="2540000" y="1348565"/>
            <a:ext cx="1219200" cy="7772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19" name="Text Placeholder 15"/>
          <p:cNvSpPr>
            <a:spLocks noGrp="1"/>
          </p:cNvSpPr>
          <p:nvPr>
            <p:ph type="body" sz="quarter" idx="24"/>
          </p:nvPr>
        </p:nvSpPr>
        <p:spPr>
          <a:xfrm>
            <a:off x="2540000" y="3763963"/>
            <a:ext cx="1219200" cy="7772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20" name="Text Placeholder 15"/>
          <p:cNvSpPr>
            <a:spLocks noGrp="1"/>
          </p:cNvSpPr>
          <p:nvPr>
            <p:ph type="body" sz="quarter" idx="25"/>
          </p:nvPr>
        </p:nvSpPr>
        <p:spPr>
          <a:xfrm>
            <a:off x="2540000" y="2199167"/>
            <a:ext cx="1219200" cy="14630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21" name="Text Placeholder 15"/>
          <p:cNvSpPr>
            <a:spLocks noGrp="1"/>
          </p:cNvSpPr>
          <p:nvPr>
            <p:ph type="body" sz="quarter" idx="26"/>
          </p:nvPr>
        </p:nvSpPr>
        <p:spPr>
          <a:xfrm>
            <a:off x="2540000" y="4619625"/>
            <a:ext cx="1219200" cy="14630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3759200" y="1348565"/>
            <a:ext cx="7827264" cy="7772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2" name="Text Placeholder 5"/>
          <p:cNvSpPr>
            <a:spLocks noGrp="1"/>
          </p:cNvSpPr>
          <p:nvPr>
            <p:ph type="body" sz="quarter" idx="32"/>
          </p:nvPr>
        </p:nvSpPr>
        <p:spPr>
          <a:xfrm>
            <a:off x="3759200" y="3763963"/>
            <a:ext cx="7827264" cy="7772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6" name="Text Placeholder 5"/>
          <p:cNvSpPr>
            <a:spLocks noGrp="1"/>
          </p:cNvSpPr>
          <p:nvPr>
            <p:ph type="body" sz="quarter" idx="33"/>
          </p:nvPr>
        </p:nvSpPr>
        <p:spPr>
          <a:xfrm>
            <a:off x="3759200" y="2199167"/>
            <a:ext cx="7827264" cy="14630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8" name="Text Placeholder 5"/>
          <p:cNvSpPr>
            <a:spLocks noGrp="1"/>
          </p:cNvSpPr>
          <p:nvPr>
            <p:ph type="body" sz="quarter" idx="34"/>
          </p:nvPr>
        </p:nvSpPr>
        <p:spPr>
          <a:xfrm>
            <a:off x="3759200" y="4619625"/>
            <a:ext cx="7827264" cy="14630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3" name="Slide Number Placeholder 9"/>
          <p:cNvSpPr>
            <a:spLocks noGrp="1"/>
          </p:cNvSpPr>
          <p:nvPr>
            <p:ph type="sldNum" sz="quarter" idx="35"/>
          </p:nvPr>
        </p:nvSpPr>
        <p:spPr/>
        <p:txBody>
          <a:bodyPr/>
          <a:lstStyle>
            <a:lvl1pPr>
              <a:defRPr/>
            </a:lvl1pPr>
          </a:lstStyle>
          <a:p>
            <a:fld id="{1622A13A-1CFD-CA4E-A8DD-C641C07281EA}" type="slidenum">
              <a:rPr lang="en-US" altLang="en-US"/>
              <a:pPr/>
              <a:t>‹#›</a:t>
            </a:fld>
            <a:endParaRPr lang="en-US" altLang="en-US"/>
          </a:p>
        </p:txBody>
      </p:sp>
      <p:sp>
        <p:nvSpPr>
          <p:cNvPr id="23" name="Footer Placeholder 12"/>
          <p:cNvSpPr>
            <a:spLocks noGrp="1"/>
          </p:cNvSpPr>
          <p:nvPr>
            <p:ph type="ftr" sz="quarter" idx="36"/>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17444763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sequences Vertical 2">
    <p:spTree>
      <p:nvGrpSpPr>
        <p:cNvPr id="1" name=""/>
        <p:cNvGrpSpPr/>
        <p:nvPr/>
      </p:nvGrpSpPr>
      <p:grpSpPr>
        <a:xfrm>
          <a:off x="0" y="0"/>
          <a:ext cx="0" cy="0"/>
          <a:chOff x="0" y="0"/>
          <a:chExt cx="0" cy="0"/>
        </a:xfrm>
      </p:grpSpPr>
      <p:sp>
        <p:nvSpPr>
          <p:cNvPr id="7" name="Freeform 4"/>
          <p:cNvSpPr>
            <a:spLocks/>
          </p:cNvSpPr>
          <p:nvPr userDrawn="1"/>
        </p:nvSpPr>
        <p:spPr bwMode="auto">
          <a:xfrm>
            <a:off x="6195484"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82880" tIns="365760" rIns="182880" bIns="182880"/>
          <a:lstStyle/>
          <a:p>
            <a:endParaRPr lang="en-US" sz="1800"/>
          </a:p>
        </p:txBody>
      </p:sp>
      <p:sp>
        <p:nvSpPr>
          <p:cNvPr id="8" name="Freeform 4"/>
          <p:cNvSpPr>
            <a:spLocks/>
          </p:cNvSpPr>
          <p:nvPr userDrawn="1"/>
        </p:nvSpPr>
        <p:spPr bwMode="auto">
          <a:xfrm>
            <a:off x="1003300"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82880" tIns="365760" rIns="182880" bIns="182880"/>
          <a:lstStyle/>
          <a:p>
            <a:endParaRPr lang="en-US" sz="1800"/>
          </a:p>
        </p:txBody>
      </p:sp>
      <p:sp>
        <p:nvSpPr>
          <p:cNvPr id="9" name="Text Placeholder 8"/>
          <p:cNvSpPr>
            <a:spLocks noGrp="1"/>
          </p:cNvSpPr>
          <p:nvPr>
            <p:ph type="body" sz="quarter" idx="21"/>
          </p:nvPr>
        </p:nvSpPr>
        <p:spPr>
          <a:xfrm rot="5400000">
            <a:off x="3122762" y="-699446"/>
            <a:ext cx="636898" cy="4876800"/>
          </a:xfrm>
          <a:prstGeom prst="homePlate">
            <a:avLst>
              <a:gd name="adj" fmla="val 35000"/>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2" name="Text Placeholder 8"/>
          <p:cNvSpPr>
            <a:spLocks noGrp="1"/>
          </p:cNvSpPr>
          <p:nvPr>
            <p:ph type="body" sz="quarter" idx="25"/>
          </p:nvPr>
        </p:nvSpPr>
        <p:spPr>
          <a:xfrm rot="5400000">
            <a:off x="8315844" y="-699446"/>
            <a:ext cx="636898" cy="4876800"/>
          </a:xfrm>
          <a:prstGeom prst="homePlate">
            <a:avLst>
              <a:gd name="adj" fmla="val 35000"/>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Text Placeholder 5"/>
          <p:cNvSpPr>
            <a:spLocks noGrp="1"/>
          </p:cNvSpPr>
          <p:nvPr>
            <p:ph type="body" sz="quarter" idx="31"/>
          </p:nvPr>
        </p:nvSpPr>
        <p:spPr>
          <a:xfrm>
            <a:off x="1002811" y="2282953"/>
            <a:ext cx="4876800" cy="3813048"/>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5" name="Text Placeholder 5"/>
          <p:cNvSpPr>
            <a:spLocks noGrp="1"/>
          </p:cNvSpPr>
          <p:nvPr>
            <p:ph type="body" sz="quarter" idx="32"/>
          </p:nvPr>
        </p:nvSpPr>
        <p:spPr>
          <a:xfrm>
            <a:off x="6195893" y="2282953"/>
            <a:ext cx="4876800" cy="3813048"/>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vl6pPr marL="1143000">
              <a:buClr>
                <a:srgbClr val="B01C2E"/>
              </a:buClr>
              <a:buFont typeface="Arial" pitchFamily="34" charset="0"/>
              <a:buChar char="–"/>
              <a:defRPr sz="1200"/>
            </a:lvl6pPr>
          </a:lstStyle>
          <a:p>
            <a:pPr lvl="0"/>
            <a:r>
              <a:rPr lang="en-US"/>
              <a:t>Click to edit Master text styles</a:t>
            </a:r>
          </a:p>
        </p:txBody>
      </p:sp>
      <p:sp>
        <p:nvSpPr>
          <p:cNvPr id="11" name="Slide Number Placeholder 9"/>
          <p:cNvSpPr>
            <a:spLocks noGrp="1"/>
          </p:cNvSpPr>
          <p:nvPr>
            <p:ph type="sldNum" sz="quarter" idx="33"/>
          </p:nvPr>
        </p:nvSpPr>
        <p:spPr/>
        <p:txBody>
          <a:bodyPr/>
          <a:lstStyle>
            <a:lvl1pPr>
              <a:defRPr/>
            </a:lvl1pPr>
          </a:lstStyle>
          <a:p>
            <a:fld id="{9B3A2EF8-18A0-3548-8284-3CDE95E84B95}" type="slidenum">
              <a:rPr lang="en-US" altLang="en-US"/>
              <a:pPr/>
              <a:t>‹#›</a:t>
            </a:fld>
            <a:endParaRPr lang="en-US" altLang="en-US"/>
          </a:p>
        </p:txBody>
      </p:sp>
      <p:sp>
        <p:nvSpPr>
          <p:cNvPr id="14" name="Footer Placeholder 10"/>
          <p:cNvSpPr>
            <a:spLocks noGrp="1"/>
          </p:cNvSpPr>
          <p:nvPr>
            <p:ph type="ftr" sz="quarter" idx="34"/>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3240263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sequences Vertical 4">
    <p:spTree>
      <p:nvGrpSpPr>
        <p:cNvPr id="1" name=""/>
        <p:cNvGrpSpPr/>
        <p:nvPr/>
      </p:nvGrpSpPr>
      <p:grpSpPr>
        <a:xfrm>
          <a:off x="0" y="0"/>
          <a:ext cx="0" cy="0"/>
          <a:chOff x="0" y="0"/>
          <a:chExt cx="0" cy="0"/>
        </a:xfrm>
      </p:grpSpPr>
      <p:sp>
        <p:nvSpPr>
          <p:cNvPr id="11" name="Freeform 4"/>
          <p:cNvSpPr>
            <a:spLocks/>
          </p:cNvSpPr>
          <p:nvPr userDrawn="1"/>
        </p:nvSpPr>
        <p:spPr bwMode="auto">
          <a:xfrm>
            <a:off x="588434"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2" name="Freeform 4"/>
          <p:cNvSpPr>
            <a:spLocks/>
          </p:cNvSpPr>
          <p:nvPr userDrawn="1"/>
        </p:nvSpPr>
        <p:spPr bwMode="auto">
          <a:xfrm>
            <a:off x="3403600" y="1911351"/>
            <a:ext cx="2559051"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3" name="Freeform 4"/>
          <p:cNvSpPr>
            <a:spLocks/>
          </p:cNvSpPr>
          <p:nvPr userDrawn="1"/>
        </p:nvSpPr>
        <p:spPr bwMode="auto">
          <a:xfrm>
            <a:off x="6197601"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4" name="Freeform 4"/>
          <p:cNvSpPr>
            <a:spLocks/>
          </p:cNvSpPr>
          <p:nvPr userDrawn="1"/>
        </p:nvSpPr>
        <p:spPr bwMode="auto">
          <a:xfrm>
            <a:off x="9027585"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7" name="Text Placeholder 8"/>
          <p:cNvSpPr>
            <a:spLocks noGrp="1"/>
          </p:cNvSpPr>
          <p:nvPr>
            <p:ph type="body" sz="quarter" idx="21"/>
          </p:nvPr>
        </p:nvSpPr>
        <p:spPr>
          <a:xfrm rot="5400000">
            <a:off x="1563115"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2" name="Text Placeholder 8"/>
          <p:cNvSpPr>
            <a:spLocks noGrp="1"/>
          </p:cNvSpPr>
          <p:nvPr>
            <p:ph type="body" sz="quarter" idx="27"/>
          </p:nvPr>
        </p:nvSpPr>
        <p:spPr>
          <a:xfrm rot="5400000">
            <a:off x="4377013"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3" name="Text Placeholder 8"/>
          <p:cNvSpPr>
            <a:spLocks noGrp="1"/>
          </p:cNvSpPr>
          <p:nvPr>
            <p:ph type="body" sz="quarter" idx="28"/>
          </p:nvPr>
        </p:nvSpPr>
        <p:spPr>
          <a:xfrm rot="5400000">
            <a:off x="7171436"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4" name="Text Placeholder 8"/>
          <p:cNvSpPr>
            <a:spLocks noGrp="1"/>
          </p:cNvSpPr>
          <p:nvPr>
            <p:ph type="body" sz="quarter" idx="29"/>
          </p:nvPr>
        </p:nvSpPr>
        <p:spPr>
          <a:xfrm rot="5400000">
            <a:off x="10002267"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89279"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2"/>
          </p:nvPr>
        </p:nvSpPr>
        <p:spPr>
          <a:xfrm>
            <a:off x="3403177"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20" name="Text Placeholder 5"/>
          <p:cNvSpPr>
            <a:spLocks noGrp="1"/>
          </p:cNvSpPr>
          <p:nvPr>
            <p:ph type="body" sz="quarter" idx="33"/>
          </p:nvPr>
        </p:nvSpPr>
        <p:spPr>
          <a:xfrm>
            <a:off x="6197600"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25" name="Text Placeholder 5"/>
          <p:cNvSpPr>
            <a:spLocks noGrp="1"/>
          </p:cNvSpPr>
          <p:nvPr>
            <p:ph type="body" sz="quarter" idx="34"/>
          </p:nvPr>
        </p:nvSpPr>
        <p:spPr>
          <a:xfrm>
            <a:off x="9028431"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5" name="Slide Number Placeholder 9"/>
          <p:cNvSpPr>
            <a:spLocks noGrp="1"/>
          </p:cNvSpPr>
          <p:nvPr>
            <p:ph type="sldNum" sz="quarter" idx="35"/>
          </p:nvPr>
        </p:nvSpPr>
        <p:spPr/>
        <p:txBody>
          <a:bodyPr/>
          <a:lstStyle>
            <a:lvl1pPr>
              <a:defRPr/>
            </a:lvl1pPr>
          </a:lstStyle>
          <a:p>
            <a:fld id="{6D75ED15-758A-614E-A17B-56CD5E692F69}" type="slidenum">
              <a:rPr lang="en-US" altLang="en-US"/>
              <a:pPr/>
              <a:t>‹#›</a:t>
            </a:fld>
            <a:endParaRPr lang="en-US" altLang="en-US"/>
          </a:p>
        </p:txBody>
      </p:sp>
      <p:sp>
        <p:nvSpPr>
          <p:cNvPr id="21" name="Footer Placeholder 20"/>
          <p:cNvSpPr>
            <a:spLocks noGrp="1"/>
          </p:cNvSpPr>
          <p:nvPr>
            <p:ph type="ftr" sz="quarter" idx="36"/>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2525267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ject">
    <p:spTree>
      <p:nvGrpSpPr>
        <p:cNvPr id="1" name=""/>
        <p:cNvGrpSpPr/>
        <p:nvPr/>
      </p:nvGrpSpPr>
      <p:grpSpPr>
        <a:xfrm>
          <a:off x="0" y="0"/>
          <a:ext cx="0" cy="0"/>
          <a:chOff x="0" y="0"/>
          <a:chExt cx="0" cy="0"/>
        </a:xfrm>
      </p:grpSpPr>
      <p:sp>
        <p:nvSpPr>
          <p:cNvPr id="20" name="Text Placeholder 12"/>
          <p:cNvSpPr>
            <a:spLocks noGrp="1"/>
          </p:cNvSpPr>
          <p:nvPr>
            <p:ph type="body" sz="quarter" idx="12"/>
          </p:nvPr>
        </p:nvSpPr>
        <p:spPr>
          <a:xfrm>
            <a:off x="451104" y="1450181"/>
            <a:ext cx="3462528"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l">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11" name="Text Placeholder 13"/>
          <p:cNvSpPr>
            <a:spLocks noGrp="1"/>
          </p:cNvSpPr>
          <p:nvPr>
            <p:ph type="body" sz="quarter" idx="17"/>
          </p:nvPr>
        </p:nvSpPr>
        <p:spPr>
          <a:xfrm>
            <a:off x="4364739" y="1447805"/>
            <a:ext cx="3534833" cy="461963"/>
          </a:xfrm>
          <a:prstGeom prst="chevron">
            <a:avLst>
              <a:gd name="adj" fmla="val 34831"/>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2" name="Text Placeholder 13"/>
          <p:cNvSpPr>
            <a:spLocks noGrp="1"/>
          </p:cNvSpPr>
          <p:nvPr>
            <p:ph type="body" sz="quarter" idx="29"/>
          </p:nvPr>
        </p:nvSpPr>
        <p:spPr>
          <a:xfrm>
            <a:off x="8278372" y="1447805"/>
            <a:ext cx="3534833" cy="461963"/>
          </a:xfrm>
          <a:prstGeom prst="chevron">
            <a:avLst>
              <a:gd name="adj" fmla="val 34831"/>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Text Placeholder 5"/>
          <p:cNvSpPr>
            <a:spLocks noGrp="1"/>
          </p:cNvSpPr>
          <p:nvPr>
            <p:ph type="body" sz="quarter" idx="31"/>
          </p:nvPr>
        </p:nvSpPr>
        <p:spPr>
          <a:xfrm>
            <a:off x="4364736" y="2057400"/>
            <a:ext cx="3364992" cy="3108960"/>
          </a:xfrm>
          <a:prstGeom prst="rect">
            <a:avLst/>
          </a:prstGeom>
          <a:solidFill>
            <a:srgbClr val="FFFFFF"/>
          </a:solidFill>
          <a:ln>
            <a:solidFill>
              <a:srgbClr val="C0C0C0"/>
            </a:solid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8" name="Text Placeholder 5"/>
          <p:cNvSpPr>
            <a:spLocks noGrp="1"/>
          </p:cNvSpPr>
          <p:nvPr>
            <p:ph type="body" sz="quarter" idx="32"/>
          </p:nvPr>
        </p:nvSpPr>
        <p:spPr>
          <a:xfrm>
            <a:off x="8278368" y="2057400"/>
            <a:ext cx="3364992" cy="3108960"/>
          </a:xfrm>
          <a:prstGeom prst="rect">
            <a:avLst/>
          </a:prstGeom>
          <a:solidFill>
            <a:srgbClr val="FFFFFF"/>
          </a:solidFill>
          <a:ln>
            <a:solidFill>
              <a:srgbClr val="C0C0C0"/>
            </a:solid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3"/>
          </p:nvPr>
        </p:nvSpPr>
        <p:spPr>
          <a:xfrm>
            <a:off x="451104" y="2057402"/>
            <a:ext cx="3364992" cy="276999"/>
          </a:xfrm>
          <a:prstGeom prst="rect">
            <a:avLst/>
          </a:prstGeom>
          <a:solidFill>
            <a:srgbClr val="FFFFFF"/>
          </a:solidFill>
          <a:ln>
            <a:solidFill>
              <a:srgbClr val="C0C0C0"/>
            </a:solidFill>
          </a:ln>
        </p:spPr>
        <p:txBody>
          <a:bodyPr lIns="91440" anchor="t" anchorCtr="0">
            <a:spAutoFit/>
          </a:bodyP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9" name="Slide Number Placeholder 9"/>
          <p:cNvSpPr>
            <a:spLocks noGrp="1"/>
          </p:cNvSpPr>
          <p:nvPr>
            <p:ph type="sldNum" sz="quarter" idx="34"/>
          </p:nvPr>
        </p:nvSpPr>
        <p:spPr/>
        <p:txBody>
          <a:bodyPr/>
          <a:lstStyle>
            <a:lvl1pPr>
              <a:defRPr/>
            </a:lvl1pPr>
          </a:lstStyle>
          <a:p>
            <a:fld id="{8A4AF9FF-8501-8442-BA34-6C86C862CF8D}" type="slidenum">
              <a:rPr lang="en-US" altLang="en-US"/>
              <a:pPr/>
              <a:t>‹#›</a:t>
            </a:fld>
            <a:endParaRPr lang="en-US" altLang="en-US"/>
          </a:p>
        </p:txBody>
      </p:sp>
      <p:sp>
        <p:nvSpPr>
          <p:cNvPr id="10" name="Footer Placeholder 12"/>
          <p:cNvSpPr>
            <a:spLocks noGrp="1"/>
          </p:cNvSpPr>
          <p:nvPr>
            <p:ph type="ftr" sz="quarter" idx="35"/>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17784782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rget">
    <p:spTree>
      <p:nvGrpSpPr>
        <p:cNvPr id="1" name=""/>
        <p:cNvGrpSpPr/>
        <p:nvPr/>
      </p:nvGrpSpPr>
      <p:grpSpPr>
        <a:xfrm>
          <a:off x="0" y="0"/>
          <a:ext cx="0" cy="0"/>
          <a:chOff x="0" y="0"/>
          <a:chExt cx="0" cy="0"/>
        </a:xfrm>
      </p:grpSpPr>
      <p:sp>
        <p:nvSpPr>
          <p:cNvPr id="17" name="Text Placeholder 8"/>
          <p:cNvSpPr>
            <a:spLocks noGrp="1"/>
          </p:cNvSpPr>
          <p:nvPr>
            <p:ph type="body" sz="quarter" idx="29"/>
          </p:nvPr>
        </p:nvSpPr>
        <p:spPr>
          <a:xfrm>
            <a:off x="9505696" y="1493520"/>
            <a:ext cx="1975104" cy="4754880"/>
          </a:xfrm>
          <a:prstGeom prst="rect">
            <a:avLst/>
          </a:prstGeom>
          <a:ln>
            <a:solidFill>
              <a:srgbClr val="C0C0C0"/>
            </a:solidFill>
          </a:ln>
        </p:spPr>
        <p:txBody>
          <a:bodyPr lIns="45720" anchor="t"/>
          <a:lstStyle>
            <a:lvl1pPr marL="164592" indent="-164592" algn="l">
              <a:lnSpc>
                <a:spcPts val="1400"/>
              </a:lnSpc>
              <a:spcBef>
                <a:spcPts val="0"/>
              </a:spcBef>
              <a:buClr>
                <a:schemeClr val="accent1"/>
              </a:buClr>
              <a:buFont typeface="Wingdings" pitchFamily="2" charset="2"/>
              <a:buChar char="§"/>
              <a:defRPr sz="1200" b="0">
                <a:solidFill>
                  <a:srgbClr val="000000"/>
                </a:solidFill>
              </a:defRPr>
            </a:lvl1pPr>
            <a:lvl2pPr marL="164592" indent="0" algn="l">
              <a:spcBef>
                <a:spcPts val="700"/>
              </a:spcBef>
              <a:buNone/>
              <a:defRPr sz="1200" b="0"/>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2" name="Text Placeholder 5"/>
          <p:cNvSpPr>
            <a:spLocks noGrp="1"/>
          </p:cNvSpPr>
          <p:nvPr>
            <p:ph type="body" sz="quarter" idx="21"/>
          </p:nvPr>
        </p:nvSpPr>
        <p:spPr>
          <a:xfrm>
            <a:off x="609600" y="16002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rgbClr val="C0C0C0"/>
              </a:buClr>
              <a:buSzTx/>
              <a:buFont typeface="Wingdings 2" pitchFamily="18" charset="2"/>
              <a:buChar char="¡"/>
              <a:tabLst/>
              <a:defRPr sz="1200" b="1" baseline="0">
                <a:solidFill>
                  <a:srgbClr val="FFFFFF"/>
                </a:solidFill>
              </a:defRPr>
            </a:lvl1pPr>
            <a:lvl2pPr marL="117475" indent="0">
              <a:buFontTx/>
              <a:buNone/>
              <a:defRPr sz="1000"/>
            </a:lvl2pPr>
          </a:lstStyle>
          <a:p>
            <a:pPr lvl="0"/>
            <a:r>
              <a:rPr lang="en-US"/>
              <a:t>Click to edit Master text styles</a:t>
            </a:r>
          </a:p>
        </p:txBody>
      </p:sp>
      <p:sp>
        <p:nvSpPr>
          <p:cNvPr id="24" name="Text Placeholder 5"/>
          <p:cNvSpPr>
            <a:spLocks noGrp="1"/>
          </p:cNvSpPr>
          <p:nvPr>
            <p:ph type="body" sz="quarter" idx="23"/>
          </p:nvPr>
        </p:nvSpPr>
        <p:spPr>
          <a:xfrm>
            <a:off x="609600" y="48768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1200" b="1" kern="1200" baseline="0" dirty="0" smtClean="0">
                <a:solidFill>
                  <a:srgbClr val="FFFFFF"/>
                </a:solidFill>
                <a:latin typeface="+mn-lt"/>
                <a:ea typeface="+mn-ea"/>
                <a:cs typeface="+mn-cs"/>
              </a:defRPr>
            </a:lvl1pPr>
            <a:lvl2pPr marL="117475" indent="0">
              <a:buFontTx/>
              <a:buNone/>
              <a:defRPr sz="1000"/>
            </a:lvl2pPr>
          </a:lstStyle>
          <a:p>
            <a:pPr lvl="0"/>
            <a:r>
              <a:rPr lang="en-US"/>
              <a:t>Click to edit Master text styles</a:t>
            </a:r>
          </a:p>
        </p:txBody>
      </p:sp>
      <p:sp>
        <p:nvSpPr>
          <p:cNvPr id="25" name="Text Placeholder 5"/>
          <p:cNvSpPr>
            <a:spLocks noGrp="1"/>
          </p:cNvSpPr>
          <p:nvPr>
            <p:ph type="body" sz="quarter" idx="24"/>
          </p:nvPr>
        </p:nvSpPr>
        <p:spPr>
          <a:xfrm>
            <a:off x="609600" y="32385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1200" b="1" kern="1200" baseline="0" dirty="0" smtClean="0">
                <a:solidFill>
                  <a:srgbClr val="FFFFFF"/>
                </a:solidFill>
                <a:latin typeface="+mn-lt"/>
                <a:ea typeface="+mn-ea"/>
                <a:cs typeface="+mn-cs"/>
              </a:defRPr>
            </a:lvl1pPr>
            <a:lvl2pPr marL="117475" indent="0">
              <a:buFontTx/>
              <a:buNone/>
              <a:defRPr sz="1000"/>
            </a:lvl2pPr>
          </a:lstStyle>
          <a:p>
            <a:pPr lvl="0"/>
            <a:r>
              <a:rPr lang="en-US"/>
              <a:t>Click to edit Master text styles</a:t>
            </a:r>
          </a:p>
        </p:txBody>
      </p:sp>
      <p:sp>
        <p:nvSpPr>
          <p:cNvPr id="12" name="Text Placeholder 5"/>
          <p:cNvSpPr>
            <a:spLocks noGrp="1"/>
          </p:cNvSpPr>
          <p:nvPr>
            <p:ph type="body" sz="quarter" idx="30"/>
          </p:nvPr>
        </p:nvSpPr>
        <p:spPr>
          <a:xfrm>
            <a:off x="2922016" y="16002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922016" y="32385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6" name="Text Placeholder 5"/>
          <p:cNvSpPr>
            <a:spLocks noGrp="1"/>
          </p:cNvSpPr>
          <p:nvPr>
            <p:ph type="body" sz="quarter" idx="32"/>
          </p:nvPr>
        </p:nvSpPr>
        <p:spPr>
          <a:xfrm>
            <a:off x="2922016" y="48768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0" name="Slide Number Placeholder 9"/>
          <p:cNvSpPr>
            <a:spLocks noGrp="1"/>
          </p:cNvSpPr>
          <p:nvPr>
            <p:ph type="sldNum" sz="quarter" idx="33"/>
          </p:nvPr>
        </p:nvSpPr>
        <p:spPr/>
        <p:txBody>
          <a:bodyPr/>
          <a:lstStyle>
            <a:lvl1pPr>
              <a:defRPr/>
            </a:lvl1pPr>
          </a:lstStyle>
          <a:p>
            <a:fld id="{00398512-78EB-D84B-88E3-8EFD360D49EF}" type="slidenum">
              <a:rPr lang="en-US" altLang="en-US"/>
              <a:pPr/>
              <a:t>‹#›</a:t>
            </a:fld>
            <a:endParaRPr lang="en-US" altLang="en-US"/>
          </a:p>
        </p:txBody>
      </p:sp>
      <p:sp>
        <p:nvSpPr>
          <p:cNvPr id="13" name="Footer Placeholder 12"/>
          <p:cNvSpPr>
            <a:spLocks noGrp="1"/>
          </p:cNvSpPr>
          <p:nvPr>
            <p:ph type="ftr" sz="quarter" idx="34"/>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4004918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blocks - Two palettes moving forward">
    <p:spTree>
      <p:nvGrpSpPr>
        <p:cNvPr id="1" name=""/>
        <p:cNvGrpSpPr/>
        <p:nvPr/>
      </p:nvGrpSpPr>
      <p:grpSpPr>
        <a:xfrm>
          <a:off x="0" y="0"/>
          <a:ext cx="0" cy="0"/>
          <a:chOff x="0" y="0"/>
          <a:chExt cx="0" cy="0"/>
        </a:xfrm>
      </p:grpSpPr>
      <p:sp>
        <p:nvSpPr>
          <p:cNvPr id="7" name="AutoShape 3"/>
          <p:cNvSpPr>
            <a:spLocks noChangeArrowheads="1"/>
          </p:cNvSpPr>
          <p:nvPr userDrawn="1"/>
        </p:nvSpPr>
        <p:spPr bwMode="auto">
          <a:xfrm>
            <a:off x="912284" y="2635250"/>
            <a:ext cx="10369549" cy="1587500"/>
          </a:xfrm>
          <a:prstGeom prst="homePlate">
            <a:avLst>
              <a:gd name="adj" fmla="val 32592"/>
            </a:avLst>
          </a:prstGeom>
          <a:gradFill rotWithShape="1">
            <a:gsLst>
              <a:gs pos="0">
                <a:srgbClr val="9E9E9E"/>
              </a:gs>
              <a:gs pos="50000">
                <a:srgbClr val="C4C4C4"/>
              </a:gs>
              <a:gs pos="100000">
                <a:srgbClr val="E3E3E3"/>
              </a:gs>
            </a:gsLst>
            <a:lin ang="10800000" scaled="1"/>
          </a:gradFill>
          <a:ln>
            <a:noFill/>
          </a:ln>
          <a:extLst>
            <a:ext uri="{91240B29-F687-4F45-9708-019B960494DF}">
              <a14:hiddenLine xmlns:a14="http://schemas.microsoft.com/office/drawing/2010/main" w="6350">
                <a:solidFill>
                  <a:srgbClr val="000000"/>
                </a:solidFill>
                <a:miter lim="800000"/>
                <a:headEnd/>
                <a:tailEnd/>
              </a14:hiddenLine>
            </a:ext>
          </a:extLst>
        </p:spPr>
        <p:txBody>
          <a:bodyPr tIns="91440" bIns="9144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eaLnBrk="1" hangingPunct="1"/>
            <a:endParaRPr lang="en-US" altLang="en-US" sz="1800">
              <a:latin typeface="Arial" charset="0"/>
            </a:endParaRPr>
          </a:p>
        </p:txBody>
      </p:sp>
      <p:sp>
        <p:nvSpPr>
          <p:cNvPr id="18" name="Text Placeholder 17"/>
          <p:cNvSpPr>
            <a:spLocks noGrp="1"/>
          </p:cNvSpPr>
          <p:nvPr>
            <p:ph type="body" sz="quarter" idx="21"/>
          </p:nvPr>
        </p:nvSpPr>
        <p:spPr>
          <a:xfrm>
            <a:off x="1402080" y="1417320"/>
            <a:ext cx="4389120"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6096000" y="1417320"/>
            <a:ext cx="4389120"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4" name="Content Placeholder 10"/>
          <p:cNvSpPr>
            <a:spLocks noGrp="1"/>
          </p:cNvSpPr>
          <p:nvPr>
            <p:ph sz="quarter" idx="20"/>
          </p:nvPr>
        </p:nvSpPr>
        <p:spPr>
          <a:xfrm>
            <a:off x="1402080" y="1874520"/>
            <a:ext cx="4389120" cy="36576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10"/>
          <p:cNvSpPr>
            <a:spLocks noGrp="1"/>
          </p:cNvSpPr>
          <p:nvPr>
            <p:ph sz="quarter" idx="24"/>
          </p:nvPr>
        </p:nvSpPr>
        <p:spPr>
          <a:xfrm>
            <a:off x="6096000" y="1874520"/>
            <a:ext cx="4389120" cy="36576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B47071-B393-DC4F-9921-408D035EE572}" type="slidenum">
              <a:rPr lang="en-US" altLang="en-US"/>
              <a:pPr/>
              <a:t>‹#›</a:t>
            </a:fld>
            <a:endParaRPr lang="en-US" altLang="en-US"/>
          </a:p>
        </p:txBody>
      </p:sp>
      <p:sp>
        <p:nvSpPr>
          <p:cNvPr id="9" name="Footer Placeholder 8"/>
          <p:cNvSpPr>
            <a:spLocks noGrp="1"/>
          </p:cNvSpPr>
          <p:nvPr>
            <p:ph type="ftr" sz="quarter" idx="26"/>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4209844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flict">
    <p:spTree>
      <p:nvGrpSpPr>
        <p:cNvPr id="1" name=""/>
        <p:cNvGrpSpPr/>
        <p:nvPr/>
      </p:nvGrpSpPr>
      <p:grpSpPr>
        <a:xfrm>
          <a:off x="0" y="0"/>
          <a:ext cx="0" cy="0"/>
          <a:chOff x="0" y="0"/>
          <a:chExt cx="0" cy="0"/>
        </a:xfrm>
      </p:grpSpPr>
      <p:sp>
        <p:nvSpPr>
          <p:cNvPr id="7" name="Freeform 7"/>
          <p:cNvSpPr>
            <a:spLocks/>
          </p:cNvSpPr>
          <p:nvPr userDrawn="1"/>
        </p:nvSpPr>
        <p:spPr bwMode="auto">
          <a:xfrm>
            <a:off x="5846233" y="3341688"/>
            <a:ext cx="501651" cy="1403350"/>
          </a:xfrm>
          <a:custGeom>
            <a:avLst/>
            <a:gdLst>
              <a:gd name="T0" fmla="*/ 2147483647 w 176"/>
              <a:gd name="T1" fmla="*/ 0 h 608"/>
              <a:gd name="T2" fmla="*/ 0 w 176"/>
              <a:gd name="T3" fmla="*/ 2147483647 h 608"/>
              <a:gd name="T4" fmla="*/ 2147483647 w 176"/>
              <a:gd name="T5" fmla="*/ 2147483647 h 608"/>
              <a:gd name="T6" fmla="*/ 0 w 176"/>
              <a:gd name="T7" fmla="*/ 2147483647 h 608"/>
              <a:gd name="T8" fmla="*/ 2147483647 w 176"/>
              <a:gd name="T9" fmla="*/ 2147483647 h 608"/>
              <a:gd name="T10" fmla="*/ 2147483647 w 176"/>
              <a:gd name="T11" fmla="*/ 2147483647 h 608"/>
              <a:gd name="T12" fmla="*/ 0 w 176"/>
              <a:gd name="T13" fmla="*/ 2147483647 h 608"/>
              <a:gd name="T14" fmla="*/ 0 w 176"/>
              <a:gd name="T15" fmla="*/ 2147483647 h 608"/>
              <a:gd name="T16" fmla="*/ 2147483647 w 176"/>
              <a:gd name="T17" fmla="*/ 2147483647 h 608"/>
              <a:gd name="T18" fmla="*/ 2147483647 w 176"/>
              <a:gd name="T19" fmla="*/ 2147483647 h 608"/>
              <a:gd name="T20" fmla="*/ 2147483647 w 176"/>
              <a:gd name="T21" fmla="*/ 2147483647 h 608"/>
              <a:gd name="T22" fmla="*/ 2147483647 w 176"/>
              <a:gd name="T23" fmla="*/ 2147483647 h 608"/>
              <a:gd name="T24" fmla="*/ 2147483647 w 176"/>
              <a:gd name="T25" fmla="*/ 2147483647 h 608"/>
              <a:gd name="T26" fmla="*/ 2147483647 w 176"/>
              <a:gd name="T27" fmla="*/ 2147483647 h 608"/>
              <a:gd name="T28" fmla="*/ 2147483647 w 176"/>
              <a:gd name="T29" fmla="*/ 0 h 608"/>
              <a:gd name="T30" fmla="*/ 2147483647 w 176"/>
              <a:gd name="T31" fmla="*/ 0 h 6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6" h="608">
                <a:moveTo>
                  <a:pt x="72" y="0"/>
                </a:moveTo>
                <a:lnTo>
                  <a:pt x="0" y="232"/>
                </a:lnTo>
                <a:lnTo>
                  <a:pt x="48" y="232"/>
                </a:lnTo>
                <a:lnTo>
                  <a:pt x="0" y="376"/>
                </a:lnTo>
                <a:lnTo>
                  <a:pt x="72" y="376"/>
                </a:lnTo>
                <a:lnTo>
                  <a:pt x="32" y="504"/>
                </a:lnTo>
                <a:lnTo>
                  <a:pt x="0" y="504"/>
                </a:lnTo>
                <a:lnTo>
                  <a:pt x="0" y="608"/>
                </a:lnTo>
                <a:lnTo>
                  <a:pt x="96" y="496"/>
                </a:lnTo>
                <a:lnTo>
                  <a:pt x="48" y="504"/>
                </a:lnTo>
                <a:lnTo>
                  <a:pt x="144" y="336"/>
                </a:lnTo>
                <a:lnTo>
                  <a:pt x="72" y="336"/>
                </a:lnTo>
                <a:lnTo>
                  <a:pt x="144" y="192"/>
                </a:lnTo>
                <a:lnTo>
                  <a:pt x="88" y="192"/>
                </a:lnTo>
                <a:lnTo>
                  <a:pt x="176" y="0"/>
                </a:lnTo>
                <a:lnTo>
                  <a:pt x="72" y="0"/>
                </a:lnTo>
                <a:close/>
              </a:path>
            </a:pathLst>
          </a:custGeom>
          <a:solidFill>
            <a:srgbClr val="B01C2E"/>
          </a:solidFill>
          <a:ln w="6350" cap="flat" cmpd="sng">
            <a:solidFill>
              <a:srgbClr val="B01C2E"/>
            </a:solidFill>
            <a:prstDash val="solid"/>
            <a:round/>
            <a:headEnd/>
            <a:tailEnd/>
          </a:ln>
        </p:spPr>
        <p:txBody>
          <a:bodyPr lIns="72000" tIns="72000" rIns="72000" bIns="72000" anchor="ctr"/>
          <a:lstStyle/>
          <a:p>
            <a:endParaRPr lang="en-US" sz="1800"/>
          </a:p>
        </p:txBody>
      </p:sp>
      <p:sp>
        <p:nvSpPr>
          <p:cNvPr id="18" name="Text Placeholder 17"/>
          <p:cNvSpPr>
            <a:spLocks noGrp="1"/>
          </p:cNvSpPr>
          <p:nvPr>
            <p:ph type="body" sz="quarter" idx="21"/>
          </p:nvPr>
        </p:nvSpPr>
        <p:spPr>
          <a:xfrm>
            <a:off x="1113536" y="1417320"/>
            <a:ext cx="4047744" cy="457200"/>
          </a:xfrm>
          <a:prstGeom prst="rect">
            <a:avLst/>
          </a:prstGeom>
          <a:solidFill>
            <a:srgbClr val="B01C2E"/>
          </a:solidFill>
          <a:ln>
            <a:solidFill>
              <a:srgbClr val="C0C0C0"/>
            </a:solidFill>
          </a:ln>
        </p:spPr>
        <p:txBody>
          <a:bodyPr anchor="ctr"/>
          <a:lstStyle>
            <a:lvl1pPr algn="ctr">
              <a:buNone/>
              <a:defRPr sz="1200" b="1" baseline="0">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7022169" y="1417320"/>
            <a:ext cx="4072128"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1" name="Content Placeholder 10"/>
          <p:cNvSpPr>
            <a:spLocks noGrp="1"/>
          </p:cNvSpPr>
          <p:nvPr>
            <p:ph sz="quarter" idx="20"/>
          </p:nvPr>
        </p:nvSpPr>
        <p:spPr>
          <a:xfrm>
            <a:off x="1113536" y="1874520"/>
            <a:ext cx="4389120" cy="4343400"/>
          </a:xfrm>
          <a:prstGeom prst="homePlate">
            <a:avLst>
              <a:gd name="adj" fmla="val 7684"/>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4"/>
          </p:nvPr>
        </p:nvSpPr>
        <p:spPr>
          <a:xfrm flipH="1">
            <a:off x="6705177" y="1874520"/>
            <a:ext cx="4389120" cy="4343400"/>
          </a:xfrm>
          <a:prstGeom prst="homePlate">
            <a:avLst>
              <a:gd name="adj" fmla="val 7343"/>
            </a:avLst>
          </a:prstGeom>
          <a:solidFill>
            <a:srgbClr val="FFFFFF"/>
          </a:solidFill>
          <a:ln>
            <a:solidFill>
              <a:srgbClr val="C0C0C0"/>
            </a:solidFill>
          </a:ln>
        </p:spPr>
        <p:txBody>
          <a:bodyPr lIns="2286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637242-61C1-4C47-AFEF-079B86936FE6}" type="slidenum">
              <a:rPr lang="en-US" altLang="en-US"/>
              <a:pPr/>
              <a:t>‹#›</a:t>
            </a:fld>
            <a:endParaRPr lang="en-US" altLang="en-US"/>
          </a:p>
        </p:txBody>
      </p:sp>
      <p:sp>
        <p:nvSpPr>
          <p:cNvPr id="10" name="Footer Placeholder 12"/>
          <p:cNvSpPr>
            <a:spLocks noGrp="1"/>
          </p:cNvSpPr>
          <p:nvPr>
            <p:ph type="ftr" sz="quarter" idx="26"/>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1179405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sequences List">
    <p:spTree>
      <p:nvGrpSpPr>
        <p:cNvPr id="1" name=""/>
        <p:cNvGrpSpPr/>
        <p:nvPr/>
      </p:nvGrpSpPr>
      <p:grpSpPr>
        <a:xfrm>
          <a:off x="0" y="0"/>
          <a:ext cx="0" cy="0"/>
          <a:chOff x="0" y="0"/>
          <a:chExt cx="0" cy="0"/>
        </a:xfrm>
      </p:grpSpPr>
      <p:sp>
        <p:nvSpPr>
          <p:cNvPr id="20" name="Content Placeholder 10"/>
          <p:cNvSpPr>
            <a:spLocks noGrp="1"/>
          </p:cNvSpPr>
          <p:nvPr>
            <p:ph sz="quarter" idx="35"/>
          </p:nvPr>
        </p:nvSpPr>
        <p:spPr>
          <a:xfrm>
            <a:off x="8242300" y="1577977"/>
            <a:ext cx="3316224" cy="3931920"/>
          </a:xfrm>
          <a:prstGeom prst="rect">
            <a:avLst/>
          </a:prstGeom>
          <a:solidFill>
            <a:srgbClr val="FFFFFF"/>
          </a:solidFill>
          <a:ln>
            <a:solidFill>
              <a:srgbClr val="C0C0C0"/>
            </a:solidFill>
          </a:ln>
        </p:spPr>
        <p:txBody>
          <a:bodyPr lIns="457200" rIns="9144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10"/>
          <p:cNvSpPr>
            <a:spLocks noGrp="1"/>
          </p:cNvSpPr>
          <p:nvPr>
            <p:ph sz="quarter" idx="20"/>
          </p:nvPr>
        </p:nvSpPr>
        <p:spPr>
          <a:xfrm>
            <a:off x="646176" y="1577977"/>
            <a:ext cx="3316224" cy="3931920"/>
          </a:xfrm>
          <a:prstGeom prst="rect">
            <a:avLst/>
          </a:prstGeom>
          <a:solidFill>
            <a:srgbClr val="FFFFFF"/>
          </a:solidFill>
          <a:ln>
            <a:solidFill>
              <a:srgbClr val="C0C0C0"/>
            </a:solidFill>
          </a:ln>
        </p:spPr>
        <p:txBody>
          <a:bodyPr rIns="4572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23"/>
          <p:cNvSpPr>
            <a:spLocks noGrp="1"/>
          </p:cNvSpPr>
          <p:nvPr>
            <p:ph type="body" sz="quarter" idx="10"/>
          </p:nvPr>
        </p:nvSpPr>
        <p:spPr>
          <a:xfrm>
            <a:off x="3556000" y="182880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1" name="Text Placeholder 23"/>
          <p:cNvSpPr>
            <a:spLocks noGrp="1"/>
          </p:cNvSpPr>
          <p:nvPr>
            <p:ph type="body" sz="quarter" idx="21"/>
          </p:nvPr>
        </p:nvSpPr>
        <p:spPr>
          <a:xfrm>
            <a:off x="3556000" y="242316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2" name="Text Placeholder 23"/>
          <p:cNvSpPr>
            <a:spLocks noGrp="1"/>
          </p:cNvSpPr>
          <p:nvPr>
            <p:ph type="body" sz="quarter" idx="22"/>
          </p:nvPr>
        </p:nvSpPr>
        <p:spPr>
          <a:xfrm>
            <a:off x="3556000" y="301752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3" name="Text Placeholder 23"/>
          <p:cNvSpPr>
            <a:spLocks noGrp="1"/>
          </p:cNvSpPr>
          <p:nvPr>
            <p:ph type="body" sz="quarter" idx="23"/>
          </p:nvPr>
        </p:nvSpPr>
        <p:spPr>
          <a:xfrm>
            <a:off x="3556000" y="361188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4" name="Text Placeholder 23"/>
          <p:cNvSpPr>
            <a:spLocks noGrp="1"/>
          </p:cNvSpPr>
          <p:nvPr>
            <p:ph type="body" sz="quarter" idx="24"/>
          </p:nvPr>
        </p:nvSpPr>
        <p:spPr>
          <a:xfrm>
            <a:off x="3556000" y="420624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5" name="Text Placeholder 23"/>
          <p:cNvSpPr>
            <a:spLocks noGrp="1"/>
          </p:cNvSpPr>
          <p:nvPr>
            <p:ph type="body" sz="quarter" idx="25"/>
          </p:nvPr>
        </p:nvSpPr>
        <p:spPr>
          <a:xfrm>
            <a:off x="3556000" y="480060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6" name="Text Placeholder 22"/>
          <p:cNvSpPr>
            <a:spLocks noGrp="1"/>
          </p:cNvSpPr>
          <p:nvPr>
            <p:ph type="body" sz="quarter" idx="29"/>
          </p:nvPr>
        </p:nvSpPr>
        <p:spPr>
          <a:xfrm>
            <a:off x="3352800" y="1981200"/>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7" name="Text Placeholder 22"/>
          <p:cNvSpPr>
            <a:spLocks noGrp="1"/>
          </p:cNvSpPr>
          <p:nvPr>
            <p:ph type="body" sz="quarter" idx="30"/>
          </p:nvPr>
        </p:nvSpPr>
        <p:spPr>
          <a:xfrm>
            <a:off x="3352800" y="2570074"/>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8" name="Text Placeholder 22"/>
          <p:cNvSpPr>
            <a:spLocks noGrp="1"/>
          </p:cNvSpPr>
          <p:nvPr>
            <p:ph type="body" sz="quarter" idx="31"/>
          </p:nvPr>
        </p:nvSpPr>
        <p:spPr>
          <a:xfrm>
            <a:off x="3352800" y="315894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9" name="Text Placeholder 22"/>
          <p:cNvSpPr>
            <a:spLocks noGrp="1"/>
          </p:cNvSpPr>
          <p:nvPr>
            <p:ph type="body" sz="quarter" idx="32"/>
          </p:nvPr>
        </p:nvSpPr>
        <p:spPr>
          <a:xfrm>
            <a:off x="3352800" y="3747822"/>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40" name="Text Placeholder 22"/>
          <p:cNvSpPr>
            <a:spLocks noGrp="1"/>
          </p:cNvSpPr>
          <p:nvPr>
            <p:ph type="body" sz="quarter" idx="33"/>
          </p:nvPr>
        </p:nvSpPr>
        <p:spPr>
          <a:xfrm>
            <a:off x="3352800" y="4336696"/>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41" name="Text Placeholder 22"/>
          <p:cNvSpPr>
            <a:spLocks noGrp="1"/>
          </p:cNvSpPr>
          <p:nvPr>
            <p:ph type="body" sz="quarter" idx="34"/>
          </p:nvPr>
        </p:nvSpPr>
        <p:spPr>
          <a:xfrm>
            <a:off x="3352800" y="492556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18"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Slide Number Placeholder 9"/>
          <p:cNvSpPr>
            <a:spLocks noGrp="1"/>
          </p:cNvSpPr>
          <p:nvPr>
            <p:ph type="sldNum" sz="quarter" idx="36"/>
          </p:nvPr>
        </p:nvSpPr>
        <p:spPr/>
        <p:txBody>
          <a:bodyPr/>
          <a:lstStyle>
            <a:lvl1pPr>
              <a:defRPr/>
            </a:lvl1pPr>
          </a:lstStyle>
          <a:p>
            <a:fld id="{6F716D94-026E-1240-A247-91A0127FD885}"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8477543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Blocks - Horizontal chevrons with text">
    <p:spTree>
      <p:nvGrpSpPr>
        <p:cNvPr id="1" name=""/>
        <p:cNvGrpSpPr/>
        <p:nvPr/>
      </p:nvGrpSpPr>
      <p:grpSpPr>
        <a:xfrm>
          <a:off x="0" y="0"/>
          <a:ext cx="0" cy="0"/>
          <a:chOff x="0" y="0"/>
          <a:chExt cx="0" cy="0"/>
        </a:xfrm>
      </p:grpSpPr>
      <p:sp>
        <p:nvSpPr>
          <p:cNvPr id="10" name="Text Placeholder 19"/>
          <p:cNvSpPr>
            <a:spLocks noGrp="1"/>
          </p:cNvSpPr>
          <p:nvPr>
            <p:ph type="body" sz="quarter" idx="10"/>
          </p:nvPr>
        </p:nvSpPr>
        <p:spPr>
          <a:xfrm>
            <a:off x="528320" y="1600200"/>
            <a:ext cx="2438400" cy="1051560"/>
          </a:xfrm>
          <a:prstGeom prst="homePlate">
            <a:avLst>
              <a:gd name="adj" fmla="val 24892"/>
            </a:avLst>
          </a:prstGeom>
          <a:solidFill>
            <a:srgbClr val="B01C2E"/>
          </a:solidFill>
          <a:ln>
            <a:solidFill>
              <a:srgbClr val="B01C2E"/>
            </a:solidFill>
          </a:ln>
        </p:spPr>
        <p:txBody>
          <a:bodyPr anchor="ctr"/>
          <a:lstStyle>
            <a:lvl1pPr marL="0" indent="0">
              <a:buNone/>
              <a:defRPr sz="1200" b="1">
                <a:solidFill>
                  <a:srgbClr val="FFFFFF"/>
                </a:solidFill>
              </a:defRPr>
            </a:lvl1pPr>
          </a:lstStyle>
          <a:p>
            <a:pPr lvl="0"/>
            <a:r>
              <a:rPr lang="en-US"/>
              <a:t>Click to edit Master text styles</a:t>
            </a:r>
          </a:p>
        </p:txBody>
      </p:sp>
      <p:sp>
        <p:nvSpPr>
          <p:cNvPr id="11" name="Text Placeholder 19"/>
          <p:cNvSpPr>
            <a:spLocks noGrp="1"/>
          </p:cNvSpPr>
          <p:nvPr>
            <p:ph type="body" sz="quarter" idx="29"/>
          </p:nvPr>
        </p:nvSpPr>
        <p:spPr>
          <a:xfrm>
            <a:off x="3495040" y="160020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0"/>
          </p:nvPr>
        </p:nvSpPr>
        <p:spPr>
          <a:xfrm>
            <a:off x="528320" y="274828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18" name="Text Placeholder 19"/>
          <p:cNvSpPr>
            <a:spLocks noGrp="1"/>
          </p:cNvSpPr>
          <p:nvPr>
            <p:ph type="body" sz="quarter" idx="31"/>
          </p:nvPr>
        </p:nvSpPr>
        <p:spPr>
          <a:xfrm>
            <a:off x="3495040" y="274828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528320" y="389636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0" name="Text Placeholder 19"/>
          <p:cNvSpPr>
            <a:spLocks noGrp="1"/>
          </p:cNvSpPr>
          <p:nvPr>
            <p:ph type="body" sz="quarter" idx="33"/>
          </p:nvPr>
        </p:nvSpPr>
        <p:spPr>
          <a:xfrm>
            <a:off x="3495040" y="389636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3" name="Text Placeholder 19"/>
          <p:cNvSpPr>
            <a:spLocks noGrp="1"/>
          </p:cNvSpPr>
          <p:nvPr>
            <p:ph type="body" sz="quarter" idx="34"/>
          </p:nvPr>
        </p:nvSpPr>
        <p:spPr>
          <a:xfrm>
            <a:off x="536355" y="504444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4" name="Text Placeholder 19"/>
          <p:cNvSpPr>
            <a:spLocks noGrp="1"/>
          </p:cNvSpPr>
          <p:nvPr>
            <p:ph type="body" sz="quarter" idx="35"/>
          </p:nvPr>
        </p:nvSpPr>
        <p:spPr>
          <a:xfrm>
            <a:off x="3503075" y="504444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Slide Number Placeholder 9"/>
          <p:cNvSpPr>
            <a:spLocks noGrp="1"/>
          </p:cNvSpPr>
          <p:nvPr>
            <p:ph type="sldNum" sz="quarter" idx="36"/>
          </p:nvPr>
        </p:nvSpPr>
        <p:spPr/>
        <p:txBody>
          <a:bodyPr/>
          <a:lstStyle>
            <a:lvl1pPr>
              <a:defRPr/>
            </a:lvl1pPr>
          </a:lstStyle>
          <a:p>
            <a:fld id="{DDD5FA0E-3EAB-CB47-B428-C2E5915BFD66}" type="slidenum">
              <a:rPr lang="en-US" altLang="en-US"/>
              <a:pPr/>
              <a:t>‹#›</a:t>
            </a:fld>
            <a:endParaRPr lang="en-US" altLang="en-US"/>
          </a:p>
        </p:txBody>
      </p:sp>
      <p:sp>
        <p:nvSpPr>
          <p:cNvPr id="14" name="Footer Placeholder 12"/>
          <p:cNvSpPr>
            <a:spLocks noGrp="1"/>
          </p:cNvSpPr>
          <p:nvPr>
            <p:ph type="ftr" sz="quarter" idx="37"/>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8657053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Blocks - Vertical chevrons with text">
    <p:spTree>
      <p:nvGrpSpPr>
        <p:cNvPr id="1" name=""/>
        <p:cNvGrpSpPr/>
        <p:nvPr/>
      </p:nvGrpSpPr>
      <p:grpSpPr>
        <a:xfrm>
          <a:off x="0" y="0"/>
          <a:ext cx="0" cy="0"/>
          <a:chOff x="0" y="0"/>
          <a:chExt cx="0" cy="0"/>
        </a:xfrm>
      </p:grpSpPr>
      <p:sp>
        <p:nvSpPr>
          <p:cNvPr id="20" name="Text Placeholder 13"/>
          <p:cNvSpPr>
            <a:spLocks noGrp="1"/>
          </p:cNvSpPr>
          <p:nvPr>
            <p:ph type="body" sz="quarter" idx="17"/>
          </p:nvPr>
        </p:nvSpPr>
        <p:spPr>
          <a:xfrm rot="5400000">
            <a:off x="1187196" y="794005"/>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14" name="Text Placeholder 19"/>
          <p:cNvSpPr>
            <a:spLocks noGrp="1"/>
          </p:cNvSpPr>
          <p:nvPr>
            <p:ph type="body" sz="quarter" idx="29"/>
          </p:nvPr>
        </p:nvSpPr>
        <p:spPr>
          <a:xfrm>
            <a:off x="3149600" y="1371600"/>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5" name="Text Placeholder 19"/>
          <p:cNvSpPr>
            <a:spLocks noGrp="1"/>
          </p:cNvSpPr>
          <p:nvPr>
            <p:ph type="body" sz="quarter" idx="30"/>
          </p:nvPr>
        </p:nvSpPr>
        <p:spPr>
          <a:xfrm>
            <a:off x="3149600" y="2474977"/>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31"/>
          </p:nvPr>
        </p:nvSpPr>
        <p:spPr>
          <a:xfrm>
            <a:off x="3149600" y="3578353"/>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2"/>
          </p:nvPr>
        </p:nvSpPr>
        <p:spPr>
          <a:xfrm>
            <a:off x="3149600" y="4681728"/>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1" name="Text Placeholder 13"/>
          <p:cNvSpPr>
            <a:spLocks noGrp="1"/>
          </p:cNvSpPr>
          <p:nvPr>
            <p:ph type="body" sz="quarter" idx="33"/>
          </p:nvPr>
        </p:nvSpPr>
        <p:spPr>
          <a:xfrm rot="5400000">
            <a:off x="1187196" y="1897381"/>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22" name="Text Placeholder 13"/>
          <p:cNvSpPr>
            <a:spLocks noGrp="1"/>
          </p:cNvSpPr>
          <p:nvPr>
            <p:ph type="body" sz="quarter" idx="34"/>
          </p:nvPr>
        </p:nvSpPr>
        <p:spPr>
          <a:xfrm rot="5400000">
            <a:off x="1187196" y="3000757"/>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23" name="Text Placeholder 13"/>
          <p:cNvSpPr>
            <a:spLocks noGrp="1"/>
          </p:cNvSpPr>
          <p:nvPr>
            <p:ph type="body" sz="quarter" idx="35"/>
          </p:nvPr>
        </p:nvSpPr>
        <p:spPr>
          <a:xfrm rot="5400000">
            <a:off x="1187196" y="4104132"/>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11" name="Slide Number Placeholder 9"/>
          <p:cNvSpPr>
            <a:spLocks noGrp="1"/>
          </p:cNvSpPr>
          <p:nvPr>
            <p:ph type="sldNum" sz="quarter" idx="36"/>
          </p:nvPr>
        </p:nvSpPr>
        <p:spPr/>
        <p:txBody>
          <a:bodyPr/>
          <a:lstStyle>
            <a:lvl1pPr>
              <a:defRPr/>
            </a:lvl1pPr>
          </a:lstStyle>
          <a:p>
            <a:fld id="{4835DA82-056E-9542-8819-BE1B86DFF077}" type="slidenum">
              <a:rPr lang="en-US" altLang="en-US"/>
              <a:pPr/>
              <a:t>‹#›</a:t>
            </a:fld>
            <a:endParaRPr lang="en-US" altLang="en-US"/>
          </a:p>
        </p:txBody>
      </p:sp>
      <p:sp>
        <p:nvSpPr>
          <p:cNvPr id="12" name="Footer Placeholder 12"/>
          <p:cNvSpPr>
            <a:spLocks noGrp="1"/>
          </p:cNvSpPr>
          <p:nvPr>
            <p:ph type="ftr" sz="quarter" idx="37"/>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1131279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sp>
        <p:nvSpPr>
          <p:cNvPr id="11" name="AutoShape 8"/>
          <p:cNvSpPr>
            <a:spLocks noChangeArrowheads="1"/>
          </p:cNvSpPr>
          <p:nvPr userDrawn="1"/>
        </p:nvSpPr>
        <p:spPr bwMode="auto">
          <a:xfrm rot="5400000">
            <a:off x="7797801" y="3117850"/>
            <a:ext cx="4406900"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2" name="AutoShape 4"/>
          <p:cNvSpPr>
            <a:spLocks noChangeArrowheads="1"/>
          </p:cNvSpPr>
          <p:nvPr userDrawn="1"/>
        </p:nvSpPr>
        <p:spPr bwMode="auto">
          <a:xfrm rot="5400000">
            <a:off x="-277813"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3" name="AutoShape 5"/>
          <p:cNvSpPr>
            <a:spLocks noChangeArrowheads="1"/>
          </p:cNvSpPr>
          <p:nvPr userDrawn="1"/>
        </p:nvSpPr>
        <p:spPr bwMode="auto">
          <a:xfrm rot="5400000">
            <a:off x="1741488"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4" name="AutoShape 6"/>
          <p:cNvSpPr>
            <a:spLocks noChangeArrowheads="1"/>
          </p:cNvSpPr>
          <p:nvPr userDrawn="1"/>
        </p:nvSpPr>
        <p:spPr bwMode="auto">
          <a:xfrm rot="5400000">
            <a:off x="3758672" y="3122613"/>
            <a:ext cx="4416425"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5" name="AutoShape 7"/>
          <p:cNvSpPr>
            <a:spLocks noChangeArrowheads="1"/>
          </p:cNvSpPr>
          <p:nvPr userDrawn="1"/>
        </p:nvSpPr>
        <p:spPr bwMode="auto">
          <a:xfrm rot="5400000">
            <a:off x="5777972"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7" name="Text Placeholder 16"/>
          <p:cNvSpPr>
            <a:spLocks noGrp="1"/>
          </p:cNvSpPr>
          <p:nvPr>
            <p:ph type="body" sz="quarter" idx="10"/>
          </p:nvPr>
        </p:nvSpPr>
        <p:spPr>
          <a:xfrm>
            <a:off x="1016000" y="1417320"/>
            <a:ext cx="1828800" cy="457200"/>
          </a:xfrm>
          <a:prstGeom prst="rect">
            <a:avLst/>
          </a:prstGeom>
          <a:solidFill>
            <a:srgbClr val="4D4D4D"/>
          </a:solidFill>
        </p:spPr>
        <p:txBody>
          <a:bodyPr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18" name="Text Placeholder 16"/>
          <p:cNvSpPr>
            <a:spLocks noGrp="1"/>
          </p:cNvSpPr>
          <p:nvPr>
            <p:ph type="body" sz="quarter" idx="11"/>
          </p:nvPr>
        </p:nvSpPr>
        <p:spPr>
          <a:xfrm>
            <a:off x="3035300"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19" name="Text Placeholder 16"/>
          <p:cNvSpPr>
            <a:spLocks noGrp="1"/>
          </p:cNvSpPr>
          <p:nvPr>
            <p:ph type="body" sz="quarter" idx="12"/>
          </p:nvPr>
        </p:nvSpPr>
        <p:spPr>
          <a:xfrm>
            <a:off x="5052484"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0" name="Text Placeholder 16"/>
          <p:cNvSpPr>
            <a:spLocks noGrp="1"/>
          </p:cNvSpPr>
          <p:nvPr>
            <p:ph type="body" sz="quarter" idx="13"/>
          </p:nvPr>
        </p:nvSpPr>
        <p:spPr>
          <a:xfrm>
            <a:off x="7071784"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1" name="Text Placeholder 16"/>
          <p:cNvSpPr>
            <a:spLocks noGrp="1"/>
          </p:cNvSpPr>
          <p:nvPr>
            <p:ph type="body" sz="quarter" idx="14"/>
          </p:nvPr>
        </p:nvSpPr>
        <p:spPr>
          <a:xfrm>
            <a:off x="9086851"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6" name="Text Placeholder 19"/>
          <p:cNvSpPr>
            <a:spLocks noGrp="1"/>
          </p:cNvSpPr>
          <p:nvPr>
            <p:ph type="body" sz="quarter" idx="15"/>
          </p:nvPr>
        </p:nvSpPr>
        <p:spPr>
          <a:xfrm>
            <a:off x="812800" y="21336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marL="685800">
              <a:buClr>
                <a:srgbClr val="B01C2E"/>
              </a:buClr>
              <a:buFont typeface="Arial" pitchFamily="34" charset="0"/>
              <a:buChar char="–"/>
              <a:defRPr sz="1200"/>
            </a:lvl4pPr>
          </a:lstStyle>
          <a:p>
            <a:pPr lvl="0"/>
            <a:r>
              <a:rPr lang="en-US"/>
              <a:t>Click to edit Master text styles</a:t>
            </a:r>
          </a:p>
          <a:p>
            <a:pPr lvl="1"/>
            <a:r>
              <a:rPr lang="en-US"/>
              <a:t>Second level</a:t>
            </a:r>
          </a:p>
          <a:p>
            <a:pPr lvl="2"/>
            <a:r>
              <a:rPr lang="en-US"/>
              <a:t>Third level</a:t>
            </a:r>
          </a:p>
        </p:txBody>
      </p:sp>
      <p:sp>
        <p:nvSpPr>
          <p:cNvPr id="31" name="Text Placeholder 19"/>
          <p:cNvSpPr>
            <a:spLocks noGrp="1"/>
          </p:cNvSpPr>
          <p:nvPr>
            <p:ph type="body" sz="quarter" idx="21"/>
          </p:nvPr>
        </p:nvSpPr>
        <p:spPr>
          <a:xfrm>
            <a:off x="812800" y="33909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a:defRPr lang="en-US" sz="12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22"/>
          </p:nvPr>
        </p:nvSpPr>
        <p:spPr>
          <a:xfrm>
            <a:off x="812800" y="4648200"/>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a:defRPr lang="en-US" sz="12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2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Slide Number Placeholder 9"/>
          <p:cNvSpPr>
            <a:spLocks noGrp="1"/>
          </p:cNvSpPr>
          <p:nvPr>
            <p:ph type="sldNum" sz="quarter" idx="23"/>
          </p:nvPr>
        </p:nvSpPr>
        <p:spPr/>
        <p:txBody>
          <a:bodyPr/>
          <a:lstStyle>
            <a:lvl1pPr>
              <a:defRPr/>
            </a:lvl1pPr>
          </a:lstStyle>
          <a:p>
            <a:fld id="{4755A724-3117-D848-90FF-6F79FEC20653}" type="slidenum">
              <a:rPr lang="en-US" altLang="en-US"/>
              <a:pPr/>
              <a:t>‹#›</a:t>
            </a:fld>
            <a:endParaRPr lang="en-US" altLang="en-US"/>
          </a:p>
        </p:txBody>
      </p:sp>
      <p:sp>
        <p:nvSpPr>
          <p:cNvPr id="22" name="Footer Placeholder 21"/>
          <p:cNvSpPr>
            <a:spLocks noGrp="1"/>
          </p:cNvSpPr>
          <p:nvPr>
            <p:ph type="ftr" sz="quarter" idx="24"/>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187194213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Blocks - Chevrons resulting From">
    <p:spTree>
      <p:nvGrpSpPr>
        <p:cNvPr id="1" name=""/>
        <p:cNvGrpSpPr/>
        <p:nvPr/>
      </p:nvGrpSpPr>
      <p:grpSpPr>
        <a:xfrm>
          <a:off x="0" y="0"/>
          <a:ext cx="0" cy="0"/>
          <a:chOff x="0" y="0"/>
          <a:chExt cx="0" cy="0"/>
        </a:xfrm>
      </p:grpSpPr>
      <p:sp>
        <p:nvSpPr>
          <p:cNvPr id="21" name="Text Placeholder 12"/>
          <p:cNvSpPr>
            <a:spLocks noGrp="1"/>
          </p:cNvSpPr>
          <p:nvPr>
            <p:ph type="body" sz="quarter" idx="18"/>
          </p:nvPr>
        </p:nvSpPr>
        <p:spPr>
          <a:xfrm>
            <a:off x="4364736" y="1444752"/>
            <a:ext cx="3462528" cy="3968496"/>
          </a:xfrm>
          <a:prstGeom prst="rect">
            <a:avLst/>
          </a:prstGeom>
        </p:spPr>
        <p:txBody>
          <a:bodyPr wrap="square" lIns="640080" rIns="640080" anchor="ctr" anchorCtr="1">
            <a:noAutofit/>
          </a:bodyPr>
          <a:lstStyle>
            <a:lvl1pPr marL="0" indent="0" algn="ctr">
              <a:spcBef>
                <a:spcPts val="0"/>
              </a:spcBef>
              <a:spcAft>
                <a:spcPts val="0"/>
              </a:spcAft>
              <a:buNone/>
              <a:defRPr sz="1200" b="1"/>
            </a:lvl1pPr>
          </a:lstStyle>
          <a:p>
            <a:pPr lvl="0"/>
            <a:r>
              <a:rPr lang="en-US"/>
              <a:t>Click to edit Master text styles</a:t>
            </a:r>
          </a:p>
        </p:txBody>
      </p:sp>
      <p:sp>
        <p:nvSpPr>
          <p:cNvPr id="14" name="Text Placeholder 19"/>
          <p:cNvSpPr>
            <a:spLocks noGrp="1"/>
          </p:cNvSpPr>
          <p:nvPr>
            <p:ph type="body" sz="quarter" idx="15"/>
          </p:nvPr>
        </p:nvSpPr>
        <p:spPr>
          <a:xfrm>
            <a:off x="7160768" y="152400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8" name="Text Placeholder 19"/>
          <p:cNvSpPr>
            <a:spLocks noGrp="1"/>
          </p:cNvSpPr>
          <p:nvPr>
            <p:ph type="body" sz="quarter" idx="31"/>
          </p:nvPr>
        </p:nvSpPr>
        <p:spPr>
          <a:xfrm flipH="1">
            <a:off x="812800" y="152400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7160768" y="255016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0" name="Text Placeholder 19"/>
          <p:cNvSpPr>
            <a:spLocks noGrp="1"/>
          </p:cNvSpPr>
          <p:nvPr>
            <p:ph type="body" sz="quarter" idx="33"/>
          </p:nvPr>
        </p:nvSpPr>
        <p:spPr>
          <a:xfrm flipH="1">
            <a:off x="812800" y="255016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8" name="Text Placeholder 19"/>
          <p:cNvSpPr>
            <a:spLocks noGrp="1"/>
          </p:cNvSpPr>
          <p:nvPr>
            <p:ph type="body" sz="quarter" idx="34"/>
          </p:nvPr>
        </p:nvSpPr>
        <p:spPr>
          <a:xfrm>
            <a:off x="7160768" y="357632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35"/>
          </p:nvPr>
        </p:nvSpPr>
        <p:spPr>
          <a:xfrm flipH="1">
            <a:off x="812800" y="357632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3" name="Text Placeholder 19"/>
          <p:cNvSpPr>
            <a:spLocks noGrp="1"/>
          </p:cNvSpPr>
          <p:nvPr>
            <p:ph type="body" sz="quarter" idx="36"/>
          </p:nvPr>
        </p:nvSpPr>
        <p:spPr>
          <a:xfrm>
            <a:off x="7160768" y="460248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4" name="Text Placeholder 19"/>
          <p:cNvSpPr>
            <a:spLocks noGrp="1"/>
          </p:cNvSpPr>
          <p:nvPr>
            <p:ph type="body" sz="quarter" idx="37"/>
          </p:nvPr>
        </p:nvSpPr>
        <p:spPr>
          <a:xfrm flipH="1">
            <a:off x="812800" y="460248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2" name="Slide Number Placeholder 9"/>
          <p:cNvSpPr>
            <a:spLocks noGrp="1"/>
          </p:cNvSpPr>
          <p:nvPr>
            <p:ph type="sldNum" sz="quarter" idx="38"/>
          </p:nvPr>
        </p:nvSpPr>
        <p:spPr/>
        <p:txBody>
          <a:bodyPr/>
          <a:lstStyle>
            <a:lvl1pPr>
              <a:defRPr/>
            </a:lvl1pPr>
          </a:lstStyle>
          <a:p>
            <a:fld id="{BA6B416F-5AE6-D74C-AE38-5D34E63DFA9A}" type="slidenum">
              <a:rPr lang="en-US" altLang="en-US"/>
              <a:pPr/>
              <a:t>‹#›</a:t>
            </a:fld>
            <a:endParaRPr lang="en-US" altLang="en-US"/>
          </a:p>
        </p:txBody>
      </p:sp>
      <p:sp>
        <p:nvSpPr>
          <p:cNvPr id="15" name="Footer Placeholder 12"/>
          <p:cNvSpPr>
            <a:spLocks noGrp="1"/>
          </p:cNvSpPr>
          <p:nvPr>
            <p:ph type="ftr" sz="quarter" idx="39"/>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12354106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Blocks - Chevrons leading to">
    <p:spTree>
      <p:nvGrpSpPr>
        <p:cNvPr id="1" name=""/>
        <p:cNvGrpSpPr/>
        <p:nvPr/>
      </p:nvGrpSpPr>
      <p:grpSpPr>
        <a:xfrm>
          <a:off x="0" y="0"/>
          <a:ext cx="0" cy="0"/>
          <a:chOff x="0" y="0"/>
          <a:chExt cx="0" cy="0"/>
        </a:xfrm>
      </p:grpSpPr>
      <p:sp>
        <p:nvSpPr>
          <p:cNvPr id="19" name="Text Placeholder 12"/>
          <p:cNvSpPr>
            <a:spLocks noGrp="1"/>
          </p:cNvSpPr>
          <p:nvPr>
            <p:ph type="body" sz="quarter" idx="18"/>
          </p:nvPr>
        </p:nvSpPr>
        <p:spPr>
          <a:xfrm>
            <a:off x="8331200" y="1420504"/>
            <a:ext cx="3450336" cy="4800600"/>
          </a:xfrm>
          <a:prstGeom prst="rect">
            <a:avLst/>
          </a:prstGeom>
          <a:no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200" baseline="0"/>
            </a:lvl1pPr>
            <a:lvl2pPr marL="338138" indent="-173038">
              <a:spcBef>
                <a:spcPts val="200"/>
              </a:spcBef>
              <a:buClr>
                <a:srgbClr val="B01C2E"/>
              </a:buClr>
              <a:buFont typeface="Arial" pitchFamily="34" charset="0"/>
              <a:buChar char="•"/>
              <a:tabLst/>
              <a:defRPr sz="1200" baseline="0"/>
            </a:lvl2pPr>
            <a:lvl3pPr marL="502920" indent="-173038">
              <a:spcBef>
                <a:spcPts val="200"/>
              </a:spcBef>
              <a:buClr>
                <a:srgbClr val="B01C2E"/>
              </a:buClr>
              <a:buFont typeface="Arial" pitchFamily="34" charset="0"/>
              <a:buChar char="–"/>
              <a:defRPr sz="1200" baseline="0"/>
            </a:lvl3pPr>
            <a:lvl4pPr marL="685800" indent="-173736">
              <a:spcBef>
                <a:spcPts val="200"/>
              </a:spcBef>
              <a:buClr>
                <a:srgbClr val="B01C2E"/>
              </a:buClr>
              <a:buFont typeface="Arial" pitchFamily="34" charset="0"/>
              <a:buChar char="–"/>
              <a:tabLst/>
              <a:defRPr sz="1200"/>
            </a:lvl4pPr>
            <a:lvl5pPr marL="850392" indent="-173736">
              <a:spcBef>
                <a:spcPts val="200"/>
              </a:spcBef>
              <a:buClr>
                <a:srgbClr val="B01C2E"/>
              </a:buClr>
              <a:buFont typeface="Arial" pitchFamily="34" charset="0"/>
              <a:buChar char="–"/>
              <a:defRPr sz="1200"/>
            </a:lvl5pPr>
            <a:lvl6pPr marL="1115568">
              <a:buClr>
                <a:srgbClr val="B01C1A"/>
              </a:buClr>
              <a:buFont typeface="Arial" pitchFamily="34" charset="0"/>
              <a:buChar char="–"/>
              <a:defRPr sz="12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9"/>
          <p:cNvSpPr>
            <a:spLocks noGrp="1"/>
          </p:cNvSpPr>
          <p:nvPr>
            <p:ph type="body" sz="quarter" idx="15"/>
          </p:nvPr>
        </p:nvSpPr>
        <p:spPr>
          <a:xfrm>
            <a:off x="670560" y="15544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1" name="Text Placeholder 19"/>
          <p:cNvSpPr>
            <a:spLocks noGrp="1"/>
          </p:cNvSpPr>
          <p:nvPr>
            <p:ph type="body" sz="quarter" idx="21"/>
          </p:nvPr>
        </p:nvSpPr>
        <p:spPr>
          <a:xfrm>
            <a:off x="670560" y="27482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2" name="Text Placeholder 19"/>
          <p:cNvSpPr>
            <a:spLocks noGrp="1"/>
          </p:cNvSpPr>
          <p:nvPr>
            <p:ph type="body" sz="quarter" idx="22"/>
          </p:nvPr>
        </p:nvSpPr>
        <p:spPr>
          <a:xfrm>
            <a:off x="670560" y="39420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23"/>
          </p:nvPr>
        </p:nvSpPr>
        <p:spPr>
          <a:xfrm>
            <a:off x="670560" y="51358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24"/>
          </p:nvPr>
        </p:nvSpPr>
        <p:spPr/>
        <p:txBody>
          <a:bodyPr/>
          <a:lstStyle>
            <a:lvl1pPr>
              <a:defRPr/>
            </a:lvl1pPr>
          </a:lstStyle>
          <a:p>
            <a:fld id="{12EFD6B5-614C-464C-AC16-8E45A0815BB5}" type="slidenum">
              <a:rPr lang="en-US" altLang="en-US"/>
              <a:pPr/>
              <a:t>‹#›</a:t>
            </a:fld>
            <a:endParaRPr lang="en-US" altLang="en-US"/>
          </a:p>
        </p:txBody>
      </p:sp>
      <p:sp>
        <p:nvSpPr>
          <p:cNvPr id="13" name="Footer Placeholder 12"/>
          <p:cNvSpPr>
            <a:spLocks noGrp="1"/>
          </p:cNvSpPr>
          <p:nvPr>
            <p:ph type="ftr" sz="quarter" idx="25"/>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17069551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hases and threads with arrows">
    <p:spTree>
      <p:nvGrpSpPr>
        <p:cNvPr id="1" name=""/>
        <p:cNvGrpSpPr/>
        <p:nvPr/>
      </p:nvGrpSpPr>
      <p:grpSpPr>
        <a:xfrm>
          <a:off x="0" y="0"/>
          <a:ext cx="0" cy="0"/>
          <a:chOff x="0" y="0"/>
          <a:chExt cx="0" cy="0"/>
        </a:xfrm>
      </p:grpSpPr>
      <p:sp>
        <p:nvSpPr>
          <p:cNvPr id="32" name="Text Placeholder 19"/>
          <p:cNvSpPr>
            <a:spLocks noGrp="1"/>
          </p:cNvSpPr>
          <p:nvPr>
            <p:ph type="body" sz="quarter" idx="15"/>
          </p:nvPr>
        </p:nvSpPr>
        <p:spPr>
          <a:xfrm>
            <a:off x="406400" y="2362200"/>
            <a:ext cx="8156448"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33" name="Text Placeholder 19"/>
          <p:cNvSpPr>
            <a:spLocks noGrp="1"/>
          </p:cNvSpPr>
          <p:nvPr>
            <p:ph type="body" sz="quarter" idx="33"/>
          </p:nvPr>
        </p:nvSpPr>
        <p:spPr>
          <a:xfrm>
            <a:off x="406400" y="3491484"/>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36" name="Text Placeholder 19"/>
          <p:cNvSpPr>
            <a:spLocks noGrp="1"/>
          </p:cNvSpPr>
          <p:nvPr>
            <p:ph type="body" sz="quarter" idx="34"/>
          </p:nvPr>
        </p:nvSpPr>
        <p:spPr>
          <a:xfrm>
            <a:off x="406400" y="4620768"/>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26" name="Text Placeholder 25"/>
          <p:cNvSpPr>
            <a:spLocks noGrp="1"/>
          </p:cNvSpPr>
          <p:nvPr>
            <p:ph type="body" sz="quarter" idx="21"/>
          </p:nvPr>
        </p:nvSpPr>
        <p:spPr>
          <a:xfrm>
            <a:off x="8548577" y="1417320"/>
            <a:ext cx="2804160" cy="429768"/>
          </a:xfrm>
          <a:prstGeom prst="rect">
            <a:avLst/>
          </a:prstGeom>
          <a:solidFill>
            <a:srgbClr val="B01C2E"/>
          </a:solidFill>
          <a:ln>
            <a:solidFill>
              <a:srgbClr val="B01C2E"/>
            </a:solidFill>
          </a:ln>
        </p:spPr>
        <p:txBody>
          <a:bodyPr anchor="ctr"/>
          <a:lstStyle>
            <a:lvl1pPr algn="ctr">
              <a:buNone/>
              <a:defRPr sz="1200" b="1">
                <a:solidFill>
                  <a:srgbClr val="FFFFFF"/>
                </a:solidFill>
              </a:defRPr>
            </a:lvl1pPr>
          </a:lstStyle>
          <a:p>
            <a:pPr lvl="0"/>
            <a:r>
              <a:rPr lang="en-US"/>
              <a:t>Click to edit Master text styles</a:t>
            </a:r>
          </a:p>
        </p:txBody>
      </p:sp>
      <p:sp>
        <p:nvSpPr>
          <p:cNvPr id="17" name="Text Placeholder 12"/>
          <p:cNvSpPr>
            <a:spLocks noGrp="1"/>
          </p:cNvSpPr>
          <p:nvPr>
            <p:ph type="body" sz="quarter" idx="27"/>
          </p:nvPr>
        </p:nvSpPr>
        <p:spPr>
          <a:xfrm>
            <a:off x="5854700"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2"/>
          <p:cNvSpPr>
            <a:spLocks noGrp="1"/>
          </p:cNvSpPr>
          <p:nvPr>
            <p:ph type="body" sz="quarter" idx="28"/>
          </p:nvPr>
        </p:nvSpPr>
        <p:spPr>
          <a:xfrm>
            <a:off x="3698748"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2"/>
          <p:cNvSpPr>
            <a:spLocks noGrp="1"/>
          </p:cNvSpPr>
          <p:nvPr>
            <p:ph type="body" sz="quarter" idx="29"/>
          </p:nvPr>
        </p:nvSpPr>
        <p:spPr>
          <a:xfrm>
            <a:off x="1542796"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5"/>
          <p:cNvSpPr>
            <a:spLocks noGrp="1"/>
          </p:cNvSpPr>
          <p:nvPr>
            <p:ph type="body" sz="quarter" idx="30"/>
          </p:nvPr>
        </p:nvSpPr>
        <p:spPr>
          <a:xfrm>
            <a:off x="1542796"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21" name="Text Placeholder 25"/>
          <p:cNvSpPr>
            <a:spLocks noGrp="1"/>
          </p:cNvSpPr>
          <p:nvPr>
            <p:ph type="body" sz="quarter" idx="31"/>
          </p:nvPr>
        </p:nvSpPr>
        <p:spPr>
          <a:xfrm>
            <a:off x="3698748"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25" name="Text Placeholder 25"/>
          <p:cNvSpPr>
            <a:spLocks noGrp="1"/>
          </p:cNvSpPr>
          <p:nvPr>
            <p:ph type="body" sz="quarter" idx="32"/>
          </p:nvPr>
        </p:nvSpPr>
        <p:spPr>
          <a:xfrm>
            <a:off x="5854700"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Content Placeholder 10"/>
          <p:cNvSpPr>
            <a:spLocks noGrp="1"/>
          </p:cNvSpPr>
          <p:nvPr>
            <p:ph sz="quarter" idx="20"/>
          </p:nvPr>
        </p:nvSpPr>
        <p:spPr>
          <a:xfrm>
            <a:off x="8548577" y="1861185"/>
            <a:ext cx="2804160" cy="4206240"/>
          </a:xfrm>
          <a:prstGeom prst="rect">
            <a:avLst/>
          </a:prstGeom>
          <a:solidFill>
            <a:srgbClr val="FFFFFF"/>
          </a:solidFill>
          <a:ln>
            <a:solidFill>
              <a:srgbClr val="C0C0C0"/>
            </a:solidFill>
          </a:ln>
        </p:spPr>
        <p:txBody>
          <a:bodyPr rIns="4572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p:txBody>
      </p:sp>
      <p:sp>
        <p:nvSpPr>
          <p:cNvPr id="14" name="Slide Number Placeholder 9"/>
          <p:cNvSpPr>
            <a:spLocks noGrp="1"/>
          </p:cNvSpPr>
          <p:nvPr>
            <p:ph type="sldNum" sz="quarter" idx="35"/>
          </p:nvPr>
        </p:nvSpPr>
        <p:spPr/>
        <p:txBody>
          <a:bodyPr/>
          <a:lstStyle>
            <a:lvl1pPr>
              <a:defRPr/>
            </a:lvl1pPr>
          </a:lstStyle>
          <a:p>
            <a:fld id="{08AE5534-AA48-F74E-87DE-645A72BA9DD1}" type="slidenum">
              <a:rPr lang="en-US" altLang="en-US"/>
              <a:pPr/>
              <a:t>‹#›</a:t>
            </a:fld>
            <a:endParaRPr lang="en-US" altLang="en-US"/>
          </a:p>
        </p:txBody>
      </p:sp>
      <p:sp>
        <p:nvSpPr>
          <p:cNvPr id="22" name="Footer Placeholder 12"/>
          <p:cNvSpPr>
            <a:spLocks noGrp="1"/>
          </p:cNvSpPr>
          <p:nvPr>
            <p:ph type="ftr" sz="quarter" idx="36"/>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16318878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roject Phases">
    <p:spTree>
      <p:nvGrpSpPr>
        <p:cNvPr id="1" name=""/>
        <p:cNvGrpSpPr/>
        <p:nvPr/>
      </p:nvGrpSpPr>
      <p:grpSpPr>
        <a:xfrm>
          <a:off x="0" y="0"/>
          <a:ext cx="0" cy="0"/>
          <a:chOff x="0" y="0"/>
          <a:chExt cx="0" cy="0"/>
        </a:xfrm>
      </p:grpSpPr>
      <p:sp>
        <p:nvSpPr>
          <p:cNvPr id="15" name="Freeform 11"/>
          <p:cNvSpPr>
            <a:spLocks/>
          </p:cNvSpPr>
          <p:nvPr userDrawn="1"/>
        </p:nvSpPr>
        <p:spPr bwMode="auto">
          <a:xfrm>
            <a:off x="4091518" y="1981201"/>
            <a:ext cx="3382433" cy="339725"/>
          </a:xfrm>
          <a:custGeom>
            <a:avLst/>
            <a:gdLst>
              <a:gd name="T0" fmla="*/ 0 w 2536891"/>
              <a:gd name="T1" fmla="*/ 0 h 488372"/>
              <a:gd name="T2" fmla="*/ 1942613 w 2536891"/>
              <a:gd name="T3" fmla="*/ 0 h 488372"/>
              <a:gd name="T4" fmla="*/ 2455867 w 2536891"/>
              <a:gd name="T5" fmla="*/ 200 h 488372"/>
              <a:gd name="T6" fmla="*/ 2536627 w 2536891"/>
              <a:gd name="T7" fmla="*/ 114356 h 488372"/>
              <a:gd name="T8" fmla="*/ 131751 w 2536891"/>
              <a:gd name="T9" fmla="*/ 114356 h 488372"/>
              <a:gd name="T10" fmla="*/ 81090 w 2536891"/>
              <a:gd name="T11" fmla="*/ 113442 h 488372"/>
              <a:gd name="T12" fmla="*/ 0 w 2536891"/>
              <a:gd name="T13" fmla="*/ 0 h 4883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36891" h="488372">
                <a:moveTo>
                  <a:pt x="0" y="0"/>
                </a:moveTo>
                <a:lnTo>
                  <a:pt x="1942817" y="0"/>
                </a:lnTo>
                <a:lnTo>
                  <a:pt x="2456123" y="856"/>
                </a:lnTo>
                <a:lnTo>
                  <a:pt x="2536891" y="488372"/>
                </a:lnTo>
                <a:lnTo>
                  <a:pt x="131763" y="488372"/>
                </a:lnTo>
                <a:lnTo>
                  <a:pt x="81098" y="484467"/>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17" name="Freeform 13"/>
          <p:cNvSpPr>
            <a:spLocks/>
          </p:cNvSpPr>
          <p:nvPr userDrawn="1"/>
        </p:nvSpPr>
        <p:spPr bwMode="auto">
          <a:xfrm>
            <a:off x="609601" y="1982789"/>
            <a:ext cx="3373967" cy="339725"/>
          </a:xfrm>
          <a:custGeom>
            <a:avLst/>
            <a:gdLst>
              <a:gd name="T0" fmla="*/ 0 w 2529680"/>
              <a:gd name="T1" fmla="*/ 0 h 488372"/>
              <a:gd name="T2" fmla="*/ 1945261 w 2529680"/>
              <a:gd name="T3" fmla="*/ 0 h 488372"/>
              <a:gd name="T4" fmla="*/ 2463980 w 2529680"/>
              <a:gd name="T5" fmla="*/ 200 h 488372"/>
              <a:gd name="T6" fmla="*/ 2532861 w 2529680"/>
              <a:gd name="T7" fmla="*/ 113442 h 488372"/>
              <a:gd name="T8" fmla="*/ 0 w 2529680"/>
              <a:gd name="T9" fmla="*/ 114356 h 488372"/>
              <a:gd name="T10" fmla="*/ 0 w 2529680"/>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29680" h="488372">
                <a:moveTo>
                  <a:pt x="0" y="0"/>
                </a:moveTo>
                <a:lnTo>
                  <a:pt x="1942817" y="0"/>
                </a:lnTo>
                <a:lnTo>
                  <a:pt x="2460885" y="856"/>
                </a:lnTo>
                <a:lnTo>
                  <a:pt x="2529680" y="484467"/>
                </a:lnTo>
                <a:lnTo>
                  <a:pt x="0"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21" name="Freeform 14"/>
          <p:cNvSpPr>
            <a:spLocks/>
          </p:cNvSpPr>
          <p:nvPr userDrawn="1"/>
        </p:nvSpPr>
        <p:spPr bwMode="auto">
          <a:xfrm>
            <a:off x="7579785" y="1981201"/>
            <a:ext cx="3829049" cy="339725"/>
          </a:xfrm>
          <a:custGeom>
            <a:avLst/>
            <a:gdLst>
              <a:gd name="T0" fmla="*/ 0 w 2996886"/>
              <a:gd name="T1" fmla="*/ 0 h 488372"/>
              <a:gd name="T2" fmla="*/ 1638173 w 2996886"/>
              <a:gd name="T3" fmla="*/ 0 h 488372"/>
              <a:gd name="T4" fmla="*/ 2526959 w 2996886"/>
              <a:gd name="T5" fmla="*/ 200 h 488372"/>
              <a:gd name="T6" fmla="*/ 2525539 w 2996886"/>
              <a:gd name="T7" fmla="*/ 114356 h 488372"/>
              <a:gd name="T8" fmla="*/ 60236 w 2996886"/>
              <a:gd name="T9" fmla="*/ 114356 h 488372"/>
              <a:gd name="T10" fmla="*/ 0 w 2996886"/>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96886" h="488372">
                <a:moveTo>
                  <a:pt x="0" y="0"/>
                </a:moveTo>
                <a:lnTo>
                  <a:pt x="1942817" y="0"/>
                </a:lnTo>
                <a:lnTo>
                  <a:pt x="2996886" y="855"/>
                </a:lnTo>
                <a:cubicBezTo>
                  <a:pt x="2996325" y="163361"/>
                  <a:pt x="2995763" y="325866"/>
                  <a:pt x="2995202" y="488372"/>
                </a:cubicBezTo>
                <a:lnTo>
                  <a:pt x="71438"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28" name="Text Placeholder 12"/>
          <p:cNvSpPr>
            <a:spLocks noGrp="1"/>
          </p:cNvSpPr>
          <p:nvPr>
            <p:ph type="body" sz="quarter" idx="16"/>
          </p:nvPr>
        </p:nvSpPr>
        <p:spPr bwMode="gray">
          <a:xfrm>
            <a:off x="7574514" y="1983087"/>
            <a:ext cx="3834321" cy="1903112"/>
          </a:xfrm>
          <a:custGeom>
            <a:avLst/>
            <a:gdLst>
              <a:gd name="connsiteX0" fmla="*/ 0 w 2674468"/>
              <a:gd name="connsiteY0" fmla="*/ 0 h 1724992"/>
              <a:gd name="connsiteX1" fmla="*/ 2472747 w 2674468"/>
              <a:gd name="connsiteY1" fmla="*/ 0 h 1724992"/>
              <a:gd name="connsiteX2" fmla="*/ 2674468 w 2674468"/>
              <a:gd name="connsiteY2" fmla="*/ 862496 h 1724992"/>
              <a:gd name="connsiteX3" fmla="*/ 2472747 w 2674468"/>
              <a:gd name="connsiteY3" fmla="*/ 1724992 h 1724992"/>
              <a:gd name="connsiteX4" fmla="*/ 0 w 2674468"/>
              <a:gd name="connsiteY4" fmla="*/ 1724992 h 1724992"/>
              <a:gd name="connsiteX5" fmla="*/ 201721 w 2674468"/>
              <a:gd name="connsiteY5" fmla="*/ 862496 h 1724992"/>
              <a:gd name="connsiteX6" fmla="*/ 0 w 2674468"/>
              <a:gd name="connsiteY6"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201721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2747" h="1724992">
                <a:moveTo>
                  <a:pt x="0" y="0"/>
                </a:moveTo>
                <a:lnTo>
                  <a:pt x="2472747" y="0"/>
                </a:lnTo>
                <a:lnTo>
                  <a:pt x="2472747" y="1724992"/>
                </a:lnTo>
                <a:lnTo>
                  <a:pt x="0" y="1724992"/>
                </a:lnTo>
                <a:lnTo>
                  <a:pt x="169327" y="862496"/>
                </a:lnTo>
                <a:lnTo>
                  <a:pt x="0" y="0"/>
                </a:lnTo>
                <a:close/>
              </a:path>
            </a:pathLst>
          </a:custGeom>
          <a:noFill/>
          <a:ln w="6350">
            <a:solidFill>
              <a:srgbClr val="A9A9A9"/>
            </a:solidFill>
            <a:miter lim="800000"/>
            <a:headEnd/>
            <a:tailEnd/>
          </a:ln>
        </p:spPr>
        <p:txBody>
          <a:bodyPr lIns="411480" tIns="457200" rIns="137160" bIns="137160"/>
          <a:lstStyle>
            <a:lvl1pPr marL="171450" indent="-171450">
              <a:buClr>
                <a:srgbClr val="B01C2E"/>
              </a:buClr>
              <a:buFont typeface="Wingdings 2" pitchFamily="18" charset="2"/>
              <a:buChar char=""/>
              <a:defRPr sz="120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12"/>
          <p:cNvSpPr>
            <a:spLocks noGrp="1"/>
          </p:cNvSpPr>
          <p:nvPr>
            <p:ph type="body" sz="quarter" idx="33"/>
          </p:nvPr>
        </p:nvSpPr>
        <p:spPr>
          <a:xfrm>
            <a:off x="4091412" y="1983087"/>
            <a:ext cx="3565957" cy="1903112"/>
          </a:xfrm>
          <a:prstGeom prst="chevron">
            <a:avLst>
              <a:gd name="adj" fmla="val 10431"/>
            </a:avLst>
          </a:prstGeom>
          <a:ln w="6350">
            <a:solidFill>
              <a:srgbClr val="A9A9A9"/>
            </a:solidFill>
          </a:ln>
        </p:spPr>
        <p:txBody>
          <a:bodyPr lIns="137160" tIns="457200" rIns="137160" bIns="137160"/>
          <a:lstStyle>
            <a:lvl1pPr marL="171450" indent="-171450">
              <a:buClr>
                <a:srgbClr val="B01C2E"/>
              </a:buClr>
              <a:buFont typeface="Wingdings 2" pitchFamily="18" charset="2"/>
              <a:buChar char=""/>
              <a:defRPr sz="1200" baseline="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p:cNvSpPr>
            <a:spLocks noGrp="1"/>
          </p:cNvSpPr>
          <p:nvPr>
            <p:ph type="body" sz="quarter" idx="21"/>
          </p:nvPr>
        </p:nvSpPr>
        <p:spPr>
          <a:xfrm>
            <a:off x="609600" y="4038600"/>
            <a:ext cx="10769600" cy="310896"/>
          </a:xfrm>
          <a:prstGeom prst="rect">
            <a:avLst/>
          </a:prstGeom>
          <a:solidFill>
            <a:srgbClr val="4D4D4D"/>
          </a:solidFill>
          <a:ln>
            <a:noFill/>
          </a:ln>
        </p:spPr>
        <p:txBody>
          <a:bodyPr anchor="ctr" anchorCtr="1"/>
          <a:lstStyle>
            <a:lvl1pPr marL="0" indent="0" algn="ctr">
              <a:buNone/>
              <a:defRPr sz="1200" b="1">
                <a:solidFill>
                  <a:srgbClr val="FFFFFF"/>
                </a:solidFill>
              </a:defRPr>
            </a:lvl1pPr>
          </a:lstStyle>
          <a:p>
            <a:pPr lvl="0"/>
            <a:r>
              <a:rPr lang="en-US"/>
              <a:t>Click to edit Master text styles</a:t>
            </a:r>
          </a:p>
        </p:txBody>
      </p:sp>
      <p:sp>
        <p:nvSpPr>
          <p:cNvPr id="18" name="Text Placeholder 15"/>
          <p:cNvSpPr>
            <a:spLocks noGrp="1"/>
          </p:cNvSpPr>
          <p:nvPr>
            <p:ph type="body" sz="quarter" idx="23"/>
          </p:nvPr>
        </p:nvSpPr>
        <p:spPr>
          <a:xfrm>
            <a:off x="609600" y="5937504"/>
            <a:ext cx="5266944" cy="310896"/>
          </a:xfrm>
          <a:prstGeom prst="rect">
            <a:avLst/>
          </a:prstGeom>
          <a:solidFill>
            <a:srgbClr val="4D4D4D"/>
          </a:solidFill>
          <a:ln>
            <a:noFill/>
          </a:ln>
        </p:spPr>
        <p:txBody>
          <a:bodyPr anchor="ctr" anchorCtr="1"/>
          <a:lstStyle>
            <a:lvl1pPr marL="0" indent="173736" algn="l">
              <a:buClr>
                <a:schemeClr val="accent1"/>
              </a:buClr>
              <a:buFont typeface="Wingdings" pitchFamily="2" charset="2"/>
              <a:buNone/>
              <a:defRPr sz="1200" b="1">
                <a:solidFill>
                  <a:srgbClr val="FFFFFF"/>
                </a:solidFill>
              </a:defRPr>
            </a:lvl1pPr>
          </a:lstStyle>
          <a:p>
            <a:pPr lvl="0"/>
            <a:r>
              <a:rPr lang="en-US"/>
              <a:t>Click to edit Master text styles</a:t>
            </a:r>
          </a:p>
        </p:txBody>
      </p:sp>
      <p:sp>
        <p:nvSpPr>
          <p:cNvPr id="19" name="Text Placeholder 15"/>
          <p:cNvSpPr>
            <a:spLocks noGrp="1"/>
          </p:cNvSpPr>
          <p:nvPr>
            <p:ph type="body" sz="quarter" idx="24"/>
          </p:nvPr>
        </p:nvSpPr>
        <p:spPr>
          <a:xfrm>
            <a:off x="6114371" y="5937504"/>
            <a:ext cx="5266944" cy="310896"/>
          </a:xfrm>
          <a:prstGeom prst="rect">
            <a:avLst/>
          </a:prstGeom>
          <a:solidFill>
            <a:srgbClr val="4D4D4D"/>
          </a:solidFill>
          <a:ln>
            <a:noFill/>
          </a:ln>
        </p:spPr>
        <p:txBody>
          <a:bodyPr anchor="ctr" anchorCtr="1"/>
          <a:lstStyle>
            <a:lvl1pPr marL="0" indent="173736" algn="l">
              <a:buClr>
                <a:schemeClr val="accent1"/>
              </a:buClr>
              <a:buFont typeface="Wingdings" pitchFamily="2" charset="2"/>
              <a:buNone/>
              <a:defRPr sz="1200" b="1">
                <a:solidFill>
                  <a:srgbClr val="FFFFFF"/>
                </a:solidFill>
              </a:defRPr>
            </a:lvl1pPr>
          </a:lstStyle>
          <a:p>
            <a:pPr lvl="0"/>
            <a:r>
              <a:rPr lang="en-US"/>
              <a:t>Click to edit Master text styles</a:t>
            </a:r>
          </a:p>
        </p:txBody>
      </p:sp>
      <p:sp>
        <p:nvSpPr>
          <p:cNvPr id="26" name="Text Placeholder 12"/>
          <p:cNvSpPr>
            <a:spLocks noGrp="1"/>
          </p:cNvSpPr>
          <p:nvPr>
            <p:ph type="body" sz="quarter" idx="12"/>
          </p:nvPr>
        </p:nvSpPr>
        <p:spPr>
          <a:xfrm>
            <a:off x="609600" y="1417320"/>
            <a:ext cx="6925056"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27" name="Text Placeholder 13"/>
          <p:cNvSpPr>
            <a:spLocks noGrp="1"/>
          </p:cNvSpPr>
          <p:nvPr>
            <p:ph type="body" sz="quarter" idx="17"/>
          </p:nvPr>
        </p:nvSpPr>
        <p:spPr>
          <a:xfrm>
            <a:off x="7541684" y="1417325"/>
            <a:ext cx="4047744" cy="461963"/>
          </a:xfrm>
          <a:prstGeom prst="chevron">
            <a:avLst>
              <a:gd name="adj" fmla="val 34831"/>
            </a:avLst>
          </a:prstGeom>
          <a:solidFill>
            <a:srgbClr val="B01C2E"/>
          </a:solidFill>
        </p:spPr>
        <p:txBody>
          <a:bodyPr anchor="ctr"/>
          <a:lstStyle>
            <a:lvl1pPr marL="342900" marR="0" indent="-342900"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rgbClr val="FFFFFF"/>
                </a:solidFill>
              </a:defRPr>
            </a:lvl1pPr>
          </a:lstStyle>
          <a:p>
            <a:pPr lvl="0"/>
            <a:r>
              <a:rPr lang="en-US"/>
              <a:t>Click to edit Master text styles</a:t>
            </a:r>
          </a:p>
        </p:txBody>
      </p:sp>
      <p:sp>
        <p:nvSpPr>
          <p:cNvPr id="40" name="Text Placeholder 12"/>
          <p:cNvSpPr>
            <a:spLocks noGrp="1"/>
          </p:cNvSpPr>
          <p:nvPr>
            <p:ph type="body" sz="quarter" idx="11"/>
          </p:nvPr>
        </p:nvSpPr>
        <p:spPr>
          <a:xfrm>
            <a:off x="609600" y="1983087"/>
            <a:ext cx="3565957" cy="1903112"/>
          </a:xfrm>
          <a:prstGeom prst="homePlate">
            <a:avLst>
              <a:gd name="adj" fmla="val 11448"/>
            </a:avLst>
          </a:prstGeom>
          <a:ln w="6350">
            <a:solidFill>
              <a:srgbClr val="A9A9A9"/>
            </a:solidFill>
          </a:ln>
        </p:spPr>
        <p:txBody>
          <a:bodyPr lIns="137160" tIns="457200" rIns="137160" bIns="137160"/>
          <a:lstStyle>
            <a:lvl1pPr marL="171450" indent="-171450">
              <a:buClr>
                <a:srgbClr val="B01C2E"/>
              </a:buClr>
              <a:buFont typeface="Wingdings 2" pitchFamily="18" charset="2"/>
              <a:buChar char=""/>
              <a:defRPr sz="1200" baseline="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9"/>
          <p:cNvSpPr>
            <a:spLocks noGrp="1"/>
          </p:cNvSpPr>
          <p:nvPr>
            <p:ph type="body" sz="quarter" idx="13"/>
          </p:nvPr>
        </p:nvSpPr>
        <p:spPr>
          <a:xfrm>
            <a:off x="609600" y="1981200"/>
            <a:ext cx="3297573"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43" name="Text Placeholder 29"/>
          <p:cNvSpPr>
            <a:spLocks noGrp="1"/>
          </p:cNvSpPr>
          <p:nvPr>
            <p:ph type="body" sz="quarter" idx="15"/>
          </p:nvPr>
        </p:nvSpPr>
        <p:spPr>
          <a:xfrm>
            <a:off x="4192430" y="1988239"/>
            <a:ext cx="3183381"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49" name="Content Placeholder 10"/>
          <p:cNvSpPr>
            <a:spLocks noGrp="1"/>
          </p:cNvSpPr>
          <p:nvPr>
            <p:ph sz="quarter" idx="18"/>
          </p:nvPr>
        </p:nvSpPr>
        <p:spPr>
          <a:xfrm>
            <a:off x="609600" y="4343400"/>
            <a:ext cx="10769600" cy="1481328"/>
          </a:xfrm>
          <a:prstGeom prst="rect">
            <a:avLst/>
          </a:prstGeom>
          <a:solidFill>
            <a:srgbClr val="FFFFFF"/>
          </a:solidFill>
          <a:ln>
            <a:solidFill>
              <a:srgbClr val="C0C0C0"/>
            </a:solidFill>
          </a:ln>
        </p:spPr>
        <p:txBody>
          <a:bodyPr/>
          <a:lstStyle>
            <a:lvl1pPr marL="173736" indent="-173736">
              <a:lnSpc>
                <a:spcPct val="95000"/>
              </a:lnSpc>
              <a:spcBef>
                <a:spcPts val="720"/>
              </a:spcBef>
              <a:buClr>
                <a:schemeClr val="accent1"/>
              </a:buClr>
              <a:buFont typeface="Wingdings 2" pitchFamily="18" charset="2"/>
              <a:buChar char=""/>
              <a:defRPr sz="1200"/>
            </a:lvl1pPr>
            <a:lvl2pPr marL="347472" indent="-173736">
              <a:lnSpc>
                <a:spcPct val="95000"/>
              </a:lnSpc>
              <a:spcBef>
                <a:spcPts val="300"/>
              </a:spcBef>
              <a:buClr>
                <a:schemeClr val="accent1"/>
              </a:buClr>
              <a:buFont typeface="Arial" pitchFamily="34" charset="0"/>
              <a:buChar char="•"/>
              <a:defRPr sz="1200"/>
            </a:lvl2pPr>
            <a:lvl3pPr marL="521208" indent="-173736">
              <a:lnSpc>
                <a:spcPct val="95000"/>
              </a:lnSpc>
              <a:spcBef>
                <a:spcPts val="300"/>
              </a:spcBef>
              <a:buClr>
                <a:schemeClr val="accent1"/>
              </a:buClr>
              <a:buFont typeface="Arial" pitchFamily="34" charset="0"/>
              <a:buChar char="–"/>
              <a:defRPr sz="1200"/>
            </a:lvl3pPr>
            <a:lvl4pPr marL="685800" indent="-173736">
              <a:lnSpc>
                <a:spcPct val="95000"/>
              </a:lnSpc>
              <a:spcBef>
                <a:spcPts val="300"/>
              </a:spcBef>
              <a:buClr>
                <a:schemeClr val="accent1"/>
              </a:buClr>
              <a:buFont typeface="Arial" pitchFamily="34" charset="0"/>
              <a:buChar char="–"/>
              <a:defRPr sz="1200"/>
            </a:lvl4pPr>
            <a:lvl5pPr marL="914400" indent="-173736">
              <a:lnSpc>
                <a:spcPct val="95000"/>
              </a:lnSpc>
              <a:spcBef>
                <a:spcPts val="300"/>
              </a:spcBef>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29"/>
          <p:cNvSpPr>
            <a:spLocks noGrp="1"/>
          </p:cNvSpPr>
          <p:nvPr>
            <p:ph type="body" sz="quarter" idx="34"/>
          </p:nvPr>
        </p:nvSpPr>
        <p:spPr>
          <a:xfrm>
            <a:off x="7683241" y="1987175"/>
            <a:ext cx="3725596"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2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3" name="Slide Number Placeholder 9"/>
          <p:cNvSpPr>
            <a:spLocks noGrp="1"/>
          </p:cNvSpPr>
          <p:nvPr>
            <p:ph type="sldNum" sz="quarter" idx="35"/>
          </p:nvPr>
        </p:nvSpPr>
        <p:spPr/>
        <p:txBody>
          <a:bodyPr/>
          <a:lstStyle>
            <a:lvl1pPr>
              <a:defRPr/>
            </a:lvl1pPr>
          </a:lstStyle>
          <a:p>
            <a:fld id="{E70D8206-912D-3041-8A60-C5747B4B98EB}" type="slidenum">
              <a:rPr lang="en-US" altLang="en-US"/>
              <a:pPr/>
              <a:t>‹#›</a:t>
            </a:fld>
            <a:endParaRPr lang="en-US" altLang="en-US"/>
          </a:p>
        </p:txBody>
      </p:sp>
      <p:sp>
        <p:nvSpPr>
          <p:cNvPr id="24" name="Footer Placeholder 23"/>
          <p:cNvSpPr>
            <a:spLocks noGrp="1"/>
          </p:cNvSpPr>
          <p:nvPr>
            <p:ph type="ftr" sz="quarter" idx="36"/>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9321310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Blocks - Workstreams and outcomes">
    <p:spTree>
      <p:nvGrpSpPr>
        <p:cNvPr id="1" name=""/>
        <p:cNvGrpSpPr/>
        <p:nvPr/>
      </p:nvGrpSpPr>
      <p:grpSpPr>
        <a:xfrm>
          <a:off x="0" y="0"/>
          <a:ext cx="0" cy="0"/>
          <a:chOff x="0" y="0"/>
          <a:chExt cx="0" cy="0"/>
        </a:xfrm>
      </p:grpSpPr>
      <p:sp>
        <p:nvSpPr>
          <p:cNvPr id="33" name="Pentagon 32"/>
          <p:cNvSpPr/>
          <p:nvPr userDrawn="1"/>
        </p:nvSpPr>
        <p:spPr bwMode="auto">
          <a:xfrm>
            <a:off x="7342718" y="1755775"/>
            <a:ext cx="905933" cy="4343400"/>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nchor="ctr"/>
          <a:lstStyle/>
          <a:p>
            <a:pPr indent="-117475" eaLnBrk="0" hangingPunct="0">
              <a:lnSpc>
                <a:spcPct val="95000"/>
              </a:lnSpc>
              <a:defRPr/>
            </a:pPr>
            <a:endParaRPr lang="en-US" sz="1800">
              <a:latin typeface="Arial" charset="0"/>
              <a:ea typeface="+mn-ea"/>
            </a:endParaRPr>
          </a:p>
        </p:txBody>
      </p:sp>
      <p:sp>
        <p:nvSpPr>
          <p:cNvPr id="6" name="Text Placeholder 2"/>
          <p:cNvSpPr>
            <a:spLocks noGrp="1"/>
          </p:cNvSpPr>
          <p:nvPr>
            <p:ph type="body" idx="38"/>
          </p:nvPr>
        </p:nvSpPr>
        <p:spPr>
          <a:xfrm>
            <a:off x="399164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Text Placeholder 2"/>
          <p:cNvSpPr>
            <a:spLocks noGrp="1"/>
          </p:cNvSpPr>
          <p:nvPr>
            <p:ph type="body" idx="39"/>
          </p:nvPr>
        </p:nvSpPr>
        <p:spPr>
          <a:xfrm>
            <a:off x="63711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5"/>
          </p:nvPr>
        </p:nvSpPr>
        <p:spPr>
          <a:xfrm>
            <a:off x="3991647" y="1290638"/>
            <a:ext cx="3169920" cy="380392"/>
          </a:xfrm>
          <a:prstGeom prst="rect">
            <a:avLst/>
          </a:prstGeom>
          <a:solidFill>
            <a:schemeClr val="tx1">
              <a:lumMod val="50000"/>
              <a:lumOff val="50000"/>
            </a:schemeClr>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2"/>
          </p:nvPr>
        </p:nvSpPr>
        <p:spPr>
          <a:xfrm>
            <a:off x="8400511" y="1290638"/>
            <a:ext cx="316992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2"/>
          <p:cNvSpPr>
            <a:spLocks noGrp="1"/>
          </p:cNvSpPr>
          <p:nvPr>
            <p:ph type="body" idx="30"/>
          </p:nvPr>
        </p:nvSpPr>
        <p:spPr>
          <a:xfrm>
            <a:off x="637117" y="1290638"/>
            <a:ext cx="3169920" cy="380392"/>
          </a:xfrm>
          <a:prstGeom prst="rect">
            <a:avLst/>
          </a:prstGeom>
          <a:solidFill>
            <a:srgbClr val="4D4D4D"/>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9"/>
          <p:cNvSpPr>
            <a:spLocks noGrp="1"/>
          </p:cNvSpPr>
          <p:nvPr>
            <p:ph type="body" sz="quarter" idx="40"/>
          </p:nvPr>
        </p:nvSpPr>
        <p:spPr>
          <a:xfrm>
            <a:off x="759037" y="1731264"/>
            <a:ext cx="2926080" cy="521208"/>
          </a:xfrm>
          <a:prstGeom prst="flowChartAlternateProcess">
            <a:avLst/>
          </a:prstGeom>
          <a:solidFill>
            <a:srgbClr val="FFFFFF"/>
          </a:solidFill>
          <a:ln>
            <a:solidFill>
              <a:srgbClr val="C0C0C0"/>
            </a:solidFill>
          </a:ln>
        </p:spPr>
        <p:txBody>
          <a:bodyPr lIns="45720" tIns="0" rIns="45720" bIns="0" anchor="ctr" anchorCtr="0"/>
          <a:lstStyle>
            <a:lvl1pPr marL="0" indent="-118872">
              <a:lnSpc>
                <a:spcPct val="95000"/>
              </a:lnSpc>
              <a:spcBef>
                <a:spcPts val="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2" name="Text Placeholder 19"/>
          <p:cNvSpPr>
            <a:spLocks noGrp="1"/>
          </p:cNvSpPr>
          <p:nvPr>
            <p:ph type="body" sz="quarter" idx="41"/>
          </p:nvPr>
        </p:nvSpPr>
        <p:spPr>
          <a:xfrm>
            <a:off x="759037" y="235712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3" name="Text Placeholder 19"/>
          <p:cNvSpPr>
            <a:spLocks noGrp="1"/>
          </p:cNvSpPr>
          <p:nvPr>
            <p:ph type="body" sz="quarter" idx="42"/>
          </p:nvPr>
        </p:nvSpPr>
        <p:spPr>
          <a:xfrm>
            <a:off x="759037" y="2982976"/>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4" name="Text Placeholder 19"/>
          <p:cNvSpPr>
            <a:spLocks noGrp="1"/>
          </p:cNvSpPr>
          <p:nvPr>
            <p:ph type="body" sz="quarter" idx="43"/>
          </p:nvPr>
        </p:nvSpPr>
        <p:spPr>
          <a:xfrm>
            <a:off x="759037" y="3608832"/>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5" name="Text Placeholder 19"/>
          <p:cNvSpPr>
            <a:spLocks noGrp="1"/>
          </p:cNvSpPr>
          <p:nvPr>
            <p:ph type="body" sz="quarter" idx="44"/>
          </p:nvPr>
        </p:nvSpPr>
        <p:spPr>
          <a:xfrm>
            <a:off x="759037" y="4234688"/>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6" name="Text Placeholder 19"/>
          <p:cNvSpPr>
            <a:spLocks noGrp="1"/>
          </p:cNvSpPr>
          <p:nvPr>
            <p:ph type="body" sz="quarter" idx="45"/>
          </p:nvPr>
        </p:nvSpPr>
        <p:spPr>
          <a:xfrm>
            <a:off x="759037" y="548640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7" name="Text Placeholder 19"/>
          <p:cNvSpPr>
            <a:spLocks noGrp="1"/>
          </p:cNvSpPr>
          <p:nvPr>
            <p:ph type="body" sz="quarter" idx="46"/>
          </p:nvPr>
        </p:nvSpPr>
        <p:spPr>
          <a:xfrm>
            <a:off x="759037" y="4860544"/>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8" name="Text Placeholder 19"/>
          <p:cNvSpPr>
            <a:spLocks noGrp="1"/>
          </p:cNvSpPr>
          <p:nvPr>
            <p:ph type="body" sz="quarter" idx="47"/>
          </p:nvPr>
        </p:nvSpPr>
        <p:spPr>
          <a:xfrm>
            <a:off x="4113567" y="1743456"/>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9" name="Text Placeholder 19"/>
          <p:cNvSpPr>
            <a:spLocks noGrp="1"/>
          </p:cNvSpPr>
          <p:nvPr>
            <p:ph type="body" sz="quarter" idx="48"/>
          </p:nvPr>
        </p:nvSpPr>
        <p:spPr>
          <a:xfrm>
            <a:off x="4113567" y="2369312"/>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0" name="Text Placeholder 19"/>
          <p:cNvSpPr>
            <a:spLocks noGrp="1"/>
          </p:cNvSpPr>
          <p:nvPr>
            <p:ph type="body" sz="quarter" idx="49"/>
          </p:nvPr>
        </p:nvSpPr>
        <p:spPr>
          <a:xfrm>
            <a:off x="4113567" y="2995168"/>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1" name="Text Placeholder 19"/>
          <p:cNvSpPr>
            <a:spLocks noGrp="1"/>
          </p:cNvSpPr>
          <p:nvPr>
            <p:ph type="body" sz="quarter" idx="50"/>
          </p:nvPr>
        </p:nvSpPr>
        <p:spPr>
          <a:xfrm>
            <a:off x="4113567" y="3621024"/>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2" name="Text Placeholder 19"/>
          <p:cNvSpPr>
            <a:spLocks noGrp="1"/>
          </p:cNvSpPr>
          <p:nvPr>
            <p:ph type="body" sz="quarter" idx="51"/>
          </p:nvPr>
        </p:nvSpPr>
        <p:spPr>
          <a:xfrm>
            <a:off x="4113567" y="4246880"/>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3" name="Text Placeholder 19"/>
          <p:cNvSpPr>
            <a:spLocks noGrp="1"/>
          </p:cNvSpPr>
          <p:nvPr>
            <p:ph type="body" sz="quarter" idx="52"/>
          </p:nvPr>
        </p:nvSpPr>
        <p:spPr>
          <a:xfrm>
            <a:off x="4113567" y="5498592"/>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4" name="Text Placeholder 19"/>
          <p:cNvSpPr>
            <a:spLocks noGrp="1"/>
          </p:cNvSpPr>
          <p:nvPr>
            <p:ph type="body" sz="quarter" idx="53"/>
          </p:nvPr>
        </p:nvSpPr>
        <p:spPr>
          <a:xfrm>
            <a:off x="4113567" y="4872736"/>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5" name="Text Placeholder 19"/>
          <p:cNvSpPr>
            <a:spLocks noGrp="1"/>
          </p:cNvSpPr>
          <p:nvPr>
            <p:ph type="body" sz="quarter" idx="54"/>
          </p:nvPr>
        </p:nvSpPr>
        <p:spPr>
          <a:xfrm>
            <a:off x="8400511" y="1743456"/>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6" name="Text Placeholder 19"/>
          <p:cNvSpPr>
            <a:spLocks noGrp="1"/>
          </p:cNvSpPr>
          <p:nvPr>
            <p:ph type="body" sz="quarter" idx="55"/>
          </p:nvPr>
        </p:nvSpPr>
        <p:spPr>
          <a:xfrm>
            <a:off x="8400511" y="2369312"/>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7" name="Text Placeholder 19"/>
          <p:cNvSpPr>
            <a:spLocks noGrp="1"/>
          </p:cNvSpPr>
          <p:nvPr>
            <p:ph type="body" sz="quarter" idx="56"/>
          </p:nvPr>
        </p:nvSpPr>
        <p:spPr>
          <a:xfrm>
            <a:off x="8400511" y="2995168"/>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8" name="Text Placeholder 19"/>
          <p:cNvSpPr>
            <a:spLocks noGrp="1"/>
          </p:cNvSpPr>
          <p:nvPr>
            <p:ph type="body" sz="quarter" idx="57"/>
          </p:nvPr>
        </p:nvSpPr>
        <p:spPr>
          <a:xfrm>
            <a:off x="8400511" y="3621024"/>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9" name="Text Placeholder 19"/>
          <p:cNvSpPr>
            <a:spLocks noGrp="1"/>
          </p:cNvSpPr>
          <p:nvPr>
            <p:ph type="body" sz="quarter" idx="58"/>
          </p:nvPr>
        </p:nvSpPr>
        <p:spPr>
          <a:xfrm>
            <a:off x="8400511" y="4246880"/>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0" name="Text Placeholder 19"/>
          <p:cNvSpPr>
            <a:spLocks noGrp="1"/>
          </p:cNvSpPr>
          <p:nvPr>
            <p:ph type="body" sz="quarter" idx="59"/>
          </p:nvPr>
        </p:nvSpPr>
        <p:spPr>
          <a:xfrm>
            <a:off x="8400511" y="5498592"/>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1" name="Text Placeholder 19"/>
          <p:cNvSpPr>
            <a:spLocks noGrp="1"/>
          </p:cNvSpPr>
          <p:nvPr>
            <p:ph type="body" sz="quarter" idx="60"/>
          </p:nvPr>
        </p:nvSpPr>
        <p:spPr>
          <a:xfrm>
            <a:off x="8400511" y="4872736"/>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4" name="Slide Number Placeholder 9"/>
          <p:cNvSpPr>
            <a:spLocks noGrp="1"/>
          </p:cNvSpPr>
          <p:nvPr>
            <p:ph type="sldNum" sz="quarter" idx="61"/>
          </p:nvPr>
        </p:nvSpPr>
        <p:spPr/>
        <p:txBody>
          <a:bodyPr/>
          <a:lstStyle>
            <a:lvl1pPr>
              <a:defRPr/>
            </a:lvl1pPr>
          </a:lstStyle>
          <a:p>
            <a:fld id="{250D9D91-D592-1043-AF8D-0FC015913F1E}" type="slidenum">
              <a:rPr lang="en-US" altLang="en-US"/>
              <a:pPr/>
              <a:t>‹#›</a:t>
            </a:fld>
            <a:endParaRPr lang="en-US" altLang="en-US"/>
          </a:p>
        </p:txBody>
      </p:sp>
      <p:sp>
        <p:nvSpPr>
          <p:cNvPr id="35" name="Footer Placeholder 33"/>
          <p:cNvSpPr>
            <a:spLocks noGrp="1"/>
          </p:cNvSpPr>
          <p:nvPr>
            <p:ph type="ftr" sz="quarter" idx="62"/>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8433748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Blocks - Elements Leading To">
    <p:spTree>
      <p:nvGrpSpPr>
        <p:cNvPr id="1" name=""/>
        <p:cNvGrpSpPr/>
        <p:nvPr/>
      </p:nvGrpSpPr>
      <p:grpSpPr>
        <a:xfrm>
          <a:off x="0" y="0"/>
          <a:ext cx="0" cy="0"/>
          <a:chOff x="0" y="0"/>
          <a:chExt cx="0" cy="0"/>
        </a:xfrm>
      </p:grpSpPr>
      <p:sp>
        <p:nvSpPr>
          <p:cNvPr id="15" name="Pentagon 14"/>
          <p:cNvSpPr/>
          <p:nvPr userDrawn="1"/>
        </p:nvSpPr>
        <p:spPr bwMode="auto">
          <a:xfrm>
            <a:off x="7133167" y="1497014"/>
            <a:ext cx="905933" cy="4352925"/>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7" name="Text Placeholder 8"/>
          <p:cNvSpPr>
            <a:spLocks noGrp="1"/>
          </p:cNvSpPr>
          <p:nvPr>
            <p:ph type="body" sz="quarter" idx="21"/>
          </p:nvPr>
        </p:nvSpPr>
        <p:spPr>
          <a:xfrm rot="5400000">
            <a:off x="9549384" y="-97536"/>
            <a:ext cx="640080" cy="3425952"/>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8" name="Text Placeholder 12"/>
          <p:cNvSpPr>
            <a:spLocks noGrp="1"/>
          </p:cNvSpPr>
          <p:nvPr>
            <p:ph type="body" sz="quarter" idx="18"/>
          </p:nvPr>
        </p:nvSpPr>
        <p:spPr>
          <a:xfrm>
            <a:off x="8156448" y="1981200"/>
            <a:ext cx="3425952" cy="4114800"/>
          </a:xfrm>
          <a:prstGeom prst="rect">
            <a:avLst/>
          </a:prstGeom>
          <a:noFill/>
          <a:ln>
            <a:solidFill>
              <a:srgbClr val="C0C0C0"/>
            </a:solidFill>
          </a:ln>
        </p:spPr>
        <p:txBody>
          <a:bodyPr wrap="square" lIns="91440" anchor="t" anchorCtr="0">
            <a:noAutofit/>
          </a:bodyPr>
          <a:lstStyle>
            <a:lvl1pPr marL="233363" indent="-233363" algn="l">
              <a:spcBef>
                <a:spcPts val="200"/>
              </a:spcBef>
              <a:buClr>
                <a:srgbClr val="B01C2E"/>
              </a:buClr>
              <a:buFont typeface="Wingdings" pitchFamily="2" charset="2"/>
              <a:buChar char="§"/>
              <a:defRPr sz="1200" b="1" baseline="0"/>
            </a:lvl1pPr>
            <a:lvl2pPr marL="338138" indent="-173038">
              <a:spcBef>
                <a:spcPts val="200"/>
              </a:spcBef>
              <a:buClr>
                <a:srgbClr val="B01C2E"/>
              </a:buClr>
              <a:buFont typeface="Arial" pitchFamily="34" charset="0"/>
              <a:buChar char="•"/>
              <a:tabLst/>
              <a:defRPr sz="1200" b="1" baseline="0"/>
            </a:lvl2pPr>
            <a:lvl3pPr marL="502920" indent="-173038">
              <a:spcBef>
                <a:spcPts val="200"/>
              </a:spcBef>
              <a:buClr>
                <a:srgbClr val="B01C2E"/>
              </a:buClr>
              <a:buFont typeface="Arial" pitchFamily="34" charset="0"/>
              <a:buChar char="–"/>
              <a:defRPr sz="1200" b="1" baseline="0"/>
            </a:lvl3pPr>
            <a:lvl4pPr marL="685800" indent="-173736">
              <a:spcBef>
                <a:spcPts val="200"/>
              </a:spcBef>
              <a:buClr>
                <a:srgbClr val="B01C2E"/>
              </a:buClr>
              <a:buFont typeface="Arial" pitchFamily="34" charset="0"/>
              <a:buChar char="–"/>
              <a:tabLst/>
              <a:defRPr sz="1200" b="1"/>
            </a:lvl4pPr>
            <a:lvl5pPr marL="850392" indent="-173736">
              <a:spcBef>
                <a:spcPts val="200"/>
              </a:spcBef>
              <a:buClr>
                <a:srgbClr val="B01C2E"/>
              </a:buClr>
              <a:buFont typeface="Arial" pitchFamily="34" charset="0"/>
              <a:buChar char="–"/>
              <a:defRPr sz="12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2"/>
          </p:nvPr>
        </p:nvSpPr>
        <p:spPr>
          <a:xfrm>
            <a:off x="5080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Content Placeholder 3"/>
          <p:cNvSpPr>
            <a:spLocks noGrp="1"/>
          </p:cNvSpPr>
          <p:nvPr>
            <p:ph sz="half" idx="22"/>
          </p:nvPr>
        </p:nvSpPr>
        <p:spPr>
          <a:xfrm>
            <a:off x="5080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Content Placeholder 3"/>
          <p:cNvSpPr>
            <a:spLocks noGrp="1"/>
          </p:cNvSpPr>
          <p:nvPr>
            <p:ph sz="half" idx="23"/>
          </p:nvPr>
        </p:nvSpPr>
        <p:spPr>
          <a:xfrm>
            <a:off x="5080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3"/>
          <p:cNvSpPr>
            <a:spLocks noGrp="1"/>
          </p:cNvSpPr>
          <p:nvPr>
            <p:ph sz="half" idx="24"/>
          </p:nvPr>
        </p:nvSpPr>
        <p:spPr>
          <a:xfrm>
            <a:off x="27432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3"/>
          <p:cNvSpPr>
            <a:spLocks noGrp="1"/>
          </p:cNvSpPr>
          <p:nvPr>
            <p:ph sz="half" idx="25"/>
          </p:nvPr>
        </p:nvSpPr>
        <p:spPr>
          <a:xfrm>
            <a:off x="27432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3"/>
          <p:cNvSpPr>
            <a:spLocks noGrp="1"/>
          </p:cNvSpPr>
          <p:nvPr>
            <p:ph sz="half" idx="26"/>
          </p:nvPr>
        </p:nvSpPr>
        <p:spPr>
          <a:xfrm>
            <a:off x="27432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3"/>
          <p:cNvSpPr>
            <a:spLocks noGrp="1"/>
          </p:cNvSpPr>
          <p:nvPr>
            <p:ph sz="half" idx="27"/>
          </p:nvPr>
        </p:nvSpPr>
        <p:spPr>
          <a:xfrm>
            <a:off x="49784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3"/>
          <p:cNvSpPr>
            <a:spLocks noGrp="1"/>
          </p:cNvSpPr>
          <p:nvPr>
            <p:ph sz="half" idx="28"/>
          </p:nvPr>
        </p:nvSpPr>
        <p:spPr>
          <a:xfrm>
            <a:off x="49784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3"/>
          <p:cNvSpPr>
            <a:spLocks noGrp="1"/>
          </p:cNvSpPr>
          <p:nvPr>
            <p:ph sz="half" idx="29"/>
          </p:nvPr>
        </p:nvSpPr>
        <p:spPr>
          <a:xfrm>
            <a:off x="49784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Slide Number Placeholder 9"/>
          <p:cNvSpPr>
            <a:spLocks noGrp="1"/>
          </p:cNvSpPr>
          <p:nvPr>
            <p:ph type="sldNum" sz="quarter" idx="30"/>
          </p:nvPr>
        </p:nvSpPr>
        <p:spPr/>
        <p:txBody>
          <a:bodyPr/>
          <a:lstStyle>
            <a:lvl1pPr>
              <a:defRPr/>
            </a:lvl1pPr>
          </a:lstStyle>
          <a:p>
            <a:fld id="{09CF501B-85A3-0748-9525-578425C49286}" type="slidenum">
              <a:rPr lang="en-US" altLang="en-US"/>
              <a:pPr/>
              <a:t>‹#›</a:t>
            </a:fld>
            <a:endParaRPr lang="en-US" altLang="en-US"/>
          </a:p>
        </p:txBody>
      </p:sp>
      <p:sp>
        <p:nvSpPr>
          <p:cNvPr id="21" name="Footer Placeholder 20"/>
          <p:cNvSpPr>
            <a:spLocks noGrp="1"/>
          </p:cNvSpPr>
          <p:nvPr>
            <p:ph type="ftr" sz="quarter" idx="31"/>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198554645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lated Text Blocks - Sequence">
    <p:spTree>
      <p:nvGrpSpPr>
        <p:cNvPr id="1" name=""/>
        <p:cNvGrpSpPr/>
        <p:nvPr/>
      </p:nvGrpSpPr>
      <p:grpSpPr>
        <a:xfrm>
          <a:off x="0" y="0"/>
          <a:ext cx="0" cy="0"/>
          <a:chOff x="0" y="0"/>
          <a:chExt cx="0" cy="0"/>
        </a:xfrm>
      </p:grpSpPr>
      <p:cxnSp>
        <p:nvCxnSpPr>
          <p:cNvPr id="7" name="Elbow Connector 24"/>
          <p:cNvCxnSpPr>
            <a:cxnSpLocks noChangeShapeType="1"/>
          </p:cNvCxnSpPr>
          <p:nvPr userDrawn="1"/>
        </p:nvCxnSpPr>
        <p:spPr bwMode="auto">
          <a:xfrm rot="16200000" flipH="1">
            <a:off x="1340909" y="2289175"/>
            <a:ext cx="768350" cy="850900"/>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3" name="Elbow Connector 28"/>
          <p:cNvCxnSpPr>
            <a:cxnSpLocks noChangeShapeType="1"/>
          </p:cNvCxnSpPr>
          <p:nvPr userDrawn="1"/>
        </p:nvCxnSpPr>
        <p:spPr bwMode="auto">
          <a:xfrm rot="16200000" flipH="1">
            <a:off x="2881313" y="3486680"/>
            <a:ext cx="752475" cy="833967"/>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4" name="Elbow Connector 39"/>
          <p:cNvCxnSpPr>
            <a:cxnSpLocks noChangeShapeType="1"/>
          </p:cNvCxnSpPr>
          <p:nvPr userDrawn="1"/>
        </p:nvCxnSpPr>
        <p:spPr bwMode="auto">
          <a:xfrm rot="16200000" flipH="1">
            <a:off x="4429126" y="4714875"/>
            <a:ext cx="698500" cy="793751"/>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sp>
        <p:nvSpPr>
          <p:cNvPr id="8" name="Content Placeholder 3"/>
          <p:cNvSpPr>
            <a:spLocks noGrp="1"/>
          </p:cNvSpPr>
          <p:nvPr>
            <p:ph sz="half" idx="17"/>
          </p:nvPr>
        </p:nvSpPr>
        <p:spPr>
          <a:xfrm>
            <a:off x="5175608" y="4986243"/>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9" name="Content Placeholder 3"/>
          <p:cNvSpPr>
            <a:spLocks noGrp="1"/>
          </p:cNvSpPr>
          <p:nvPr>
            <p:ph sz="half" idx="14"/>
          </p:nvPr>
        </p:nvSpPr>
        <p:spPr>
          <a:xfrm>
            <a:off x="638822" y="1441358"/>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0" name="Content Placeholder 3"/>
          <p:cNvSpPr>
            <a:spLocks noGrp="1"/>
          </p:cNvSpPr>
          <p:nvPr>
            <p:ph sz="half" idx="15"/>
          </p:nvPr>
        </p:nvSpPr>
        <p:spPr>
          <a:xfrm>
            <a:off x="2150310" y="2622986"/>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1" name="Content Placeholder 3"/>
          <p:cNvSpPr>
            <a:spLocks noGrp="1"/>
          </p:cNvSpPr>
          <p:nvPr>
            <p:ph sz="half" idx="16"/>
          </p:nvPr>
        </p:nvSpPr>
        <p:spPr>
          <a:xfrm>
            <a:off x="3674314" y="3804614"/>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18"/>
          </p:nvPr>
        </p:nvSpPr>
        <p:spPr/>
        <p:txBody>
          <a:bodyPr/>
          <a:lstStyle>
            <a:lvl1pPr>
              <a:defRPr/>
            </a:lvl1pPr>
          </a:lstStyle>
          <a:p>
            <a:fld id="{0C10D6D8-3B97-854D-B9A2-DD1E2B17F6F0}" type="slidenum">
              <a:rPr lang="en-US" altLang="en-US"/>
              <a:pPr/>
              <a:t>‹#›</a:t>
            </a:fld>
            <a:endParaRPr lang="en-US" altLang="en-US"/>
          </a:p>
        </p:txBody>
      </p:sp>
      <p:sp>
        <p:nvSpPr>
          <p:cNvPr id="16" name="Footer Placeholder 13"/>
          <p:cNvSpPr>
            <a:spLocks noGrp="1"/>
          </p:cNvSpPr>
          <p:nvPr>
            <p:ph type="ftr" sz="quarter" idx="19"/>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61958301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Guidelines">
    <p:spTree>
      <p:nvGrpSpPr>
        <p:cNvPr id="1" name=""/>
        <p:cNvGrpSpPr/>
        <p:nvPr/>
      </p:nvGrpSpPr>
      <p:grpSpPr>
        <a:xfrm>
          <a:off x="0" y="0"/>
          <a:ext cx="0" cy="0"/>
          <a:chOff x="0" y="0"/>
          <a:chExt cx="0" cy="0"/>
        </a:xfrm>
      </p:grpSpPr>
      <p:sp>
        <p:nvSpPr>
          <p:cNvPr id="7" name="Parallelogram 6"/>
          <p:cNvSpPr/>
          <p:nvPr userDrawn="1"/>
        </p:nvSpPr>
        <p:spPr bwMode="auto">
          <a:xfrm>
            <a:off x="950384" y="1782764"/>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8" name="Parallelogram 7"/>
          <p:cNvSpPr/>
          <p:nvPr userDrawn="1"/>
        </p:nvSpPr>
        <p:spPr bwMode="auto">
          <a:xfrm>
            <a:off x="950384" y="5300664"/>
            <a:ext cx="10625667" cy="530225"/>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14" name="Parallelogram 13"/>
          <p:cNvSpPr/>
          <p:nvPr userDrawn="1"/>
        </p:nvSpPr>
        <p:spPr bwMode="auto">
          <a:xfrm>
            <a:off x="950384" y="4129089"/>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15" name="Parallelogram 14"/>
          <p:cNvSpPr/>
          <p:nvPr userDrawn="1"/>
        </p:nvSpPr>
        <p:spPr bwMode="auto">
          <a:xfrm>
            <a:off x="950384" y="2955925"/>
            <a:ext cx="10625667" cy="528638"/>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9" name="Content Placeholder 3"/>
          <p:cNvSpPr>
            <a:spLocks noGrp="1"/>
          </p:cNvSpPr>
          <p:nvPr>
            <p:ph sz="half" idx="12"/>
          </p:nvPr>
        </p:nvSpPr>
        <p:spPr>
          <a:xfrm>
            <a:off x="944921" y="1501649"/>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0" name="Content Placeholder 3"/>
          <p:cNvSpPr>
            <a:spLocks noGrp="1"/>
          </p:cNvSpPr>
          <p:nvPr>
            <p:ph sz="half" idx="13"/>
          </p:nvPr>
        </p:nvSpPr>
        <p:spPr>
          <a:xfrm>
            <a:off x="944921" y="5019703"/>
            <a:ext cx="9934099" cy="789371"/>
          </a:xfrm>
          <a:prstGeom prst="parallelogram">
            <a:avLst/>
          </a:prstGeom>
          <a:solidFill>
            <a:schemeClr val="accent1"/>
          </a:solidFill>
          <a:ln w="6350">
            <a:noFill/>
          </a:ln>
        </p:spPr>
        <p:txBody>
          <a:bodyPr lIns="137160" tIns="137160" rIns="137160" bIns="137160" anchor="ctr"/>
          <a:lstStyle>
            <a:lvl1pPr marL="176213" marR="0" indent="-176213"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1" name="Content Placeholder 3"/>
          <p:cNvSpPr>
            <a:spLocks noGrp="1"/>
          </p:cNvSpPr>
          <p:nvPr>
            <p:ph sz="half" idx="14"/>
          </p:nvPr>
        </p:nvSpPr>
        <p:spPr>
          <a:xfrm>
            <a:off x="944921" y="3847016"/>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2" name="Content Placeholder 3"/>
          <p:cNvSpPr>
            <a:spLocks noGrp="1"/>
          </p:cNvSpPr>
          <p:nvPr>
            <p:ph sz="half" idx="15"/>
          </p:nvPr>
        </p:nvSpPr>
        <p:spPr>
          <a:xfrm>
            <a:off x="944921" y="2674335"/>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Slide Number Placeholder 9"/>
          <p:cNvSpPr>
            <a:spLocks noGrp="1"/>
          </p:cNvSpPr>
          <p:nvPr>
            <p:ph type="sldNum" sz="quarter" idx="16"/>
          </p:nvPr>
        </p:nvSpPr>
        <p:spPr/>
        <p:txBody>
          <a:bodyPr/>
          <a:lstStyle>
            <a:lvl1pPr>
              <a:defRPr/>
            </a:lvl1pPr>
          </a:lstStyle>
          <a:p>
            <a:fld id="{97E92AD8-7AD1-8240-8596-9839AB315E2F}" type="slidenum">
              <a:rPr lang="en-US" altLang="en-US"/>
              <a:pPr/>
              <a:t>‹#›</a:t>
            </a:fld>
            <a:endParaRPr lang="en-US" altLang="en-US"/>
          </a:p>
        </p:txBody>
      </p:sp>
      <p:sp>
        <p:nvSpPr>
          <p:cNvPr id="17" name="Footer Placeholder 14"/>
          <p:cNvSpPr>
            <a:spLocks noGrp="1"/>
          </p:cNvSpPr>
          <p:nvPr>
            <p:ph type="ftr" sz="quarter" idx="17"/>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49958287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ases and threads with chevrons">
    <p:spTree>
      <p:nvGrpSpPr>
        <p:cNvPr id="1" name=""/>
        <p:cNvGrpSpPr/>
        <p:nvPr/>
      </p:nvGrpSpPr>
      <p:grpSpPr>
        <a:xfrm>
          <a:off x="0" y="0"/>
          <a:ext cx="0" cy="0"/>
          <a:chOff x="0" y="0"/>
          <a:chExt cx="0" cy="0"/>
        </a:xfrm>
      </p:grpSpPr>
      <p:cxnSp>
        <p:nvCxnSpPr>
          <p:cNvPr id="22" name="Straight Connector 8"/>
          <p:cNvCxnSpPr>
            <a:cxnSpLocks noChangeShapeType="1"/>
          </p:cNvCxnSpPr>
          <p:nvPr userDrawn="1"/>
        </p:nvCxnSpPr>
        <p:spPr bwMode="auto">
          <a:xfrm>
            <a:off x="637117" y="3294064"/>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3" name="Straight Connector 9"/>
          <p:cNvCxnSpPr>
            <a:cxnSpLocks noChangeShapeType="1"/>
          </p:cNvCxnSpPr>
          <p:nvPr userDrawn="1"/>
        </p:nvCxnSpPr>
        <p:spPr bwMode="auto">
          <a:xfrm>
            <a:off x="637117" y="4670425"/>
            <a:ext cx="10651067" cy="1588"/>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a:off x="637117" y="6046789"/>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sp>
        <p:nvSpPr>
          <p:cNvPr id="5" name="Text Placeholder 12"/>
          <p:cNvSpPr>
            <a:spLocks noGrp="1"/>
          </p:cNvSpPr>
          <p:nvPr>
            <p:ph type="body" sz="quarter" idx="12"/>
          </p:nvPr>
        </p:nvSpPr>
        <p:spPr>
          <a:xfrm>
            <a:off x="2110661" y="1290643"/>
            <a:ext cx="2494291" cy="600507"/>
          </a:xfrm>
          <a:prstGeom prst="homePlate">
            <a:avLst>
              <a:gd name="adj" fmla="val 31973"/>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6" name="Text Placeholder 12"/>
          <p:cNvSpPr>
            <a:spLocks noGrp="1"/>
          </p:cNvSpPr>
          <p:nvPr>
            <p:ph type="body" sz="quarter" idx="15"/>
          </p:nvPr>
        </p:nvSpPr>
        <p:spPr>
          <a:xfrm>
            <a:off x="9195340"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7" name="Text Placeholder 12"/>
          <p:cNvSpPr>
            <a:spLocks noGrp="1"/>
          </p:cNvSpPr>
          <p:nvPr>
            <p:ph type="body" sz="quarter" idx="30"/>
          </p:nvPr>
        </p:nvSpPr>
        <p:spPr>
          <a:xfrm>
            <a:off x="6819046"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8" name="Text Placeholder 12"/>
          <p:cNvSpPr>
            <a:spLocks noGrp="1"/>
          </p:cNvSpPr>
          <p:nvPr>
            <p:ph type="body" sz="quarter" idx="31"/>
          </p:nvPr>
        </p:nvSpPr>
        <p:spPr>
          <a:xfrm>
            <a:off x="4442752"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9" name="Text Placeholder 12"/>
          <p:cNvSpPr>
            <a:spLocks noGrp="1"/>
          </p:cNvSpPr>
          <p:nvPr>
            <p:ph type="body" sz="quarter" idx="11"/>
          </p:nvPr>
        </p:nvSpPr>
        <p:spPr>
          <a:xfrm>
            <a:off x="609600" y="2068960"/>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200"/>
            </a:lvl5pPr>
          </a:lstStyle>
          <a:p>
            <a:pPr lvl="0"/>
            <a:r>
              <a:rPr lang="en-US"/>
              <a:t>Click to edit Master text styles</a:t>
            </a:r>
          </a:p>
        </p:txBody>
      </p:sp>
      <p:sp>
        <p:nvSpPr>
          <p:cNvPr id="10" name="Text Placeholder 12"/>
          <p:cNvSpPr>
            <a:spLocks noGrp="1"/>
          </p:cNvSpPr>
          <p:nvPr>
            <p:ph type="body" sz="quarter" idx="32"/>
          </p:nvPr>
        </p:nvSpPr>
        <p:spPr>
          <a:xfrm>
            <a:off x="609600" y="3436667"/>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1" name="Text Placeholder 12"/>
          <p:cNvSpPr>
            <a:spLocks noGrp="1"/>
          </p:cNvSpPr>
          <p:nvPr>
            <p:ph type="body" sz="quarter" idx="33"/>
          </p:nvPr>
        </p:nvSpPr>
        <p:spPr>
          <a:xfrm>
            <a:off x="609600" y="4802487"/>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2" name="Text Placeholder 12"/>
          <p:cNvSpPr>
            <a:spLocks noGrp="1"/>
          </p:cNvSpPr>
          <p:nvPr>
            <p:ph type="body" sz="quarter" idx="34"/>
          </p:nvPr>
        </p:nvSpPr>
        <p:spPr>
          <a:xfrm>
            <a:off x="2110661" y="2068960"/>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3" name="Text Placeholder 12"/>
          <p:cNvSpPr>
            <a:spLocks noGrp="1"/>
          </p:cNvSpPr>
          <p:nvPr>
            <p:ph type="body" sz="quarter" idx="35"/>
          </p:nvPr>
        </p:nvSpPr>
        <p:spPr>
          <a:xfrm>
            <a:off x="2110661" y="3441508"/>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4" name="Text Placeholder 12"/>
          <p:cNvSpPr>
            <a:spLocks noGrp="1"/>
          </p:cNvSpPr>
          <p:nvPr>
            <p:ph type="body" sz="quarter" idx="36"/>
          </p:nvPr>
        </p:nvSpPr>
        <p:spPr>
          <a:xfrm>
            <a:off x="2110661" y="4807328"/>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8" name="Text Placeholder 12"/>
          <p:cNvSpPr>
            <a:spLocks noGrp="1"/>
          </p:cNvSpPr>
          <p:nvPr>
            <p:ph type="body" sz="quarter" idx="37"/>
          </p:nvPr>
        </p:nvSpPr>
        <p:spPr>
          <a:xfrm>
            <a:off x="4442752"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9" name="Text Placeholder 12"/>
          <p:cNvSpPr>
            <a:spLocks noGrp="1"/>
          </p:cNvSpPr>
          <p:nvPr>
            <p:ph type="body" sz="quarter" idx="38"/>
          </p:nvPr>
        </p:nvSpPr>
        <p:spPr>
          <a:xfrm>
            <a:off x="4442752"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0" name="Text Placeholder 12"/>
          <p:cNvSpPr>
            <a:spLocks noGrp="1"/>
          </p:cNvSpPr>
          <p:nvPr>
            <p:ph type="body" sz="quarter" idx="39"/>
          </p:nvPr>
        </p:nvSpPr>
        <p:spPr>
          <a:xfrm>
            <a:off x="4442752"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1" name="Text Placeholder 12"/>
          <p:cNvSpPr>
            <a:spLocks noGrp="1"/>
          </p:cNvSpPr>
          <p:nvPr>
            <p:ph type="body" sz="quarter" idx="40"/>
          </p:nvPr>
        </p:nvSpPr>
        <p:spPr>
          <a:xfrm>
            <a:off x="6819045"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2" name="Text Placeholder 12"/>
          <p:cNvSpPr>
            <a:spLocks noGrp="1"/>
          </p:cNvSpPr>
          <p:nvPr>
            <p:ph type="body" sz="quarter" idx="41"/>
          </p:nvPr>
        </p:nvSpPr>
        <p:spPr>
          <a:xfrm>
            <a:off x="6819045"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3" name="Text Placeholder 12"/>
          <p:cNvSpPr>
            <a:spLocks noGrp="1"/>
          </p:cNvSpPr>
          <p:nvPr>
            <p:ph type="body" sz="quarter" idx="42"/>
          </p:nvPr>
        </p:nvSpPr>
        <p:spPr>
          <a:xfrm>
            <a:off x="6819045"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4" name="Text Placeholder 12"/>
          <p:cNvSpPr>
            <a:spLocks noGrp="1"/>
          </p:cNvSpPr>
          <p:nvPr>
            <p:ph type="body" sz="quarter" idx="43"/>
          </p:nvPr>
        </p:nvSpPr>
        <p:spPr>
          <a:xfrm>
            <a:off x="9195340"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5" name="Text Placeholder 12"/>
          <p:cNvSpPr>
            <a:spLocks noGrp="1"/>
          </p:cNvSpPr>
          <p:nvPr>
            <p:ph type="body" sz="quarter" idx="44"/>
          </p:nvPr>
        </p:nvSpPr>
        <p:spPr>
          <a:xfrm>
            <a:off x="9195340"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6" name="Text Placeholder 12"/>
          <p:cNvSpPr>
            <a:spLocks noGrp="1"/>
          </p:cNvSpPr>
          <p:nvPr>
            <p:ph type="body" sz="quarter" idx="45"/>
          </p:nvPr>
        </p:nvSpPr>
        <p:spPr>
          <a:xfrm>
            <a:off x="9195340"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5" name="Slide Number Placeholder 9"/>
          <p:cNvSpPr>
            <a:spLocks noGrp="1"/>
          </p:cNvSpPr>
          <p:nvPr>
            <p:ph type="sldNum" sz="quarter" idx="46"/>
          </p:nvPr>
        </p:nvSpPr>
        <p:spPr/>
        <p:txBody>
          <a:bodyPr/>
          <a:lstStyle>
            <a:lvl1pPr>
              <a:defRPr/>
            </a:lvl1pPr>
          </a:lstStyle>
          <a:p>
            <a:fld id="{BC9105C1-E9DE-DA45-BFF7-4F496C07EBDE}" type="slidenum">
              <a:rPr lang="en-US" altLang="en-US"/>
              <a:pPr/>
              <a:t>‹#›</a:t>
            </a:fld>
            <a:endParaRPr lang="en-US" altLang="en-US"/>
          </a:p>
        </p:txBody>
      </p:sp>
      <p:sp>
        <p:nvSpPr>
          <p:cNvPr id="26" name="Footer Placeholder 37"/>
          <p:cNvSpPr>
            <a:spLocks noGrp="1"/>
          </p:cNvSpPr>
          <p:nvPr>
            <p:ph type="ftr" sz="quarter" idx="47"/>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23327755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metable">
    <p:spTree>
      <p:nvGrpSpPr>
        <p:cNvPr id="1" name=""/>
        <p:cNvGrpSpPr/>
        <p:nvPr/>
      </p:nvGrpSpPr>
      <p:grpSpPr>
        <a:xfrm>
          <a:off x="0" y="0"/>
          <a:ext cx="0" cy="0"/>
          <a:chOff x="0" y="0"/>
          <a:chExt cx="0" cy="0"/>
        </a:xfrm>
      </p:grpSpPr>
      <p:sp>
        <p:nvSpPr>
          <p:cNvPr id="22" name="Pentagon 11"/>
          <p:cNvSpPr>
            <a:spLocks noChangeArrowheads="1"/>
          </p:cNvSpPr>
          <p:nvPr userDrawn="1"/>
        </p:nvSpPr>
        <p:spPr bwMode="auto">
          <a:xfrm>
            <a:off x="2868085" y="1277938"/>
            <a:ext cx="8824383" cy="582612"/>
          </a:xfrm>
          <a:prstGeom prst="homePlate">
            <a:avLst>
              <a:gd name="adj" fmla="val 39286"/>
            </a:avLst>
          </a:prstGeom>
          <a:solidFill>
            <a:schemeClr val="accent1"/>
          </a:solidFill>
          <a:ln w="12700">
            <a:solidFill>
              <a:srgbClr val="A9A9A9"/>
            </a:solidFill>
            <a:miter lim="800000"/>
            <a:headEnd/>
            <a:tailEnd/>
          </a:ln>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cxnSp>
        <p:nvCxnSpPr>
          <p:cNvPr id="23" name="Straight Connector 9"/>
          <p:cNvCxnSpPr>
            <a:cxnSpLocks noChangeShapeType="1"/>
          </p:cNvCxnSpPr>
          <p:nvPr userDrawn="1"/>
        </p:nvCxnSpPr>
        <p:spPr bwMode="auto">
          <a:xfrm>
            <a:off x="2880784" y="1568450"/>
            <a:ext cx="8811683" cy="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rot="16200000" flipH="1">
            <a:off x="554302" y="3602303"/>
            <a:ext cx="4665662" cy="16933"/>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grpSp>
        <p:nvGrpSpPr>
          <p:cNvPr id="25" name="Group 115"/>
          <p:cNvGrpSpPr>
            <a:grpSpLocks/>
          </p:cNvGrpSpPr>
          <p:nvPr userDrawn="1"/>
        </p:nvGrpSpPr>
        <p:grpSpPr bwMode="auto">
          <a:xfrm>
            <a:off x="3445933" y="1576388"/>
            <a:ext cx="7374467" cy="4367212"/>
            <a:chOff x="2585007" y="1576462"/>
            <a:chExt cx="5530617" cy="4041195"/>
          </a:xfrm>
        </p:grpSpPr>
        <p:cxnSp>
          <p:nvCxnSpPr>
            <p:cNvPr id="42" name="Straight Connector 12"/>
            <p:cNvCxnSpPr>
              <a:cxnSpLocks noChangeShapeType="1"/>
            </p:cNvCxnSpPr>
            <p:nvPr userDrawn="1"/>
          </p:nvCxnSpPr>
          <p:spPr bwMode="auto">
            <a:xfrm rot="5400000">
              <a:off x="564416" y="3597053"/>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6" name="Straight Connector 13"/>
            <p:cNvCxnSpPr>
              <a:cxnSpLocks noChangeShapeType="1"/>
            </p:cNvCxnSpPr>
            <p:nvPr userDrawn="1"/>
          </p:nvCxnSpPr>
          <p:spPr bwMode="auto">
            <a:xfrm rot="5400000">
              <a:off x="1415280" y="359705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8" name="Straight Connector 14"/>
            <p:cNvCxnSpPr>
              <a:cxnSpLocks noChangeShapeType="1"/>
            </p:cNvCxnSpPr>
            <p:nvPr userDrawn="1"/>
          </p:nvCxnSpPr>
          <p:spPr bwMode="auto">
            <a:xfrm rot="5400000">
              <a:off x="989848"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9" name="Straight Connector 15"/>
            <p:cNvCxnSpPr>
              <a:cxnSpLocks noChangeShapeType="1"/>
            </p:cNvCxnSpPr>
            <p:nvPr userDrawn="1"/>
          </p:nvCxnSpPr>
          <p:spPr bwMode="auto">
            <a:xfrm rot="5400000">
              <a:off x="2266144"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0" name="Straight Connector 16"/>
            <p:cNvCxnSpPr>
              <a:cxnSpLocks noChangeShapeType="1"/>
            </p:cNvCxnSpPr>
            <p:nvPr userDrawn="1"/>
          </p:nvCxnSpPr>
          <p:spPr bwMode="auto">
            <a:xfrm rot="5400000">
              <a:off x="1840712"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1" name="Straight Connector 17"/>
            <p:cNvCxnSpPr>
              <a:cxnSpLocks noChangeShapeType="1"/>
            </p:cNvCxnSpPr>
            <p:nvPr userDrawn="1"/>
          </p:nvCxnSpPr>
          <p:spPr bwMode="auto">
            <a:xfrm rot="5400000">
              <a:off x="3117008"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2" name="Straight Connector 18"/>
            <p:cNvCxnSpPr>
              <a:cxnSpLocks noChangeShapeType="1"/>
            </p:cNvCxnSpPr>
            <p:nvPr userDrawn="1"/>
          </p:nvCxnSpPr>
          <p:spPr bwMode="auto">
            <a:xfrm rot="5400000">
              <a:off x="2691576"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3" name="Straight Connector 19"/>
            <p:cNvCxnSpPr>
              <a:cxnSpLocks noChangeShapeType="1"/>
            </p:cNvCxnSpPr>
            <p:nvPr userDrawn="1"/>
          </p:nvCxnSpPr>
          <p:spPr bwMode="auto">
            <a:xfrm rot="5400000">
              <a:off x="3967872"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4" name="Straight Connector 20"/>
            <p:cNvCxnSpPr>
              <a:cxnSpLocks noChangeShapeType="1"/>
            </p:cNvCxnSpPr>
            <p:nvPr userDrawn="1"/>
          </p:nvCxnSpPr>
          <p:spPr bwMode="auto">
            <a:xfrm rot="5400000">
              <a:off x="3542440"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5" name="Straight Connector 21"/>
            <p:cNvCxnSpPr>
              <a:cxnSpLocks noChangeShapeType="1"/>
            </p:cNvCxnSpPr>
            <p:nvPr userDrawn="1"/>
          </p:nvCxnSpPr>
          <p:spPr bwMode="auto">
            <a:xfrm rot="5400000">
              <a:off x="4818736"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6" name="Straight Connector 22"/>
            <p:cNvCxnSpPr>
              <a:cxnSpLocks noChangeShapeType="1"/>
            </p:cNvCxnSpPr>
            <p:nvPr userDrawn="1"/>
          </p:nvCxnSpPr>
          <p:spPr bwMode="auto">
            <a:xfrm rot="5400000">
              <a:off x="4393304"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7" name="Straight Connector 23"/>
            <p:cNvCxnSpPr>
              <a:cxnSpLocks noChangeShapeType="1"/>
            </p:cNvCxnSpPr>
            <p:nvPr userDrawn="1"/>
          </p:nvCxnSpPr>
          <p:spPr bwMode="auto">
            <a:xfrm rot="5400000">
              <a:off x="5669600"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8" name="Straight Connector 24"/>
            <p:cNvCxnSpPr>
              <a:cxnSpLocks noChangeShapeType="1"/>
            </p:cNvCxnSpPr>
            <p:nvPr userDrawn="1"/>
          </p:nvCxnSpPr>
          <p:spPr bwMode="auto">
            <a:xfrm rot="5400000">
              <a:off x="5244168" y="3597064"/>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9" name="Straight Connector 25"/>
            <p:cNvCxnSpPr>
              <a:cxnSpLocks noChangeShapeType="1"/>
            </p:cNvCxnSpPr>
            <p:nvPr userDrawn="1"/>
          </p:nvCxnSpPr>
          <p:spPr bwMode="auto">
            <a:xfrm rot="5400000">
              <a:off x="6095032" y="359706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sp>
        <p:nvSpPr>
          <p:cNvPr id="60" name="Rectangle 30"/>
          <p:cNvSpPr>
            <a:spLocks noChangeArrowheads="1"/>
          </p:cNvSpPr>
          <p:nvPr userDrawn="1"/>
        </p:nvSpPr>
        <p:spPr bwMode="auto">
          <a:xfrm>
            <a:off x="624417" y="1860550"/>
            <a:ext cx="10759016" cy="4083050"/>
          </a:xfrm>
          <a:prstGeom prst="rect">
            <a:avLst/>
          </a:prstGeom>
          <a:noFill/>
          <a:ln w="12700">
            <a:solidFill>
              <a:srgbClr val="A9A9A9"/>
            </a:solidFill>
            <a:miter lim="800000"/>
            <a:headEnd/>
            <a:tailEnd/>
          </a:ln>
          <a:extLst>
            <a:ext uri="{909E8E84-426E-40DD-AFC4-6F175D3DCCD1}">
              <a14:hiddenFill xmlns:a14="http://schemas.microsoft.com/office/drawing/2010/main">
                <a:solidFill>
                  <a:srgbClr val="FFFFFF"/>
                </a:solidFill>
              </a14:hiddenFill>
            </a:ext>
          </a:extLst>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sp>
        <p:nvSpPr>
          <p:cNvPr id="61" name="Rectangle 31"/>
          <p:cNvSpPr>
            <a:spLocks noChangeArrowheads="1"/>
          </p:cNvSpPr>
          <p:nvPr userDrawn="1"/>
        </p:nvSpPr>
        <p:spPr bwMode="auto">
          <a:xfrm>
            <a:off x="624418" y="1277938"/>
            <a:ext cx="2256367" cy="582612"/>
          </a:xfrm>
          <a:prstGeom prst="rect">
            <a:avLst/>
          </a:prstGeom>
          <a:solidFill>
            <a:srgbClr val="4D4D4D"/>
          </a:solidFill>
          <a:ln w="12700">
            <a:solidFill>
              <a:srgbClr val="A9A9A9"/>
            </a:solidFill>
            <a:miter lim="800000"/>
            <a:headEnd/>
            <a:tailEnd/>
          </a:ln>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cxnSp>
        <p:nvCxnSpPr>
          <p:cNvPr id="62" name="Straight Connector 28"/>
          <p:cNvCxnSpPr>
            <a:cxnSpLocks noChangeShapeType="1"/>
          </p:cNvCxnSpPr>
          <p:nvPr userDrawn="1"/>
        </p:nvCxnSpPr>
        <p:spPr bwMode="auto">
          <a:xfrm>
            <a:off x="630767" y="1277938"/>
            <a:ext cx="2235200" cy="582612"/>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sp>
        <p:nvSpPr>
          <p:cNvPr id="26" name="Text Placeholder 12"/>
          <p:cNvSpPr>
            <a:spLocks noGrp="1"/>
          </p:cNvSpPr>
          <p:nvPr>
            <p:ph type="body" sz="quarter" idx="28"/>
          </p:nvPr>
        </p:nvSpPr>
        <p:spPr>
          <a:xfrm>
            <a:off x="2879952" y="1282930"/>
            <a:ext cx="8496387" cy="294737"/>
          </a:xfrm>
          <a:prstGeom prst="rect">
            <a:avLst/>
          </a:prstGeom>
          <a:ln w="6350">
            <a:noFill/>
          </a:ln>
        </p:spPr>
        <p:txBody>
          <a:bodyPr anchor="ctr"/>
          <a:lstStyle>
            <a:lvl1pPr marL="0" indent="0">
              <a:lnSpc>
                <a:spcPct val="100000"/>
              </a:lnSpc>
              <a:spcBef>
                <a:spcPts val="0"/>
              </a:spcBef>
              <a:buFontTx/>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7" name="Text Placeholder 12"/>
          <p:cNvSpPr>
            <a:spLocks noGrp="1"/>
          </p:cNvSpPr>
          <p:nvPr>
            <p:ph type="body" sz="quarter" idx="31"/>
          </p:nvPr>
        </p:nvSpPr>
        <p:spPr>
          <a:xfrm>
            <a:off x="4021495"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8" name="Text Placeholder 12"/>
          <p:cNvSpPr>
            <a:spLocks noGrp="1"/>
          </p:cNvSpPr>
          <p:nvPr>
            <p:ph type="body" sz="quarter" idx="32"/>
          </p:nvPr>
        </p:nvSpPr>
        <p:spPr>
          <a:xfrm>
            <a:off x="4588796"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9" name="Text Placeholder 12"/>
          <p:cNvSpPr>
            <a:spLocks noGrp="1"/>
          </p:cNvSpPr>
          <p:nvPr>
            <p:ph type="body" sz="quarter" idx="33"/>
          </p:nvPr>
        </p:nvSpPr>
        <p:spPr>
          <a:xfrm>
            <a:off x="2886892"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0" name="Text Placeholder 12"/>
          <p:cNvSpPr>
            <a:spLocks noGrp="1"/>
          </p:cNvSpPr>
          <p:nvPr>
            <p:ph type="body" sz="quarter" idx="34"/>
          </p:nvPr>
        </p:nvSpPr>
        <p:spPr>
          <a:xfrm>
            <a:off x="3454193"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1" name="Text Placeholder 12"/>
          <p:cNvSpPr>
            <a:spLocks noGrp="1"/>
          </p:cNvSpPr>
          <p:nvPr>
            <p:ph type="body" sz="quarter" idx="35"/>
          </p:nvPr>
        </p:nvSpPr>
        <p:spPr>
          <a:xfrm>
            <a:off x="6290700"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2" name="Text Placeholder 12"/>
          <p:cNvSpPr>
            <a:spLocks noGrp="1"/>
          </p:cNvSpPr>
          <p:nvPr>
            <p:ph type="body" sz="quarter" idx="36"/>
          </p:nvPr>
        </p:nvSpPr>
        <p:spPr>
          <a:xfrm>
            <a:off x="6858001"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3" name="Text Placeholder 12"/>
          <p:cNvSpPr>
            <a:spLocks noGrp="1"/>
          </p:cNvSpPr>
          <p:nvPr>
            <p:ph type="body" sz="quarter" idx="37"/>
          </p:nvPr>
        </p:nvSpPr>
        <p:spPr>
          <a:xfrm>
            <a:off x="5156097"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4" name="Text Placeholder 12"/>
          <p:cNvSpPr>
            <a:spLocks noGrp="1"/>
          </p:cNvSpPr>
          <p:nvPr>
            <p:ph type="body" sz="quarter" idx="38"/>
          </p:nvPr>
        </p:nvSpPr>
        <p:spPr>
          <a:xfrm>
            <a:off x="5723399"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5" name="Text Placeholder 12"/>
          <p:cNvSpPr>
            <a:spLocks noGrp="1"/>
          </p:cNvSpPr>
          <p:nvPr>
            <p:ph type="body" sz="quarter" idx="39"/>
          </p:nvPr>
        </p:nvSpPr>
        <p:spPr>
          <a:xfrm>
            <a:off x="8559905"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6" name="Text Placeholder 12"/>
          <p:cNvSpPr>
            <a:spLocks noGrp="1"/>
          </p:cNvSpPr>
          <p:nvPr>
            <p:ph type="body" sz="quarter" idx="40"/>
          </p:nvPr>
        </p:nvSpPr>
        <p:spPr>
          <a:xfrm>
            <a:off x="9127207"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7" name="Text Placeholder 12"/>
          <p:cNvSpPr>
            <a:spLocks noGrp="1"/>
          </p:cNvSpPr>
          <p:nvPr>
            <p:ph type="body" sz="quarter" idx="41"/>
          </p:nvPr>
        </p:nvSpPr>
        <p:spPr>
          <a:xfrm>
            <a:off x="7425303"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8" name="Text Placeholder 12"/>
          <p:cNvSpPr>
            <a:spLocks noGrp="1"/>
          </p:cNvSpPr>
          <p:nvPr>
            <p:ph type="body" sz="quarter" idx="42"/>
          </p:nvPr>
        </p:nvSpPr>
        <p:spPr>
          <a:xfrm>
            <a:off x="7992604"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9" name="Text Placeholder 12"/>
          <p:cNvSpPr>
            <a:spLocks noGrp="1"/>
          </p:cNvSpPr>
          <p:nvPr>
            <p:ph type="body" sz="quarter" idx="43"/>
          </p:nvPr>
        </p:nvSpPr>
        <p:spPr>
          <a:xfrm>
            <a:off x="9694508"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0" name="Text Placeholder 12"/>
          <p:cNvSpPr>
            <a:spLocks noGrp="1"/>
          </p:cNvSpPr>
          <p:nvPr>
            <p:ph type="body" sz="quarter" idx="44"/>
          </p:nvPr>
        </p:nvSpPr>
        <p:spPr>
          <a:xfrm>
            <a:off x="10261809"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1" name="Text Placeholder 12"/>
          <p:cNvSpPr>
            <a:spLocks noGrp="1"/>
          </p:cNvSpPr>
          <p:nvPr>
            <p:ph type="body" sz="quarter" idx="45"/>
          </p:nvPr>
        </p:nvSpPr>
        <p:spPr>
          <a:xfrm>
            <a:off x="10829111"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3" name="Text Placeholder 12"/>
          <p:cNvSpPr>
            <a:spLocks noGrp="1"/>
          </p:cNvSpPr>
          <p:nvPr>
            <p:ph type="body" sz="quarter" idx="46"/>
          </p:nvPr>
        </p:nvSpPr>
        <p:spPr>
          <a:xfrm>
            <a:off x="730741" y="1548247"/>
            <a:ext cx="860776" cy="280554"/>
          </a:xfrm>
          <a:prstGeom prst="rect">
            <a:avLst/>
          </a:prstGeom>
          <a:ln w="6350">
            <a:noFill/>
          </a:ln>
        </p:spPr>
        <p:txBody>
          <a:bodyPr lIns="0" tIns="0" rIns="0" bIns="0" anchor="ctr"/>
          <a:lstStyle>
            <a:lvl1pPr marL="0" indent="0">
              <a:lnSpc>
                <a:spcPct val="100000"/>
              </a:lnSpc>
              <a:spcBef>
                <a:spcPts val="0"/>
              </a:spcBef>
              <a:buNone/>
              <a:defRPr sz="12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4" name="Text Placeholder 12"/>
          <p:cNvSpPr>
            <a:spLocks noGrp="1"/>
          </p:cNvSpPr>
          <p:nvPr>
            <p:ph type="body" sz="quarter" idx="47"/>
          </p:nvPr>
        </p:nvSpPr>
        <p:spPr>
          <a:xfrm>
            <a:off x="1868569" y="1278088"/>
            <a:ext cx="860776" cy="561107"/>
          </a:xfrm>
          <a:prstGeom prst="rect">
            <a:avLst/>
          </a:prstGeom>
          <a:ln w="6350">
            <a:noFill/>
          </a:ln>
        </p:spPr>
        <p:txBody>
          <a:bodyPr lIns="0" tIns="0" rIns="0" bIns="0" anchor="ctr"/>
          <a:lstStyle>
            <a:lvl1pPr marL="0" marR="0" indent="0" algn="r" defTabSz="914400" rtl="0" eaLnBrk="1" fontAlgn="auto" latinLnBrk="0" hangingPunct="1">
              <a:lnSpc>
                <a:spcPts val="1700"/>
              </a:lnSpc>
              <a:spcBef>
                <a:spcPts val="0"/>
              </a:spcBef>
              <a:spcAft>
                <a:spcPts val="0"/>
              </a:spcAft>
              <a:buClrTx/>
              <a:buSzTx/>
              <a:buFont typeface="Arial" pitchFamily="34" charset="0"/>
              <a:buNone/>
              <a:tabLst/>
              <a:defRPr sz="12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a:p>
            <a:pPr lvl="1"/>
            <a:r>
              <a:rPr lang="en-US"/>
              <a:t>Second level</a:t>
            </a:r>
          </a:p>
        </p:txBody>
      </p:sp>
      <p:sp>
        <p:nvSpPr>
          <p:cNvPr id="47" name="Text Placeholder 12"/>
          <p:cNvSpPr>
            <a:spLocks noGrp="1"/>
          </p:cNvSpPr>
          <p:nvPr>
            <p:ph type="body" sz="quarter" idx="18"/>
          </p:nvPr>
        </p:nvSpPr>
        <p:spPr>
          <a:xfrm>
            <a:off x="711200" y="1905000"/>
            <a:ext cx="2072640" cy="3977640"/>
          </a:xfrm>
          <a:prstGeom prst="rect">
            <a:avLst/>
          </a:prstGeom>
          <a:noFill/>
          <a:ln>
            <a:noFill/>
          </a:ln>
        </p:spPr>
        <p:txBody>
          <a:bodyPr wrap="square" lIns="91440" anchor="t" anchorCtr="0">
            <a:noAutofit/>
          </a:bodyPr>
          <a:lstStyle>
            <a:lvl1pPr marL="173736" indent="-173736" algn="l">
              <a:spcBef>
                <a:spcPts val="200"/>
              </a:spcBef>
              <a:buClr>
                <a:srgbClr val="B01C2E"/>
              </a:buClr>
              <a:buFont typeface="Wingdings" pitchFamily="2" charset="2"/>
              <a:buChar char="§"/>
              <a:defRPr sz="1200" baseline="0"/>
            </a:lvl1pPr>
            <a:lvl2pPr marL="338138" indent="-173038">
              <a:spcBef>
                <a:spcPts val="200"/>
              </a:spcBef>
              <a:buClr>
                <a:srgbClr val="B01C2E"/>
              </a:buClr>
              <a:buFont typeface="Arial" pitchFamily="34" charset="0"/>
              <a:buChar char="•"/>
              <a:tabLst/>
              <a:defRPr sz="1200" baseline="0"/>
            </a:lvl2pPr>
            <a:lvl3pPr marL="502920" indent="-173038">
              <a:spcBef>
                <a:spcPts val="200"/>
              </a:spcBef>
              <a:buClr>
                <a:srgbClr val="B01C2E"/>
              </a:buClr>
              <a:buFont typeface="Arial" pitchFamily="34" charset="0"/>
              <a:buChar char="–"/>
              <a:defRPr sz="1200" baseline="0"/>
            </a:lvl3pPr>
            <a:lvl4pPr marL="685800" indent="-173736">
              <a:spcBef>
                <a:spcPts val="200"/>
              </a:spcBef>
              <a:buClr>
                <a:srgbClr val="B01C2E"/>
              </a:buClr>
              <a:buFont typeface="Arial" pitchFamily="34" charset="0"/>
              <a:buChar char="–"/>
              <a:tabLst/>
              <a:defRPr sz="1200"/>
            </a:lvl4pPr>
            <a:lvl5pPr marL="850392" indent="-173736">
              <a:spcBef>
                <a:spcPts val="200"/>
              </a:spcBef>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3" name="Slide Number Placeholder 9"/>
          <p:cNvSpPr>
            <a:spLocks noGrp="1"/>
          </p:cNvSpPr>
          <p:nvPr>
            <p:ph type="sldNum" sz="quarter" idx="48"/>
          </p:nvPr>
        </p:nvSpPr>
        <p:spPr/>
        <p:txBody>
          <a:bodyPr/>
          <a:lstStyle>
            <a:lvl1pPr>
              <a:defRPr/>
            </a:lvl1pPr>
          </a:lstStyle>
          <a:p>
            <a:fld id="{A2AEA599-6C77-BA4A-9F89-7B2425581CA4}" type="slidenum">
              <a:rPr lang="en-US" altLang="en-US"/>
              <a:pPr/>
              <a:t>‹#›</a:t>
            </a:fld>
            <a:endParaRPr lang="en-US" altLang="en-US"/>
          </a:p>
        </p:txBody>
      </p:sp>
      <p:sp>
        <p:nvSpPr>
          <p:cNvPr id="64" name="Footer Placeholder 47"/>
          <p:cNvSpPr>
            <a:spLocks noGrp="1"/>
          </p:cNvSpPr>
          <p:nvPr>
            <p:ph type="ftr" sz="quarter" idx="49"/>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130598318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ant chart or Timeline chart">
    <p:spTree>
      <p:nvGrpSpPr>
        <p:cNvPr id="1" name=""/>
        <p:cNvGrpSpPr/>
        <p:nvPr/>
      </p:nvGrpSpPr>
      <p:grpSpPr>
        <a:xfrm>
          <a:off x="0" y="0"/>
          <a:ext cx="0" cy="0"/>
          <a:chOff x="0" y="0"/>
          <a:chExt cx="0" cy="0"/>
        </a:xfrm>
      </p:grpSpPr>
      <p:sp>
        <p:nvSpPr>
          <p:cNvPr id="70" name="Rectangle 11"/>
          <p:cNvSpPr>
            <a:spLocks noChangeArrowheads="1"/>
          </p:cNvSpPr>
          <p:nvPr userDrawn="1"/>
        </p:nvSpPr>
        <p:spPr bwMode="auto">
          <a:xfrm>
            <a:off x="2074333" y="1828801"/>
            <a:ext cx="9508067" cy="379413"/>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800">
              <a:latin typeface="Arial" charset="0"/>
            </a:endParaRPr>
          </a:p>
        </p:txBody>
      </p:sp>
      <p:sp>
        <p:nvSpPr>
          <p:cNvPr id="71" name="Rectangle 13"/>
          <p:cNvSpPr>
            <a:spLocks noChangeArrowheads="1"/>
          </p:cNvSpPr>
          <p:nvPr userDrawn="1"/>
        </p:nvSpPr>
        <p:spPr bwMode="auto">
          <a:xfrm>
            <a:off x="596900" y="2189163"/>
            <a:ext cx="1464733" cy="3287712"/>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800">
              <a:latin typeface="Arial" charset="0"/>
            </a:endParaRPr>
          </a:p>
        </p:txBody>
      </p:sp>
      <p:grpSp>
        <p:nvGrpSpPr>
          <p:cNvPr id="72" name="Group 84"/>
          <p:cNvGrpSpPr>
            <a:grpSpLocks/>
          </p:cNvGrpSpPr>
          <p:nvPr userDrawn="1"/>
        </p:nvGrpSpPr>
        <p:grpSpPr bwMode="auto">
          <a:xfrm>
            <a:off x="590551" y="1819275"/>
            <a:ext cx="10979149" cy="3657600"/>
            <a:chOff x="443344" y="1819866"/>
            <a:chExt cx="8234523" cy="3657600"/>
          </a:xfrm>
        </p:grpSpPr>
        <p:grpSp>
          <p:nvGrpSpPr>
            <p:cNvPr id="73" name="Group 83"/>
            <p:cNvGrpSpPr>
              <a:grpSpLocks/>
            </p:cNvGrpSpPr>
            <p:nvPr userDrawn="1"/>
          </p:nvGrpSpPr>
          <p:grpSpPr bwMode="auto">
            <a:xfrm>
              <a:off x="443344" y="2565862"/>
              <a:ext cx="8229600" cy="2556366"/>
              <a:chOff x="443344" y="2565862"/>
              <a:chExt cx="8229600" cy="2556366"/>
            </a:xfrm>
          </p:grpSpPr>
          <p:cxnSp>
            <p:nvCxnSpPr>
              <p:cNvPr id="87" name="Straight Connector 27"/>
              <p:cNvCxnSpPr>
                <a:cxnSpLocks noChangeShapeType="1"/>
              </p:cNvCxnSpPr>
              <p:nvPr userDrawn="1"/>
            </p:nvCxnSpPr>
            <p:spPr bwMode="auto">
              <a:xfrm>
                <a:off x="443344" y="512064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8" name="Straight Connector 28"/>
              <p:cNvCxnSpPr>
                <a:cxnSpLocks noChangeShapeType="1"/>
              </p:cNvCxnSpPr>
              <p:nvPr userDrawn="1"/>
            </p:nvCxnSpPr>
            <p:spPr bwMode="auto">
              <a:xfrm>
                <a:off x="443344" y="47548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9" name="Straight Connector 29"/>
              <p:cNvCxnSpPr>
                <a:cxnSpLocks noChangeShapeType="1"/>
              </p:cNvCxnSpPr>
              <p:nvPr userDrawn="1"/>
            </p:nvCxnSpPr>
            <p:spPr bwMode="auto">
              <a:xfrm>
                <a:off x="443344" y="438912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0" name="Straight Connector 30"/>
              <p:cNvCxnSpPr>
                <a:cxnSpLocks noChangeShapeType="1"/>
              </p:cNvCxnSpPr>
              <p:nvPr userDrawn="1"/>
            </p:nvCxnSpPr>
            <p:spPr bwMode="auto">
              <a:xfrm>
                <a:off x="443344" y="402890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1" name="Straight Connector 31"/>
              <p:cNvCxnSpPr>
                <a:cxnSpLocks noChangeShapeType="1"/>
              </p:cNvCxnSpPr>
              <p:nvPr userDrawn="1"/>
            </p:nvCxnSpPr>
            <p:spPr bwMode="auto">
              <a:xfrm>
                <a:off x="443344" y="366314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2" name="Straight Connector 32"/>
              <p:cNvCxnSpPr>
                <a:cxnSpLocks noChangeShapeType="1"/>
              </p:cNvCxnSpPr>
              <p:nvPr userDrawn="1"/>
            </p:nvCxnSpPr>
            <p:spPr bwMode="auto">
              <a:xfrm>
                <a:off x="443344" y="3302924"/>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3" name="Straight Connector 33"/>
              <p:cNvCxnSpPr>
                <a:cxnSpLocks noChangeShapeType="1"/>
              </p:cNvCxnSpPr>
              <p:nvPr userDrawn="1"/>
            </p:nvCxnSpPr>
            <p:spPr bwMode="auto">
              <a:xfrm>
                <a:off x="443344" y="29260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4" name="Straight Connector 34"/>
              <p:cNvCxnSpPr>
                <a:cxnSpLocks noChangeShapeType="1"/>
              </p:cNvCxnSpPr>
              <p:nvPr userDrawn="1"/>
            </p:nvCxnSpPr>
            <p:spPr bwMode="auto">
              <a:xfrm>
                <a:off x="443344" y="256586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grpSp>
        <p:grpSp>
          <p:nvGrpSpPr>
            <p:cNvPr id="74" name="Group 82"/>
            <p:cNvGrpSpPr>
              <a:grpSpLocks/>
            </p:cNvGrpSpPr>
            <p:nvPr userDrawn="1"/>
          </p:nvGrpSpPr>
          <p:grpSpPr bwMode="auto">
            <a:xfrm>
              <a:off x="2202964" y="1819866"/>
              <a:ext cx="6474903" cy="3657600"/>
              <a:chOff x="2202964" y="1819866"/>
              <a:chExt cx="6474903" cy="3657600"/>
            </a:xfrm>
          </p:grpSpPr>
          <p:cxnSp>
            <p:nvCxnSpPr>
              <p:cNvPr id="75" name="Straight Connector 16"/>
              <p:cNvCxnSpPr>
                <a:cxnSpLocks noChangeShapeType="1"/>
              </p:cNvCxnSpPr>
              <p:nvPr userDrawn="1"/>
            </p:nvCxnSpPr>
            <p:spPr bwMode="auto">
              <a:xfrm rot="5400000">
                <a:off x="37495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6" name="Straight Connector 17"/>
              <p:cNvCxnSpPr>
                <a:cxnSpLocks noChangeShapeType="1"/>
              </p:cNvCxnSpPr>
              <p:nvPr userDrawn="1"/>
            </p:nvCxnSpPr>
            <p:spPr bwMode="auto">
              <a:xfrm rot="5400000">
                <a:off x="102229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7" name="Straight Connector 18"/>
              <p:cNvCxnSpPr>
                <a:cxnSpLocks noChangeShapeType="1"/>
              </p:cNvCxnSpPr>
              <p:nvPr userDrawn="1"/>
            </p:nvCxnSpPr>
            <p:spPr bwMode="auto">
              <a:xfrm rot="5400000">
                <a:off x="166962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9" name="Straight Connector 19"/>
              <p:cNvCxnSpPr>
                <a:cxnSpLocks noChangeShapeType="1"/>
              </p:cNvCxnSpPr>
              <p:nvPr userDrawn="1"/>
            </p:nvCxnSpPr>
            <p:spPr bwMode="auto">
              <a:xfrm rot="5400000">
                <a:off x="231695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0" name="Straight Connector 20"/>
              <p:cNvCxnSpPr>
                <a:cxnSpLocks noChangeShapeType="1"/>
              </p:cNvCxnSpPr>
              <p:nvPr userDrawn="1"/>
            </p:nvCxnSpPr>
            <p:spPr bwMode="auto">
              <a:xfrm rot="5400000">
                <a:off x="296428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1" name="Straight Connector 21"/>
              <p:cNvCxnSpPr>
                <a:cxnSpLocks noChangeShapeType="1"/>
              </p:cNvCxnSpPr>
              <p:nvPr userDrawn="1"/>
            </p:nvCxnSpPr>
            <p:spPr bwMode="auto">
              <a:xfrm rot="5400000">
                <a:off x="361161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2" name="Straight Connector 22"/>
              <p:cNvCxnSpPr>
                <a:cxnSpLocks noChangeShapeType="1"/>
              </p:cNvCxnSpPr>
              <p:nvPr userDrawn="1"/>
            </p:nvCxnSpPr>
            <p:spPr bwMode="auto">
              <a:xfrm rot="5400000">
                <a:off x="425895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3" name="Straight Connector 23"/>
              <p:cNvCxnSpPr>
                <a:cxnSpLocks noChangeShapeType="1"/>
              </p:cNvCxnSpPr>
              <p:nvPr userDrawn="1"/>
            </p:nvCxnSpPr>
            <p:spPr bwMode="auto">
              <a:xfrm rot="5400000">
                <a:off x="490628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4" name="Straight Connector 24"/>
              <p:cNvCxnSpPr>
                <a:cxnSpLocks noChangeShapeType="1"/>
              </p:cNvCxnSpPr>
              <p:nvPr userDrawn="1"/>
            </p:nvCxnSpPr>
            <p:spPr bwMode="auto">
              <a:xfrm rot="5400000">
                <a:off x="555361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5" name="Straight Connector 25"/>
              <p:cNvCxnSpPr>
                <a:cxnSpLocks noChangeShapeType="1"/>
              </p:cNvCxnSpPr>
              <p:nvPr userDrawn="1"/>
            </p:nvCxnSpPr>
            <p:spPr bwMode="auto">
              <a:xfrm rot="5400000">
                <a:off x="620094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6" name="Straight Connector 26"/>
              <p:cNvCxnSpPr>
                <a:cxnSpLocks noChangeShapeType="1"/>
              </p:cNvCxnSpPr>
              <p:nvPr userDrawn="1"/>
            </p:nvCxnSpPr>
            <p:spPr bwMode="auto">
              <a:xfrm rot="5400000">
                <a:off x="6848273"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grpSp>
      <p:sp>
        <p:nvSpPr>
          <p:cNvPr id="95" name="TextBox 36"/>
          <p:cNvSpPr txBox="1">
            <a:spLocks noChangeArrowheads="1"/>
          </p:cNvSpPr>
          <p:nvPr userDrawn="1"/>
        </p:nvSpPr>
        <p:spPr bwMode="auto">
          <a:xfrm>
            <a:off x="683685" y="1566864"/>
            <a:ext cx="1178983"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400"/>
              </a:lnSpc>
              <a:spcBef>
                <a:spcPts val="1500"/>
              </a:spcBef>
              <a:buClr>
                <a:schemeClr val="accent1"/>
              </a:buClr>
              <a:buFont typeface="Wingdings 2" pitchFamily="18" charset="2"/>
              <a:buNone/>
              <a:defRPr/>
            </a:pPr>
            <a:r>
              <a:rPr lang="en-US" sz="800" b="1">
                <a:solidFill>
                  <a:srgbClr val="000000"/>
                </a:solidFill>
                <a:latin typeface="Arial" charset="0"/>
                <a:ea typeface="+mn-ea"/>
              </a:rPr>
              <a:t>WEEK NUMBER</a:t>
            </a:r>
          </a:p>
        </p:txBody>
      </p:sp>
      <p:sp>
        <p:nvSpPr>
          <p:cNvPr id="96" name="TextBox 37"/>
          <p:cNvSpPr txBox="1">
            <a:spLocks noChangeArrowheads="1"/>
          </p:cNvSpPr>
          <p:nvPr userDrawn="1"/>
        </p:nvSpPr>
        <p:spPr bwMode="auto">
          <a:xfrm>
            <a:off x="683685" y="1939925"/>
            <a:ext cx="1178983"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400"/>
              </a:lnSpc>
              <a:spcBef>
                <a:spcPts val="1500"/>
              </a:spcBef>
              <a:buClr>
                <a:schemeClr val="accent1"/>
              </a:buClr>
              <a:buFont typeface="Wingdings 2" pitchFamily="18" charset="2"/>
              <a:buNone/>
              <a:defRPr/>
            </a:pPr>
            <a:r>
              <a:rPr lang="en-US" sz="800" b="1">
                <a:solidFill>
                  <a:srgbClr val="000000"/>
                </a:solidFill>
                <a:latin typeface="Arial" charset="0"/>
                <a:ea typeface="+mn-ea"/>
              </a:rPr>
              <a:t>STARTS ON</a:t>
            </a:r>
          </a:p>
        </p:txBody>
      </p:sp>
      <p:cxnSp>
        <p:nvCxnSpPr>
          <p:cNvPr id="97" name="Straight Connector 39"/>
          <p:cNvCxnSpPr>
            <a:cxnSpLocks noChangeShapeType="1"/>
          </p:cNvCxnSpPr>
          <p:nvPr userDrawn="1"/>
        </p:nvCxnSpPr>
        <p:spPr bwMode="auto">
          <a:xfrm>
            <a:off x="590551" y="2200275"/>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cxnSp>
        <p:nvCxnSpPr>
          <p:cNvPr id="98" name="Straight Connector 40"/>
          <p:cNvCxnSpPr>
            <a:cxnSpLocks noChangeShapeType="1"/>
          </p:cNvCxnSpPr>
          <p:nvPr userDrawn="1"/>
        </p:nvCxnSpPr>
        <p:spPr bwMode="auto">
          <a:xfrm>
            <a:off x="590551" y="5486400"/>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99" name="Freeform 40"/>
          <p:cNvSpPr>
            <a:spLocks/>
          </p:cNvSpPr>
          <p:nvPr userDrawn="1"/>
        </p:nvSpPr>
        <p:spPr bwMode="auto">
          <a:xfrm>
            <a:off x="2074334" y="1468439"/>
            <a:ext cx="9469967" cy="4027487"/>
          </a:xfrm>
          <a:custGeom>
            <a:avLst/>
            <a:gdLst>
              <a:gd name="T0" fmla="*/ 0 w 7101191"/>
              <a:gd name="T1" fmla="*/ 4028195 h 4027251"/>
              <a:gd name="T2" fmla="*/ 0 w 7101191"/>
              <a:gd name="T3" fmla="*/ 0 h 4027251"/>
              <a:gd name="T4" fmla="*/ 7106328 w 7101191"/>
              <a:gd name="T5" fmla="*/ 0 h 4027251"/>
              <a:gd name="T6" fmla="*/ 0 60000 65536"/>
              <a:gd name="T7" fmla="*/ 0 60000 65536"/>
              <a:gd name="T8" fmla="*/ 0 60000 65536"/>
            </a:gdLst>
            <a:ahLst/>
            <a:cxnLst>
              <a:cxn ang="T6">
                <a:pos x="T0" y="T1"/>
              </a:cxn>
              <a:cxn ang="T7">
                <a:pos x="T2" y="T3"/>
              </a:cxn>
              <a:cxn ang="T8">
                <a:pos x="T4" y="T5"/>
              </a:cxn>
            </a:cxnLst>
            <a:rect l="0" t="0" r="r" b="b"/>
            <a:pathLst>
              <a:path w="7101191" h="4027251">
                <a:moveTo>
                  <a:pt x="0" y="4027251"/>
                </a:moveTo>
                <a:lnTo>
                  <a:pt x="0" y="0"/>
                </a:lnTo>
                <a:lnTo>
                  <a:pt x="7101191" y="0"/>
                </a:lnTo>
              </a:path>
            </a:pathLst>
          </a:custGeom>
          <a:noFill/>
          <a:ln w="19050" cap="flat" cmpd="sng">
            <a:solidFill>
              <a:srgbClr val="666666"/>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1800"/>
          </a:p>
        </p:txBody>
      </p:sp>
      <p:cxnSp>
        <p:nvCxnSpPr>
          <p:cNvPr id="100" name="Straight Connector 42"/>
          <p:cNvCxnSpPr>
            <a:cxnSpLocks noChangeShapeType="1"/>
          </p:cNvCxnSpPr>
          <p:nvPr userDrawn="1"/>
        </p:nvCxnSpPr>
        <p:spPr bwMode="auto">
          <a:xfrm>
            <a:off x="2061634" y="1828800"/>
            <a:ext cx="865717" cy="228600"/>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39" name="Text Placeholder 12"/>
          <p:cNvSpPr>
            <a:spLocks noGrp="1"/>
          </p:cNvSpPr>
          <p:nvPr>
            <p:ph type="body" sz="quarter" idx="33"/>
          </p:nvPr>
        </p:nvSpPr>
        <p:spPr>
          <a:xfrm>
            <a:off x="2061633" y="1835813"/>
            <a:ext cx="861216"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0" name="Text Placeholder 12"/>
          <p:cNvSpPr>
            <a:spLocks noGrp="1"/>
          </p:cNvSpPr>
          <p:nvPr>
            <p:ph type="body" sz="quarter" idx="34"/>
          </p:nvPr>
        </p:nvSpPr>
        <p:spPr>
          <a:xfrm>
            <a:off x="2937751" y="1835813"/>
            <a:ext cx="862519"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1" name="Text Placeholder 12"/>
          <p:cNvSpPr>
            <a:spLocks noGrp="1"/>
          </p:cNvSpPr>
          <p:nvPr>
            <p:ph type="body" sz="quarter" idx="35"/>
          </p:nvPr>
        </p:nvSpPr>
        <p:spPr>
          <a:xfrm>
            <a:off x="3800274" y="1835813"/>
            <a:ext cx="86900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2" name="Text Placeholder 12"/>
          <p:cNvSpPr>
            <a:spLocks noGrp="1"/>
          </p:cNvSpPr>
          <p:nvPr>
            <p:ph type="body" sz="quarter" idx="36"/>
          </p:nvPr>
        </p:nvSpPr>
        <p:spPr>
          <a:xfrm>
            <a:off x="4662791" y="1835813"/>
            <a:ext cx="85603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3" name="Text Placeholder 12"/>
          <p:cNvSpPr>
            <a:spLocks noGrp="1"/>
          </p:cNvSpPr>
          <p:nvPr>
            <p:ph type="body" sz="quarter" idx="37"/>
          </p:nvPr>
        </p:nvSpPr>
        <p:spPr>
          <a:xfrm>
            <a:off x="5518824"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4" name="Text Placeholder 12"/>
          <p:cNvSpPr>
            <a:spLocks noGrp="1"/>
          </p:cNvSpPr>
          <p:nvPr>
            <p:ph type="body" sz="quarter" idx="38"/>
          </p:nvPr>
        </p:nvSpPr>
        <p:spPr>
          <a:xfrm>
            <a:off x="6394315"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5" name="Text Placeholder 12"/>
          <p:cNvSpPr>
            <a:spLocks noGrp="1"/>
          </p:cNvSpPr>
          <p:nvPr>
            <p:ph type="body" sz="quarter" idx="39"/>
          </p:nvPr>
        </p:nvSpPr>
        <p:spPr>
          <a:xfrm>
            <a:off x="7250347"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6" name="Text Placeholder 12"/>
          <p:cNvSpPr>
            <a:spLocks noGrp="1"/>
          </p:cNvSpPr>
          <p:nvPr>
            <p:ph type="body" sz="quarter" idx="40"/>
          </p:nvPr>
        </p:nvSpPr>
        <p:spPr>
          <a:xfrm>
            <a:off x="8112867" y="1835813"/>
            <a:ext cx="86900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7" name="Text Placeholder 12"/>
          <p:cNvSpPr>
            <a:spLocks noGrp="1"/>
          </p:cNvSpPr>
          <p:nvPr>
            <p:ph type="body" sz="quarter" idx="41"/>
          </p:nvPr>
        </p:nvSpPr>
        <p:spPr>
          <a:xfrm>
            <a:off x="8975387" y="1835813"/>
            <a:ext cx="862520"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8" name="Text Placeholder 12"/>
          <p:cNvSpPr>
            <a:spLocks noGrp="1"/>
          </p:cNvSpPr>
          <p:nvPr>
            <p:ph type="body" sz="quarter" idx="42"/>
          </p:nvPr>
        </p:nvSpPr>
        <p:spPr>
          <a:xfrm>
            <a:off x="9844389"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9" name="Text Placeholder 12"/>
          <p:cNvSpPr>
            <a:spLocks noGrp="1"/>
          </p:cNvSpPr>
          <p:nvPr>
            <p:ph type="body" sz="quarter" idx="43"/>
          </p:nvPr>
        </p:nvSpPr>
        <p:spPr>
          <a:xfrm>
            <a:off x="10700427" y="1835813"/>
            <a:ext cx="87089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0" name="Text Placeholder 12"/>
          <p:cNvSpPr>
            <a:spLocks noGrp="1"/>
          </p:cNvSpPr>
          <p:nvPr>
            <p:ph type="body" sz="quarter" idx="45"/>
          </p:nvPr>
        </p:nvSpPr>
        <p:spPr>
          <a:xfrm>
            <a:off x="625653" y="223026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1" name="Text Placeholder 12"/>
          <p:cNvSpPr>
            <a:spLocks noGrp="1"/>
          </p:cNvSpPr>
          <p:nvPr>
            <p:ph type="body" sz="quarter" idx="46"/>
          </p:nvPr>
        </p:nvSpPr>
        <p:spPr>
          <a:xfrm>
            <a:off x="625653" y="259557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2" name="Text Placeholder 12"/>
          <p:cNvSpPr>
            <a:spLocks noGrp="1"/>
          </p:cNvSpPr>
          <p:nvPr>
            <p:ph type="body" sz="quarter" idx="47"/>
          </p:nvPr>
        </p:nvSpPr>
        <p:spPr>
          <a:xfrm>
            <a:off x="625653" y="296088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3" name="Text Placeholder 12"/>
          <p:cNvSpPr>
            <a:spLocks noGrp="1"/>
          </p:cNvSpPr>
          <p:nvPr>
            <p:ph type="body" sz="quarter" idx="48"/>
          </p:nvPr>
        </p:nvSpPr>
        <p:spPr>
          <a:xfrm>
            <a:off x="625653" y="332619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4" name="Text Placeholder 12"/>
          <p:cNvSpPr>
            <a:spLocks noGrp="1"/>
          </p:cNvSpPr>
          <p:nvPr>
            <p:ph type="body" sz="quarter" idx="49"/>
          </p:nvPr>
        </p:nvSpPr>
        <p:spPr>
          <a:xfrm>
            <a:off x="625653" y="369150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5" name="Text Placeholder 12"/>
          <p:cNvSpPr>
            <a:spLocks noGrp="1"/>
          </p:cNvSpPr>
          <p:nvPr>
            <p:ph type="body" sz="quarter" idx="50"/>
          </p:nvPr>
        </p:nvSpPr>
        <p:spPr>
          <a:xfrm>
            <a:off x="625653" y="405681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6" name="Text Placeholder 12"/>
          <p:cNvSpPr>
            <a:spLocks noGrp="1"/>
          </p:cNvSpPr>
          <p:nvPr>
            <p:ph type="body" sz="quarter" idx="51"/>
          </p:nvPr>
        </p:nvSpPr>
        <p:spPr>
          <a:xfrm>
            <a:off x="625653" y="5152742"/>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7" name="Text Placeholder 12"/>
          <p:cNvSpPr>
            <a:spLocks noGrp="1"/>
          </p:cNvSpPr>
          <p:nvPr>
            <p:ph type="body" sz="quarter" idx="52"/>
          </p:nvPr>
        </p:nvSpPr>
        <p:spPr>
          <a:xfrm>
            <a:off x="625653" y="442212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8" name="Text Placeholder 12"/>
          <p:cNvSpPr>
            <a:spLocks noGrp="1"/>
          </p:cNvSpPr>
          <p:nvPr>
            <p:ph type="body" sz="quarter" idx="53"/>
          </p:nvPr>
        </p:nvSpPr>
        <p:spPr>
          <a:xfrm>
            <a:off x="625653" y="478743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9" name="Text Placeholder 12"/>
          <p:cNvSpPr>
            <a:spLocks noGrp="1"/>
          </p:cNvSpPr>
          <p:nvPr>
            <p:ph type="body" sz="quarter" idx="54"/>
          </p:nvPr>
        </p:nvSpPr>
        <p:spPr>
          <a:xfrm>
            <a:off x="2083023"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94301C"/>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0" name="Text Placeholder 12"/>
          <p:cNvSpPr>
            <a:spLocks noGrp="1"/>
          </p:cNvSpPr>
          <p:nvPr>
            <p:ph type="body" sz="quarter" idx="55"/>
          </p:nvPr>
        </p:nvSpPr>
        <p:spPr>
          <a:xfrm>
            <a:off x="293775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1" name="Text Placeholder 12"/>
          <p:cNvSpPr>
            <a:spLocks noGrp="1"/>
          </p:cNvSpPr>
          <p:nvPr>
            <p:ph type="body" sz="quarter" idx="56"/>
          </p:nvPr>
        </p:nvSpPr>
        <p:spPr>
          <a:xfrm>
            <a:off x="380027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2" name="Text Placeholder 12"/>
          <p:cNvSpPr>
            <a:spLocks noGrp="1"/>
          </p:cNvSpPr>
          <p:nvPr>
            <p:ph type="body" sz="quarter" idx="57"/>
          </p:nvPr>
        </p:nvSpPr>
        <p:spPr>
          <a:xfrm>
            <a:off x="466279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3" name="Text Placeholder 12"/>
          <p:cNvSpPr>
            <a:spLocks noGrp="1"/>
          </p:cNvSpPr>
          <p:nvPr>
            <p:ph type="body" sz="quarter" idx="58"/>
          </p:nvPr>
        </p:nvSpPr>
        <p:spPr>
          <a:xfrm>
            <a:off x="5518824"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4" name="Text Placeholder 12"/>
          <p:cNvSpPr>
            <a:spLocks noGrp="1"/>
          </p:cNvSpPr>
          <p:nvPr>
            <p:ph type="body" sz="quarter" idx="59"/>
          </p:nvPr>
        </p:nvSpPr>
        <p:spPr>
          <a:xfrm>
            <a:off x="6394315"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5" name="Text Placeholder 12"/>
          <p:cNvSpPr>
            <a:spLocks noGrp="1"/>
          </p:cNvSpPr>
          <p:nvPr>
            <p:ph type="body" sz="quarter" idx="60"/>
          </p:nvPr>
        </p:nvSpPr>
        <p:spPr>
          <a:xfrm>
            <a:off x="725034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6" name="Text Placeholder 12"/>
          <p:cNvSpPr>
            <a:spLocks noGrp="1"/>
          </p:cNvSpPr>
          <p:nvPr>
            <p:ph type="body" sz="quarter" idx="61"/>
          </p:nvPr>
        </p:nvSpPr>
        <p:spPr>
          <a:xfrm>
            <a:off x="811286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7" name="Text Placeholder 12"/>
          <p:cNvSpPr>
            <a:spLocks noGrp="1"/>
          </p:cNvSpPr>
          <p:nvPr>
            <p:ph type="body" sz="quarter" idx="62"/>
          </p:nvPr>
        </p:nvSpPr>
        <p:spPr>
          <a:xfrm>
            <a:off x="897538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8" name="Text Placeholder 12"/>
          <p:cNvSpPr>
            <a:spLocks noGrp="1"/>
          </p:cNvSpPr>
          <p:nvPr>
            <p:ph type="body" sz="quarter" idx="63"/>
          </p:nvPr>
        </p:nvSpPr>
        <p:spPr>
          <a:xfrm>
            <a:off x="9844389"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9" name="Text Placeholder 12"/>
          <p:cNvSpPr>
            <a:spLocks noGrp="1"/>
          </p:cNvSpPr>
          <p:nvPr>
            <p:ph type="body" sz="quarter" idx="64"/>
          </p:nvPr>
        </p:nvSpPr>
        <p:spPr>
          <a:xfrm>
            <a:off x="10700424"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179" name="Text Placeholder 178"/>
          <p:cNvSpPr>
            <a:spLocks noGrp="1"/>
          </p:cNvSpPr>
          <p:nvPr>
            <p:ph type="body" sz="quarter" idx="65"/>
          </p:nvPr>
        </p:nvSpPr>
        <p:spPr>
          <a:xfrm>
            <a:off x="2061633" y="2321700"/>
            <a:ext cx="12192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0" name="Text Placeholder 178"/>
          <p:cNvSpPr>
            <a:spLocks noGrp="1"/>
          </p:cNvSpPr>
          <p:nvPr>
            <p:ph type="body" sz="quarter" idx="66"/>
          </p:nvPr>
        </p:nvSpPr>
        <p:spPr>
          <a:xfrm>
            <a:off x="2061633" y="2687010"/>
            <a:ext cx="24384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1" name="Text Placeholder 178"/>
          <p:cNvSpPr>
            <a:spLocks noGrp="1"/>
          </p:cNvSpPr>
          <p:nvPr>
            <p:ph type="body" sz="quarter" idx="67"/>
          </p:nvPr>
        </p:nvSpPr>
        <p:spPr>
          <a:xfrm>
            <a:off x="2061633" y="3052320"/>
            <a:ext cx="36576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2" name="Text Placeholder 178"/>
          <p:cNvSpPr>
            <a:spLocks noGrp="1"/>
          </p:cNvSpPr>
          <p:nvPr>
            <p:ph type="body" sz="quarter" idx="68"/>
          </p:nvPr>
        </p:nvSpPr>
        <p:spPr>
          <a:xfrm>
            <a:off x="2061633" y="3417630"/>
            <a:ext cx="48768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3" name="Text Placeholder 178"/>
          <p:cNvSpPr>
            <a:spLocks noGrp="1"/>
          </p:cNvSpPr>
          <p:nvPr>
            <p:ph type="body" sz="quarter" idx="69"/>
          </p:nvPr>
        </p:nvSpPr>
        <p:spPr>
          <a:xfrm>
            <a:off x="2061633" y="3782940"/>
            <a:ext cx="60960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4" name="Text Placeholder 178"/>
          <p:cNvSpPr>
            <a:spLocks noGrp="1"/>
          </p:cNvSpPr>
          <p:nvPr>
            <p:ph type="body" sz="quarter" idx="70"/>
          </p:nvPr>
        </p:nvSpPr>
        <p:spPr>
          <a:xfrm>
            <a:off x="2061633" y="4148250"/>
            <a:ext cx="12192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5" name="Text Placeholder 178"/>
          <p:cNvSpPr>
            <a:spLocks noGrp="1"/>
          </p:cNvSpPr>
          <p:nvPr>
            <p:ph type="body" sz="quarter" idx="71"/>
          </p:nvPr>
        </p:nvSpPr>
        <p:spPr>
          <a:xfrm>
            <a:off x="2061633" y="4513560"/>
            <a:ext cx="24384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6" name="Text Placeholder 178"/>
          <p:cNvSpPr>
            <a:spLocks noGrp="1"/>
          </p:cNvSpPr>
          <p:nvPr>
            <p:ph type="body" sz="quarter" idx="72"/>
          </p:nvPr>
        </p:nvSpPr>
        <p:spPr>
          <a:xfrm>
            <a:off x="2061633" y="4878870"/>
            <a:ext cx="36576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7" name="Text Placeholder 178"/>
          <p:cNvSpPr>
            <a:spLocks noGrp="1"/>
          </p:cNvSpPr>
          <p:nvPr>
            <p:ph type="body" sz="quarter" idx="73"/>
          </p:nvPr>
        </p:nvSpPr>
        <p:spPr>
          <a:xfrm>
            <a:off x="2061633" y="5244182"/>
            <a:ext cx="48768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8" name="Text Placeholder 178"/>
          <p:cNvSpPr>
            <a:spLocks noGrp="1"/>
          </p:cNvSpPr>
          <p:nvPr>
            <p:ph type="body" sz="quarter" idx="74"/>
          </p:nvPr>
        </p:nvSpPr>
        <p:spPr>
          <a:xfrm>
            <a:off x="4582160" y="5562600"/>
            <a:ext cx="182880" cy="137160"/>
          </a:xfrm>
          <a:prstGeom prst="flowChartExtract">
            <a:avLst/>
          </a:prstGeom>
          <a:solidFill>
            <a:srgbClr val="B01C2E"/>
          </a:solidFill>
          <a:ln>
            <a:solidFill>
              <a:srgbClr val="B01C2E"/>
            </a:solidFill>
          </a:ln>
        </p:spPr>
        <p:txBody>
          <a:bodyPr/>
          <a:lstStyle>
            <a:lvl1pPr>
              <a:buNone/>
              <a:defRPr sz="800">
                <a:solidFill>
                  <a:srgbClr val="FFFFFF"/>
                </a:solidFill>
              </a:defRPr>
            </a:lvl1pPr>
          </a:lstStyle>
          <a:p>
            <a:pPr lvl="0"/>
            <a:r>
              <a:rPr lang="en-US"/>
              <a:t>Click to edit Master text styles</a:t>
            </a:r>
          </a:p>
        </p:txBody>
      </p:sp>
      <p:sp>
        <p:nvSpPr>
          <p:cNvPr id="190" name="Text Placeholder 12"/>
          <p:cNvSpPr>
            <a:spLocks noGrp="1"/>
          </p:cNvSpPr>
          <p:nvPr>
            <p:ph type="body" sz="quarter" idx="76"/>
          </p:nvPr>
        </p:nvSpPr>
        <p:spPr>
          <a:xfrm>
            <a:off x="4064000" y="5817472"/>
            <a:ext cx="1219200" cy="228600"/>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191" name="Text Placeholder 178"/>
          <p:cNvSpPr>
            <a:spLocks noGrp="1"/>
          </p:cNvSpPr>
          <p:nvPr>
            <p:ph type="body" sz="quarter" idx="77"/>
          </p:nvPr>
        </p:nvSpPr>
        <p:spPr>
          <a:xfrm>
            <a:off x="7140089" y="5562600"/>
            <a:ext cx="182880" cy="137160"/>
          </a:xfrm>
          <a:prstGeom prst="flowChartExtract">
            <a:avLst/>
          </a:prstGeom>
          <a:solidFill>
            <a:srgbClr val="B01C2E"/>
          </a:solidFill>
          <a:ln>
            <a:solidFill>
              <a:srgbClr val="B01C2E"/>
            </a:solidFill>
          </a:ln>
        </p:spPr>
        <p:txBody>
          <a:bodyPr/>
          <a:lstStyle>
            <a:lvl1pPr>
              <a:buNone/>
              <a:defRPr sz="800">
                <a:solidFill>
                  <a:srgbClr val="FFFFFF"/>
                </a:solidFill>
              </a:defRPr>
            </a:lvl1pPr>
          </a:lstStyle>
          <a:p>
            <a:pPr lvl="0"/>
            <a:r>
              <a:rPr lang="en-US"/>
              <a:t>Click to edit Master text styles</a:t>
            </a:r>
          </a:p>
        </p:txBody>
      </p:sp>
      <p:sp>
        <p:nvSpPr>
          <p:cNvPr id="192" name="Text Placeholder 12"/>
          <p:cNvSpPr>
            <a:spLocks noGrp="1"/>
          </p:cNvSpPr>
          <p:nvPr>
            <p:ph type="body" sz="quarter" idx="78"/>
          </p:nvPr>
        </p:nvSpPr>
        <p:spPr>
          <a:xfrm>
            <a:off x="6621929" y="5817472"/>
            <a:ext cx="1219200" cy="228600"/>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78"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01" name="Slide Number Placeholder 9"/>
          <p:cNvSpPr>
            <a:spLocks noGrp="1"/>
          </p:cNvSpPr>
          <p:nvPr>
            <p:ph type="sldNum" sz="quarter" idx="79"/>
          </p:nvPr>
        </p:nvSpPr>
        <p:spPr/>
        <p:txBody>
          <a:bodyPr/>
          <a:lstStyle>
            <a:lvl1pPr>
              <a:defRPr/>
            </a:lvl1pPr>
          </a:lstStyle>
          <a:p>
            <a:fld id="{D003C6ED-C4A5-154D-A951-DFA096D6467B}" type="slidenum">
              <a:rPr lang="en-US" altLang="en-US"/>
              <a:pPr/>
              <a:t>‹#›</a:t>
            </a:fld>
            <a:endParaRPr lang="en-US" altLang="en-US"/>
          </a:p>
        </p:txBody>
      </p:sp>
      <p:sp>
        <p:nvSpPr>
          <p:cNvPr id="102" name="Footer Placeholder 79"/>
          <p:cNvSpPr>
            <a:spLocks noGrp="1"/>
          </p:cNvSpPr>
          <p:nvPr>
            <p:ph type="ftr" sz="quarter" idx="80"/>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8064438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cxnSp>
        <p:nvCxnSpPr>
          <p:cNvPr id="9" name="Straight Connector 7"/>
          <p:cNvCxnSpPr>
            <a:cxnSpLocks noChangeShapeType="1"/>
          </p:cNvCxnSpPr>
          <p:nvPr userDrawn="1"/>
        </p:nvCxnSpPr>
        <p:spPr bwMode="auto">
          <a:xfrm>
            <a:off x="2372785" y="5981700"/>
            <a:ext cx="7327900"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cxnSp>
      <p:sp>
        <p:nvSpPr>
          <p:cNvPr id="6" name="Title 1"/>
          <p:cNvSpPr>
            <a:spLocks noGrp="1"/>
          </p:cNvSpPr>
          <p:nvPr>
            <p:ph type="title"/>
          </p:nvPr>
        </p:nvSpPr>
        <p:spPr>
          <a:xfrm>
            <a:off x="2389717" y="5453936"/>
            <a:ext cx="7315200" cy="474325"/>
          </a:xfrm>
          <a:prstGeom prst="rect">
            <a:avLst/>
          </a:prstGeom>
        </p:spPr>
        <p:txBody>
          <a:bodyPr/>
          <a:lstStyle>
            <a:lvl1pPr algn="l">
              <a:defRPr sz="1200" b="1"/>
            </a:lvl1pPr>
          </a:lstStyle>
          <a:p>
            <a:r>
              <a:rPr lang="en-US"/>
              <a:t>Click to edit Master title style</a:t>
            </a:r>
            <a:endParaRPr lang="en-US" dirty="0"/>
          </a:p>
        </p:txBody>
      </p:sp>
      <p:sp>
        <p:nvSpPr>
          <p:cNvPr id="7" name="Picture Placeholder 2"/>
          <p:cNvSpPr>
            <a:spLocks noGrp="1"/>
          </p:cNvSpPr>
          <p:nvPr>
            <p:ph type="pic" idx="1"/>
          </p:nvPr>
        </p:nvSpPr>
        <p:spPr>
          <a:xfrm>
            <a:off x="2389717" y="1166755"/>
            <a:ext cx="7315200" cy="419268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Drag picture to placeholder or click icon to add</a:t>
            </a:r>
          </a:p>
        </p:txBody>
      </p:sp>
      <p:sp>
        <p:nvSpPr>
          <p:cNvPr id="8" name="Text Placeholder 3"/>
          <p:cNvSpPr>
            <a:spLocks noGrp="1"/>
          </p:cNvSpPr>
          <p:nvPr>
            <p:ph type="body" sz="half" idx="2"/>
          </p:nvPr>
        </p:nvSpPr>
        <p:spPr>
          <a:xfrm>
            <a:off x="2389717" y="6042020"/>
            <a:ext cx="7315200" cy="311280"/>
          </a:xfrm>
          <a:prstGeom prst="rect">
            <a:avLst/>
          </a:prstGeom>
        </p:spPr>
        <p:txBody>
          <a:bodyPr/>
          <a:lstStyle>
            <a:lvl1pPr marL="0" indent="0">
              <a:buNone/>
              <a:defRPr sz="1000" i="1">
                <a:solidFill>
                  <a:srgbClr val="4D4D4D"/>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10"/>
          <p:cNvSpPr>
            <a:spLocks noGrp="1"/>
          </p:cNvSpPr>
          <p:nvPr>
            <p:ph type="body" sz="quarter" idx="10"/>
          </p:nvPr>
        </p:nvSpPr>
        <p:spPr>
          <a:xfrm>
            <a:off x="1026004" y="0"/>
            <a:ext cx="10139992" cy="896112"/>
          </a:xfrm>
          <a:prstGeom prst="rect">
            <a:avLst/>
          </a:prstGeom>
        </p:spPr>
        <p:txBody>
          <a:bodyPr anchor="b"/>
          <a:lstStyle>
            <a:lvl1pPr>
              <a:buNone/>
              <a:defRPr sz="2200">
                <a:latin typeface="+mj-lt"/>
              </a:defRPr>
            </a:lvl1pPr>
          </a:lstStyle>
          <a:p>
            <a:pPr lvl="0"/>
            <a:r>
              <a:rPr lang="en-US"/>
              <a:t>Click to edit Master text styles</a:t>
            </a:r>
          </a:p>
        </p:txBody>
      </p:sp>
      <p:sp>
        <p:nvSpPr>
          <p:cNvPr id="10" name="Slide Number Placeholder 9"/>
          <p:cNvSpPr>
            <a:spLocks noGrp="1"/>
          </p:cNvSpPr>
          <p:nvPr>
            <p:ph type="sldNum" sz="quarter" idx="11"/>
          </p:nvPr>
        </p:nvSpPr>
        <p:spPr/>
        <p:txBody>
          <a:bodyPr/>
          <a:lstStyle>
            <a:lvl1pPr>
              <a:defRPr/>
            </a:lvl1pPr>
          </a:lstStyle>
          <a:p>
            <a:fld id="{614CE4E3-D3DE-AB41-A281-30813EB5473F}" type="slidenum">
              <a:rPr lang="en-US" altLang="en-US"/>
              <a:pPr/>
              <a:t>‹#›</a:t>
            </a:fld>
            <a:endParaRPr lang="en-US" altLang="en-US"/>
          </a:p>
        </p:txBody>
      </p:sp>
      <p:sp>
        <p:nvSpPr>
          <p:cNvPr id="12" name="Footer Placeholder 9"/>
          <p:cNvSpPr>
            <a:spLocks noGrp="1"/>
          </p:cNvSpPr>
          <p:nvPr>
            <p:ph type="ftr" sz="quarter" idx="12"/>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135593479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Text Placeholder 11"/>
          <p:cNvSpPr>
            <a:spLocks noGrp="1"/>
          </p:cNvSpPr>
          <p:nvPr>
            <p:ph type="body" sz="quarter" idx="11"/>
          </p:nvPr>
        </p:nvSpPr>
        <p:spPr>
          <a:xfrm>
            <a:off x="603254" y="1447800"/>
            <a:ext cx="2250831" cy="914400"/>
          </a:xfrm>
          <a:prstGeom prst="rect">
            <a:avLst/>
          </a:prstGeom>
        </p:spPr>
        <p:txBody>
          <a:bodyPr/>
          <a:lstStyle>
            <a:lvl1pPr>
              <a:buNone/>
              <a:defRPr sz="1000"/>
            </a:lvl1pPr>
          </a:lstStyle>
          <a:p>
            <a:pPr lvl="0"/>
            <a:r>
              <a:rPr lang="en-US"/>
              <a:t>Click to edit Master text styles</a:t>
            </a:r>
          </a:p>
        </p:txBody>
      </p:sp>
      <p:sp>
        <p:nvSpPr>
          <p:cNvPr id="9" name="Text Placeholder 11"/>
          <p:cNvSpPr>
            <a:spLocks noGrp="1"/>
          </p:cNvSpPr>
          <p:nvPr>
            <p:ph type="body" sz="quarter" idx="12"/>
          </p:nvPr>
        </p:nvSpPr>
        <p:spPr>
          <a:xfrm>
            <a:off x="603254" y="2667000"/>
            <a:ext cx="2250831" cy="914400"/>
          </a:xfrm>
          <a:prstGeom prst="rect">
            <a:avLst/>
          </a:prstGeom>
        </p:spPr>
        <p:txBody>
          <a:bodyPr/>
          <a:lstStyle>
            <a:lvl1pPr>
              <a:buNone/>
              <a:defRPr sz="1000"/>
            </a:lvl1pPr>
          </a:lstStyle>
          <a:p>
            <a:pPr lvl="0"/>
            <a:r>
              <a:rPr lang="en-US"/>
              <a:t>Click to edit Master text styles</a:t>
            </a:r>
          </a:p>
        </p:txBody>
      </p:sp>
      <p:sp>
        <p:nvSpPr>
          <p:cNvPr id="10" name="Text Placeholder 11"/>
          <p:cNvSpPr>
            <a:spLocks noGrp="1"/>
          </p:cNvSpPr>
          <p:nvPr>
            <p:ph type="body" sz="quarter" idx="13"/>
          </p:nvPr>
        </p:nvSpPr>
        <p:spPr>
          <a:xfrm>
            <a:off x="603254" y="5105400"/>
            <a:ext cx="2250831" cy="914400"/>
          </a:xfrm>
          <a:prstGeom prst="rect">
            <a:avLst/>
          </a:prstGeom>
        </p:spPr>
        <p:txBody>
          <a:bodyPr/>
          <a:lstStyle>
            <a:lvl1pPr>
              <a:buNone/>
              <a:defRPr sz="1000"/>
            </a:lvl1pPr>
          </a:lstStyle>
          <a:p>
            <a:pPr lvl="0"/>
            <a:r>
              <a:rPr lang="en-US"/>
              <a:t>Click to edit Master text styles</a:t>
            </a:r>
          </a:p>
        </p:txBody>
      </p:sp>
      <p:sp>
        <p:nvSpPr>
          <p:cNvPr id="11" name="Text Placeholder 11"/>
          <p:cNvSpPr>
            <a:spLocks noGrp="1"/>
          </p:cNvSpPr>
          <p:nvPr>
            <p:ph type="body" sz="quarter" idx="14"/>
          </p:nvPr>
        </p:nvSpPr>
        <p:spPr>
          <a:xfrm>
            <a:off x="9337923" y="1447800"/>
            <a:ext cx="2250831" cy="914400"/>
          </a:xfrm>
          <a:prstGeom prst="rect">
            <a:avLst/>
          </a:prstGeom>
        </p:spPr>
        <p:txBody>
          <a:bodyPr/>
          <a:lstStyle>
            <a:lvl1pPr>
              <a:buNone/>
              <a:defRPr sz="1000"/>
            </a:lvl1pPr>
          </a:lstStyle>
          <a:p>
            <a:pPr lvl="0"/>
            <a:r>
              <a:rPr lang="en-US"/>
              <a:t>Click to edit Master text styles</a:t>
            </a:r>
          </a:p>
        </p:txBody>
      </p:sp>
      <p:sp>
        <p:nvSpPr>
          <p:cNvPr id="12" name="Text Placeholder 11"/>
          <p:cNvSpPr>
            <a:spLocks noGrp="1"/>
          </p:cNvSpPr>
          <p:nvPr>
            <p:ph type="body" sz="quarter" idx="15"/>
          </p:nvPr>
        </p:nvSpPr>
        <p:spPr>
          <a:xfrm>
            <a:off x="9337923" y="2667000"/>
            <a:ext cx="2250831" cy="914400"/>
          </a:xfrm>
          <a:prstGeom prst="rect">
            <a:avLst/>
          </a:prstGeom>
        </p:spPr>
        <p:txBody>
          <a:bodyPr/>
          <a:lstStyle>
            <a:lvl1pPr>
              <a:buNone/>
              <a:defRPr sz="1000"/>
            </a:lvl1pPr>
          </a:lstStyle>
          <a:p>
            <a:pPr lvl="0"/>
            <a:r>
              <a:rPr lang="en-US"/>
              <a:t>Click to edit Master text styles</a:t>
            </a:r>
          </a:p>
        </p:txBody>
      </p:sp>
      <p:sp>
        <p:nvSpPr>
          <p:cNvPr id="13" name="Text Placeholder 11"/>
          <p:cNvSpPr>
            <a:spLocks noGrp="1"/>
          </p:cNvSpPr>
          <p:nvPr>
            <p:ph type="body" sz="quarter" idx="16"/>
          </p:nvPr>
        </p:nvSpPr>
        <p:spPr>
          <a:xfrm>
            <a:off x="9337923" y="3886200"/>
            <a:ext cx="2250831" cy="914400"/>
          </a:xfrm>
          <a:prstGeom prst="rect">
            <a:avLst/>
          </a:prstGeom>
        </p:spPr>
        <p:txBody>
          <a:bodyPr/>
          <a:lstStyle>
            <a:lvl1pPr>
              <a:buNone/>
              <a:defRPr sz="1000"/>
            </a:lvl1pPr>
          </a:lstStyle>
          <a:p>
            <a:pPr lvl="0"/>
            <a:r>
              <a:rPr lang="en-US"/>
              <a:t>Click to edit Master text styles</a:t>
            </a:r>
          </a:p>
        </p:txBody>
      </p:sp>
      <p:sp>
        <p:nvSpPr>
          <p:cNvPr id="14" name="Text Placeholder 11"/>
          <p:cNvSpPr>
            <a:spLocks noGrp="1"/>
          </p:cNvSpPr>
          <p:nvPr>
            <p:ph type="body" sz="quarter" idx="17"/>
          </p:nvPr>
        </p:nvSpPr>
        <p:spPr>
          <a:xfrm>
            <a:off x="9337923" y="5105400"/>
            <a:ext cx="2250831" cy="914400"/>
          </a:xfrm>
          <a:prstGeom prst="rect">
            <a:avLst/>
          </a:prstGeom>
        </p:spPr>
        <p:txBody>
          <a:bodyPr/>
          <a:lstStyle>
            <a:lvl1pPr>
              <a:buNone/>
              <a:defRPr sz="1000"/>
            </a:lvl1pPr>
          </a:lstStyle>
          <a:p>
            <a:pPr lvl="0"/>
            <a:r>
              <a:rPr lang="en-US"/>
              <a:t>Click to edit Master text styles</a:t>
            </a:r>
          </a:p>
        </p:txBody>
      </p:sp>
      <p:sp>
        <p:nvSpPr>
          <p:cNvPr id="15" name="Text Placeholder 11"/>
          <p:cNvSpPr>
            <a:spLocks noGrp="1"/>
          </p:cNvSpPr>
          <p:nvPr>
            <p:ph type="body" sz="quarter" idx="18"/>
          </p:nvPr>
        </p:nvSpPr>
        <p:spPr>
          <a:xfrm>
            <a:off x="603254" y="3886200"/>
            <a:ext cx="2250831" cy="914400"/>
          </a:xfrm>
          <a:prstGeom prst="rect">
            <a:avLst/>
          </a:prstGeom>
        </p:spPr>
        <p:txBody>
          <a:bodyPr/>
          <a:lstStyle>
            <a:lvl1pPr>
              <a:buNone/>
              <a:defRPr sz="1000"/>
            </a:lvl1pPr>
          </a:lstStyle>
          <a:p>
            <a:pPr lvl="0"/>
            <a:r>
              <a:rPr lang="en-US"/>
              <a:t>Click to edit Master text styles</a:t>
            </a:r>
          </a:p>
        </p:txBody>
      </p:sp>
      <p:sp>
        <p:nvSpPr>
          <p:cNvPr id="16" name="Slide Number Placeholder 9"/>
          <p:cNvSpPr>
            <a:spLocks noGrp="1"/>
          </p:cNvSpPr>
          <p:nvPr>
            <p:ph type="sldNum" sz="quarter" idx="19"/>
          </p:nvPr>
        </p:nvSpPr>
        <p:spPr/>
        <p:txBody>
          <a:bodyPr/>
          <a:lstStyle>
            <a:lvl1pPr>
              <a:defRPr/>
            </a:lvl1pPr>
          </a:lstStyle>
          <a:p>
            <a:fld id="{1B28FF10-2575-714D-9D0B-AB6D45C94EAE}" type="slidenum">
              <a:rPr lang="en-US" altLang="en-US"/>
              <a:pPr/>
              <a:t>‹#›</a:t>
            </a:fld>
            <a:endParaRPr lang="en-US" altLang="en-US"/>
          </a:p>
        </p:txBody>
      </p:sp>
      <p:sp>
        <p:nvSpPr>
          <p:cNvPr id="17" name="Footer Placeholder 12"/>
          <p:cNvSpPr>
            <a:spLocks noGrp="1"/>
          </p:cNvSpPr>
          <p:nvPr>
            <p:ph type="ftr" sz="quarter" idx="20"/>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70181634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ap with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8212506" y="1419225"/>
            <a:ext cx="3376247" cy="4800600"/>
          </a:xfrm>
          <a:prstGeom prst="rect">
            <a:avLst/>
          </a:prstGeom>
        </p:spPr>
        <p:txBody>
          <a:bodyPr/>
          <a:lstStyle>
            <a:lvl1pPr marL="228600" indent="-228600">
              <a:buClr>
                <a:srgbClr val="B01C2E"/>
              </a:buClr>
              <a:buFont typeface="Wingdings 2" pitchFamily="18" charset="2"/>
              <a:buChar char=""/>
              <a:defRPr sz="1100"/>
            </a:lvl1pPr>
            <a:lvl2pPr marL="457200" indent="-228600">
              <a:buClr>
                <a:srgbClr val="B01C2E"/>
              </a:buClr>
              <a:buSzPct val="125000"/>
              <a:buFont typeface="Arial" pitchFamily="34" charset="0"/>
              <a:buChar char="•"/>
              <a:defRPr sz="1100"/>
            </a:lvl2pPr>
            <a:lvl3pPr marL="685800">
              <a:buClr>
                <a:srgbClr val="B01C2E"/>
              </a:buClr>
              <a:buFont typeface="Arial" pitchFamily="34" charset="0"/>
              <a:buChar char="–"/>
              <a:defRPr sz="1100"/>
            </a:lvl3pPr>
            <a:lvl4pPr marL="914400">
              <a:buClr>
                <a:srgbClr val="B01C2E"/>
              </a:buClr>
              <a:buFont typeface="Arial" pitchFamily="34" charset="0"/>
              <a:buChar char="–"/>
              <a:defRPr sz="1100"/>
            </a:lvl4pPr>
            <a:lvl5pPr marL="1143000">
              <a:buClr>
                <a:srgbClr val="B01C2E"/>
              </a:buClr>
              <a:buFont typeface="Arial" pitchFamily="34" charset="0"/>
              <a:buChar char="–"/>
              <a:defRPr sz="11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4" name="Slide Number Placeholder 9"/>
          <p:cNvSpPr>
            <a:spLocks noGrp="1"/>
          </p:cNvSpPr>
          <p:nvPr>
            <p:ph type="sldNum" sz="quarter" idx="10"/>
          </p:nvPr>
        </p:nvSpPr>
        <p:spPr/>
        <p:txBody>
          <a:bodyPr/>
          <a:lstStyle>
            <a:lvl1pPr>
              <a:defRPr/>
            </a:lvl1pPr>
          </a:lstStyle>
          <a:p>
            <a:fld id="{3B598768-D1F4-594C-B51E-99B1ED06033F}" type="slidenum">
              <a:rPr lang="en-US" altLang="en-US"/>
              <a:pPr/>
              <a:t>‹#›</a:t>
            </a:fld>
            <a:endParaRPr lang="en-US" altLang="en-US"/>
          </a:p>
        </p:txBody>
      </p:sp>
      <p:sp>
        <p:nvSpPr>
          <p:cNvPr id="6" name="Footer Placeholder 12"/>
          <p:cNvSpPr>
            <a:spLocks noGrp="1"/>
          </p:cNvSpPr>
          <p:nvPr>
            <p:ph type="ftr" sz="quarter" idx="11"/>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94692366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f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4766735" y="1419225"/>
            <a:ext cx="6815667" cy="4706938"/>
          </a:xfrm>
          <a:prstGeom prst="rect">
            <a:avLst/>
          </a:prstGeom>
        </p:spPr>
        <p:txBody>
          <a:bodyPr/>
          <a:lstStyle>
            <a:lvl1pPr marL="228600" indent="-228600">
              <a:buClr>
                <a:srgbClr val="B01C2E"/>
              </a:buClr>
              <a:buFont typeface="Wingdings 2" pitchFamily="18" charset="2"/>
              <a:buChar char=""/>
              <a:defRPr sz="1200"/>
            </a:lvl1pPr>
            <a:lvl2pPr marL="457200" indent="-228600">
              <a:buClr>
                <a:srgbClr val="B01C2E"/>
              </a:buClr>
              <a:buSzPct val="125000"/>
              <a:buFont typeface="Arial" pitchFamily="34" charset="0"/>
              <a:buChar char="•"/>
              <a:defRPr sz="1200"/>
            </a:lvl2pPr>
            <a:lvl3pPr marL="685800">
              <a:buClr>
                <a:srgbClr val="B01C2E"/>
              </a:buClr>
              <a:buFont typeface="Arial" pitchFamily="34" charset="0"/>
              <a:buChar char="–"/>
              <a:defRPr sz="1200"/>
            </a:lvl3pPr>
            <a:lvl4pPr marL="914400">
              <a:buClr>
                <a:srgbClr val="B01C2E"/>
              </a:buClr>
              <a:buFont typeface="Arial" pitchFamily="34" charset="0"/>
              <a:buChar char="–"/>
              <a:defRPr sz="1200"/>
            </a:lvl4pPr>
            <a:lvl5pPr marL="1143000">
              <a:buClr>
                <a:srgbClr val="B01C2E"/>
              </a:buClr>
              <a:buFont typeface="Arial" pitchFamily="34" charset="0"/>
              <a:buChar cha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609601" y="1419226"/>
            <a:ext cx="3891064" cy="4706938"/>
          </a:xfrm>
          <a:prstGeom prst="rect">
            <a:avLst/>
          </a:prstGeom>
        </p:spPr>
        <p:txBody>
          <a:bodyPr/>
          <a:lstStyle>
            <a:lvl1pPr marL="0" indent="0">
              <a:buNone/>
              <a:defRPr sz="1200" i="1">
                <a:solidFill>
                  <a:srgbClr val="666666"/>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219B113F-1BA8-CA4E-A6B3-92D1D8C0C887}"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65065046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igh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609601" y="1419225"/>
            <a:ext cx="6815667" cy="4706938"/>
          </a:xfrm>
          <a:prstGeom prst="rect">
            <a:avLst/>
          </a:prstGeom>
        </p:spPr>
        <p:txBody>
          <a:bodyPr/>
          <a:lstStyle>
            <a:lvl1pPr marL="228600" indent="-228600">
              <a:buClr>
                <a:srgbClr val="B01C2E"/>
              </a:buClr>
              <a:buFont typeface="Wingdings 2" pitchFamily="18" charset="2"/>
              <a:buChar char=""/>
              <a:defRPr sz="1200"/>
            </a:lvl1pPr>
            <a:lvl2pPr marL="457200" indent="-228600">
              <a:buClr>
                <a:srgbClr val="B01C2E"/>
              </a:buClr>
              <a:buSzPct val="125000"/>
              <a:buFont typeface="Arial" pitchFamily="34" charset="0"/>
              <a:buChar char="•"/>
              <a:defRPr sz="1200"/>
            </a:lvl2pPr>
            <a:lvl3pPr marL="685800">
              <a:buClr>
                <a:srgbClr val="B01C2E"/>
              </a:buClr>
              <a:buFont typeface="Arial" pitchFamily="34" charset="0"/>
              <a:buChar char="–"/>
              <a:defRPr sz="1200"/>
            </a:lvl3pPr>
            <a:lvl4pPr marL="914400">
              <a:buClr>
                <a:srgbClr val="B01C2E"/>
              </a:buClr>
              <a:buFont typeface="Arial" pitchFamily="34" charset="0"/>
              <a:buChar char="–"/>
              <a:defRPr sz="1200"/>
            </a:lvl4pPr>
            <a:lvl5pPr marL="1143000">
              <a:buClr>
                <a:srgbClr val="B01C2E"/>
              </a:buClr>
              <a:buFont typeface="Arial" pitchFamily="34" charset="0"/>
              <a:buChar cha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7697687" y="1419226"/>
            <a:ext cx="3891064" cy="4706938"/>
          </a:xfrm>
          <a:prstGeom prst="rect">
            <a:avLst/>
          </a:prstGeom>
        </p:spPr>
        <p:txBody>
          <a:bodyPr/>
          <a:lstStyle>
            <a:lvl1pPr marL="0" indent="0">
              <a:buNone/>
              <a:defRPr sz="1200" i="1">
                <a:solidFill>
                  <a:srgbClr val="666666"/>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524011BE-5C53-0E48-93A9-5E9857491FB1}"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89128295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ttorney Bio">
    <p:spTree>
      <p:nvGrpSpPr>
        <p:cNvPr id="1" name=""/>
        <p:cNvGrpSpPr/>
        <p:nvPr/>
      </p:nvGrpSpPr>
      <p:grpSpPr>
        <a:xfrm>
          <a:off x="0" y="0"/>
          <a:ext cx="0" cy="0"/>
          <a:chOff x="0" y="0"/>
          <a:chExt cx="0" cy="0"/>
        </a:xfrm>
      </p:grpSpPr>
      <p:sp>
        <p:nvSpPr>
          <p:cNvPr id="12" name="Line 22"/>
          <p:cNvSpPr>
            <a:spLocks noChangeShapeType="1"/>
          </p:cNvSpPr>
          <p:nvPr/>
        </p:nvSpPr>
        <p:spPr bwMode="auto">
          <a:xfrm>
            <a:off x="2768600" y="2667000"/>
            <a:ext cx="88392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3" name="TextBox 13"/>
          <p:cNvSpPr txBox="1">
            <a:spLocks noChangeArrowheads="1"/>
          </p:cNvSpPr>
          <p:nvPr userDrawn="1"/>
        </p:nvSpPr>
        <p:spPr bwMode="auto">
          <a:xfrm>
            <a:off x="2755900" y="1108076"/>
            <a:ext cx="42672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1000" b="1">
                <a:solidFill>
                  <a:srgbClr val="B01C2E"/>
                </a:solidFill>
                <a:latin typeface="Arial" charset="0"/>
                <a:ea typeface="+mn-ea"/>
              </a:rPr>
              <a:t>Specialization</a:t>
            </a:r>
          </a:p>
        </p:txBody>
      </p:sp>
      <p:sp>
        <p:nvSpPr>
          <p:cNvPr id="14" name="TextBox 14"/>
          <p:cNvSpPr txBox="1">
            <a:spLocks noChangeArrowheads="1"/>
          </p:cNvSpPr>
          <p:nvPr userDrawn="1"/>
        </p:nvSpPr>
        <p:spPr bwMode="auto">
          <a:xfrm>
            <a:off x="7340600" y="1108076"/>
            <a:ext cx="42672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1000" b="1">
                <a:solidFill>
                  <a:srgbClr val="B01C2E"/>
                </a:solidFill>
                <a:latin typeface="Arial" charset="0"/>
                <a:ea typeface="+mn-ea"/>
              </a:rPr>
              <a:t>Education</a:t>
            </a:r>
          </a:p>
        </p:txBody>
      </p:sp>
      <p:sp>
        <p:nvSpPr>
          <p:cNvPr id="17" name="Text Placeholder 16"/>
          <p:cNvSpPr>
            <a:spLocks noGrp="1"/>
          </p:cNvSpPr>
          <p:nvPr>
            <p:ph type="body" sz="quarter" idx="17"/>
          </p:nvPr>
        </p:nvSpPr>
        <p:spPr>
          <a:xfrm>
            <a:off x="2756408" y="2743200"/>
            <a:ext cx="8851392" cy="3429000"/>
          </a:xfrm>
          <a:prstGeom prst="rect">
            <a:avLst/>
          </a:prstGeom>
          <a:ln>
            <a:noFill/>
          </a:ln>
        </p:spPr>
        <p:txBody>
          <a:bodyPr lIns="27432" anchor="t"/>
          <a:lstStyle>
            <a:lvl1pPr marL="0" indent="0" algn="l">
              <a:lnSpc>
                <a:spcPts val="1200"/>
              </a:lnSpc>
              <a:spcBef>
                <a:spcPts val="0"/>
              </a:spcBef>
              <a:spcAft>
                <a:spcPts val="600"/>
              </a:spcAft>
              <a:buFont typeface="Arial" pitchFamily="34" charset="0"/>
              <a:buChar char=" "/>
              <a:defRPr sz="1000" b="0" baseline="0">
                <a:latin typeface="+mn-lt"/>
              </a:defRPr>
            </a:lvl1pPr>
            <a:lvl2pPr marL="0" indent="0">
              <a:lnSpc>
                <a:spcPts val="1200"/>
              </a:lnSpc>
              <a:spcBef>
                <a:spcPts val="0"/>
              </a:spcBef>
              <a:spcAft>
                <a:spcPts val="1200"/>
              </a:spcAft>
              <a:buFont typeface="Arial" pitchFamily="34" charset="0"/>
              <a:buChar char=" "/>
              <a:defRPr sz="1000" b="1" baseline="0">
                <a:solidFill>
                  <a:srgbClr val="666666"/>
                </a:solidFill>
                <a:latin typeface="Arial" pitchFamily="34" charset="0"/>
              </a:defRPr>
            </a:lvl2pPr>
            <a:lvl3pPr marL="228600" indent="-228600">
              <a:buClr>
                <a:srgbClr val="B01C2E"/>
              </a:buClr>
              <a:buFont typeface="Wingdings 2" pitchFamily="18" charset="2"/>
              <a:buChar char="¡"/>
              <a:defRPr sz="1000" baseline="0">
                <a:latin typeface="Arial" pitchFamily="34" charset="0"/>
              </a:defRPr>
            </a:lvl3pPr>
            <a:lvl4pPr marL="457200" indent="-228600">
              <a:buClr>
                <a:srgbClr val="B01C2E"/>
              </a:buClr>
              <a:buFont typeface="Arial" pitchFamily="34" charset="0"/>
              <a:buChar char="–"/>
              <a:defRPr sz="1000" baseline="0">
                <a:latin typeface="Arial" pitchFamily="34" charset="0"/>
              </a:defRPr>
            </a:lvl4pPr>
            <a:lvl5pPr marL="685800" indent="-228600">
              <a:buClr>
                <a:srgbClr val="B01C2E"/>
              </a:buClr>
              <a:buFont typeface="Arial" pitchFamily="34" charset="0"/>
              <a:buChar char="–"/>
              <a:defRPr sz="1000" baseline="0">
                <a:latin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baseline="0"/>
            </a:lvl1pPr>
          </a:lstStyle>
          <a:p>
            <a:pPr lvl="0"/>
            <a:r>
              <a:rPr lang="en-US"/>
              <a:t>Click to edit Master title style</a:t>
            </a:r>
            <a:endParaRPr lang="en-US" dirty="0"/>
          </a:p>
        </p:txBody>
      </p:sp>
      <p:sp>
        <p:nvSpPr>
          <p:cNvPr id="18" name="Picture Placeholder 9"/>
          <p:cNvSpPr>
            <a:spLocks noGrp="1"/>
          </p:cNvSpPr>
          <p:nvPr>
            <p:ph type="pic" sz="quarter" idx="13"/>
          </p:nvPr>
        </p:nvSpPr>
        <p:spPr>
          <a:xfrm>
            <a:off x="607483" y="1108074"/>
            <a:ext cx="1560576" cy="1563624"/>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22" name="Text Placeholder 7"/>
          <p:cNvSpPr>
            <a:spLocks noGrp="1"/>
          </p:cNvSpPr>
          <p:nvPr>
            <p:ph type="body" sz="quarter" idx="12"/>
          </p:nvPr>
        </p:nvSpPr>
        <p:spPr>
          <a:xfrm>
            <a:off x="607487" y="2722996"/>
            <a:ext cx="2034116" cy="553604"/>
          </a:xfrm>
          <a:prstGeom prst="rect">
            <a:avLst/>
          </a:prstGeom>
        </p:spPr>
        <p:txBody>
          <a:bodyPr lIns="0"/>
          <a:lstStyle>
            <a:lvl1pPr marL="0" indent="0">
              <a:lnSpc>
                <a:spcPts val="1000"/>
              </a:lnSpc>
              <a:buNone/>
              <a:defRPr sz="1000" b="0" baseline="0"/>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p:txBody>
      </p:sp>
      <p:sp>
        <p:nvSpPr>
          <p:cNvPr id="40" name="Text Placeholder 12"/>
          <p:cNvSpPr>
            <a:spLocks noGrp="1"/>
          </p:cNvSpPr>
          <p:nvPr>
            <p:ph type="body" sz="quarter" idx="37"/>
          </p:nvPr>
        </p:nvSpPr>
        <p:spPr>
          <a:xfrm>
            <a:off x="7340600" y="2144554"/>
            <a:ext cx="4267200" cy="246888"/>
          </a:xfrm>
          <a:prstGeom prst="rect">
            <a:avLst/>
          </a:prstGeom>
          <a:ln w="6350">
            <a:noFill/>
          </a:ln>
        </p:spPr>
        <p:txBody>
          <a:bodyPr lIns="27432" tIns="45720" rIns="45720" bIns="45720" anchor="t" anchorCtr="0"/>
          <a:lstStyle>
            <a:lvl1pPr marL="171450" indent="-171450">
              <a:buClr>
                <a:srgbClr val="B01C2E"/>
              </a:buClr>
              <a:buFont typeface="Wingdings 2" pitchFamily="18" charset="2"/>
              <a:buNone/>
              <a:defRPr sz="1000" b="1" baseline="0">
                <a:solidFill>
                  <a:srgbClr val="B01C2E"/>
                </a:solidFill>
              </a:defRPr>
            </a:lvl1pPr>
            <a:lvl2pPr marL="118872" indent="-118872">
              <a:buClr>
                <a:srgbClr val="B01C2E"/>
              </a:buClr>
              <a:buFont typeface="Wingdings 2" pitchFamily="18" charset="2"/>
              <a:buNone/>
              <a:defRPr sz="1000" b="1" baseline="0">
                <a:solidFill>
                  <a:srgbClr val="B01C2E"/>
                </a:solidFill>
              </a:defRPr>
            </a:lvl2pPr>
            <a:lvl3pPr marL="0" indent="-118872" algn="l" defTabSz="914400" rtl="0" eaLnBrk="1" latinLnBrk="0" hangingPunct="1">
              <a:lnSpc>
                <a:spcPct val="95000"/>
              </a:lnSpc>
              <a:spcBef>
                <a:spcPts val="0"/>
              </a:spcBef>
              <a:spcAft>
                <a:spcPts val="240"/>
              </a:spcAft>
              <a:buClr>
                <a:srgbClr val="B01C2E"/>
              </a:buClr>
              <a:buFont typeface="Wingdings 2" pitchFamily="18" charset="2"/>
              <a:buNone/>
              <a:defRPr lang="en-US" sz="1000" b="1" kern="1200" baseline="0" dirty="0" smtClean="0">
                <a:solidFill>
                  <a:srgbClr val="B01C2E"/>
                </a:solidFill>
                <a:latin typeface="+mn-lt"/>
                <a:ea typeface="+mn-ea"/>
                <a:cs typeface="+mn-cs"/>
              </a:defRPr>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42" name="Text Placeholder 12"/>
          <p:cNvSpPr>
            <a:spLocks noGrp="1"/>
          </p:cNvSpPr>
          <p:nvPr>
            <p:ph type="body" sz="quarter" idx="39"/>
          </p:nvPr>
        </p:nvSpPr>
        <p:spPr>
          <a:xfrm>
            <a:off x="2756408" y="2144554"/>
            <a:ext cx="4267200" cy="246888"/>
          </a:xfrm>
          <a:prstGeom prst="rect">
            <a:avLst/>
          </a:prstGeom>
          <a:ln w="6350">
            <a:noFill/>
          </a:ln>
        </p:spPr>
        <p:txBody>
          <a:bodyPr lIns="27432" tIns="45720" rIns="45720" bIns="45720" anchor="t" anchorCtr="0"/>
          <a:lstStyle>
            <a:lvl1pPr marL="171450" indent="-171450">
              <a:buClr>
                <a:srgbClr val="B01C2E"/>
              </a:buClr>
              <a:buFont typeface="Wingdings 2" pitchFamily="18" charset="2"/>
              <a:buNone/>
              <a:defRPr sz="1000" b="1" baseline="0">
                <a:solidFill>
                  <a:srgbClr val="B01C2E"/>
                </a:solidFill>
              </a:defRPr>
            </a:lvl1pPr>
            <a:lvl2pPr marL="118872" indent="-118872">
              <a:buClr>
                <a:srgbClr val="B01C2E"/>
              </a:buClr>
              <a:buFont typeface="Wingdings 2" pitchFamily="18" charset="2"/>
              <a:buNone/>
              <a:defRPr sz="1000" b="1" baseline="0">
                <a:solidFill>
                  <a:srgbClr val="B01C2E"/>
                </a:solidFill>
              </a:defRPr>
            </a:lvl2pPr>
            <a:lvl3pPr marL="0" indent="-118872" algn="l" defTabSz="914400" rtl="0" eaLnBrk="1" latinLnBrk="0" hangingPunct="1">
              <a:lnSpc>
                <a:spcPct val="95000"/>
              </a:lnSpc>
              <a:spcBef>
                <a:spcPts val="0"/>
              </a:spcBef>
              <a:spcAft>
                <a:spcPts val="240"/>
              </a:spcAft>
              <a:buClr>
                <a:srgbClr val="B01C2E"/>
              </a:buClr>
              <a:buFont typeface="Wingdings 2" pitchFamily="18" charset="2"/>
              <a:buNone/>
              <a:defRPr lang="en-US" sz="1000" b="1" kern="1200" baseline="0" dirty="0" smtClean="0">
                <a:solidFill>
                  <a:srgbClr val="B01C2E"/>
                </a:solidFill>
                <a:latin typeface="+mn-lt"/>
                <a:ea typeface="+mn-ea"/>
                <a:cs typeface="+mn-cs"/>
              </a:defRPr>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44" name="Text Placeholder 16"/>
          <p:cNvSpPr>
            <a:spLocks noGrp="1"/>
          </p:cNvSpPr>
          <p:nvPr>
            <p:ph type="body" sz="quarter" idx="41"/>
          </p:nvPr>
        </p:nvSpPr>
        <p:spPr>
          <a:xfrm>
            <a:off x="2756408" y="2308860"/>
            <a:ext cx="4267200" cy="347472"/>
          </a:xfrm>
          <a:prstGeom prst="rect">
            <a:avLst/>
          </a:prstGeom>
          <a:ln>
            <a:noFill/>
          </a:ln>
        </p:spPr>
        <p:txBody>
          <a:bodyPr lIns="27432" anchor="t"/>
          <a:lstStyle>
            <a:lvl1pPr marL="0" indent="0" algn="l">
              <a:lnSpc>
                <a:spcPct val="95000"/>
              </a:lnSpc>
              <a:spcBef>
                <a:spcPts val="0"/>
              </a:spcBef>
              <a:spcAft>
                <a:spcPts val="240"/>
              </a:spcAft>
              <a:buNone/>
              <a:defRPr sz="1000" b="0"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46" name="Text Placeholder 16"/>
          <p:cNvSpPr>
            <a:spLocks noGrp="1"/>
          </p:cNvSpPr>
          <p:nvPr>
            <p:ph type="body" sz="quarter" idx="42"/>
          </p:nvPr>
        </p:nvSpPr>
        <p:spPr>
          <a:xfrm>
            <a:off x="7340600" y="2308860"/>
            <a:ext cx="4267200" cy="347472"/>
          </a:xfrm>
          <a:prstGeom prst="rect">
            <a:avLst/>
          </a:prstGeom>
          <a:ln>
            <a:noFill/>
          </a:ln>
        </p:spPr>
        <p:txBody>
          <a:bodyPr lIns="27432" anchor="t"/>
          <a:lstStyle>
            <a:lvl1pPr marL="0" indent="0" algn="l">
              <a:lnSpc>
                <a:spcPct val="95000"/>
              </a:lnSpc>
              <a:spcBef>
                <a:spcPts val="0"/>
              </a:spcBef>
              <a:spcAft>
                <a:spcPts val="240"/>
              </a:spcAft>
              <a:buNone/>
              <a:defRPr sz="1000" b="0"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47" name="Text Placeholder 19"/>
          <p:cNvSpPr>
            <a:spLocks noGrp="1"/>
          </p:cNvSpPr>
          <p:nvPr>
            <p:ph type="body" sz="quarter" idx="29"/>
          </p:nvPr>
        </p:nvSpPr>
        <p:spPr>
          <a:xfrm>
            <a:off x="2756408" y="1295400"/>
            <a:ext cx="4267200" cy="822960"/>
          </a:xfrm>
          <a:prstGeom prst="rect">
            <a:avLst/>
          </a:prstGeom>
          <a:solidFill>
            <a:srgbClr val="FFFFFF"/>
          </a:solidFill>
          <a:ln>
            <a:noFill/>
          </a:ln>
        </p:spPr>
        <p:txBody>
          <a:bodyPr wrap="square" lIns="27432" tIns="45720" rIns="45720" bIns="45720" anchor="t">
            <a:noAutofit/>
          </a:bodyPr>
          <a:lstStyle>
            <a:lvl1pPr marL="118872" indent="-118872">
              <a:lnSpc>
                <a:spcPct val="95000"/>
              </a:lnSpc>
              <a:spcBef>
                <a:spcPts val="0"/>
              </a:spcBef>
              <a:spcAft>
                <a:spcPts val="200"/>
              </a:spcAft>
              <a:buClr>
                <a:schemeClr val="accent1"/>
              </a:buClr>
              <a:buFont typeface="Wingdings 2" pitchFamily="18" charset="2"/>
              <a:buChar char=""/>
              <a:defRPr sz="1000" baseline="0">
                <a:solidFill>
                  <a:schemeClr val="tx1"/>
                </a:solidFill>
              </a:defRPr>
            </a:lvl1pPr>
            <a:lvl2pPr marL="118872" indent="-118872">
              <a:lnSpc>
                <a:spcPct val="95000"/>
              </a:lnSpc>
              <a:spcBef>
                <a:spcPts val="0"/>
              </a:spcBef>
              <a:spcAft>
                <a:spcPts val="200"/>
              </a:spcAft>
              <a:buClr>
                <a:srgbClr val="B01C2E"/>
              </a:buClr>
              <a:buFont typeface="NSimSun" pitchFamily="49" charset="-122"/>
              <a:buChar char=" "/>
              <a:defRPr sz="1000" baseline="0"/>
            </a:lvl2pPr>
            <a:lvl3pPr marL="118872" indent="-118872">
              <a:lnSpc>
                <a:spcPct val="95000"/>
              </a:lnSpc>
              <a:spcBef>
                <a:spcPts val="0"/>
              </a:spcBef>
              <a:spcAft>
                <a:spcPts val="200"/>
              </a:spcAft>
              <a:buClr>
                <a:srgbClr val="B01C2E"/>
              </a:buClr>
              <a:buFont typeface="Wingdings 2" pitchFamily="18" charset="2"/>
              <a:buChar char="¡"/>
              <a:defRPr sz="1000"/>
            </a:lvl3pPr>
          </a:lstStyle>
          <a:p>
            <a:pPr lvl="0"/>
            <a:r>
              <a:rPr lang="en-US"/>
              <a:t>Click to edit Master text styles</a:t>
            </a:r>
          </a:p>
        </p:txBody>
      </p:sp>
      <p:sp>
        <p:nvSpPr>
          <p:cNvPr id="48" name="Text Placeholder 19"/>
          <p:cNvSpPr>
            <a:spLocks noGrp="1"/>
          </p:cNvSpPr>
          <p:nvPr>
            <p:ph type="body" sz="quarter" idx="43"/>
          </p:nvPr>
        </p:nvSpPr>
        <p:spPr>
          <a:xfrm>
            <a:off x="7340600" y="1295400"/>
            <a:ext cx="4267200" cy="822960"/>
          </a:xfrm>
          <a:prstGeom prst="rect">
            <a:avLst/>
          </a:prstGeom>
          <a:solidFill>
            <a:srgbClr val="FFFFFF"/>
          </a:solidFill>
          <a:ln>
            <a:noFill/>
          </a:ln>
        </p:spPr>
        <p:txBody>
          <a:bodyPr wrap="square" lIns="27432" tIns="45720" rIns="45720" bIns="45720" anchor="t">
            <a:noAutofit/>
          </a:bodyPr>
          <a:lstStyle>
            <a:lvl1pPr marL="118872" indent="-118872">
              <a:lnSpc>
                <a:spcPct val="95000"/>
              </a:lnSpc>
              <a:spcBef>
                <a:spcPts val="0"/>
              </a:spcBef>
              <a:spcAft>
                <a:spcPts val="200"/>
              </a:spcAft>
              <a:buClr>
                <a:schemeClr val="accent1"/>
              </a:buClr>
              <a:buFont typeface="Wingdings 2" pitchFamily="18" charset="2"/>
              <a:buChar char=""/>
              <a:defRPr sz="1000" baseline="0">
                <a:solidFill>
                  <a:schemeClr val="tx1"/>
                </a:solidFill>
              </a:defRPr>
            </a:lvl1pPr>
            <a:lvl2pPr marL="118872" indent="-118872">
              <a:lnSpc>
                <a:spcPct val="95000"/>
              </a:lnSpc>
              <a:spcBef>
                <a:spcPts val="0"/>
              </a:spcBef>
              <a:spcAft>
                <a:spcPts val="200"/>
              </a:spcAft>
              <a:buClr>
                <a:srgbClr val="B01C2E"/>
              </a:buClr>
              <a:buFont typeface="Arial" pitchFamily="34" charset="0"/>
              <a:buChar char=" "/>
              <a:defRPr sz="1000" baseline="0"/>
            </a:lvl2pPr>
            <a:lvl3pPr marL="118872" indent="-118872">
              <a:lnSpc>
                <a:spcPct val="95000"/>
              </a:lnSpc>
              <a:spcBef>
                <a:spcPts val="0"/>
              </a:spcBef>
              <a:spcAft>
                <a:spcPts val="200"/>
              </a:spcAft>
              <a:buClr>
                <a:srgbClr val="B01C2E"/>
              </a:buClr>
              <a:buFont typeface="Wingdings 2" pitchFamily="18" charset="2"/>
              <a:buChar char="¡"/>
              <a:defRPr sz="1000"/>
            </a:lvl3pPr>
          </a:lstStyle>
          <a:p>
            <a:pPr lvl="0"/>
            <a:r>
              <a:rPr lang="en-US"/>
              <a:t>Click to edit Master text styles</a:t>
            </a:r>
          </a:p>
        </p:txBody>
      </p:sp>
      <p:sp>
        <p:nvSpPr>
          <p:cNvPr id="15" name="Slide Number Placeholder 9"/>
          <p:cNvSpPr>
            <a:spLocks noGrp="1"/>
          </p:cNvSpPr>
          <p:nvPr>
            <p:ph type="sldNum" sz="quarter" idx="44"/>
          </p:nvPr>
        </p:nvSpPr>
        <p:spPr/>
        <p:txBody>
          <a:bodyPr/>
          <a:lstStyle>
            <a:lvl1pPr>
              <a:defRPr/>
            </a:lvl1pPr>
          </a:lstStyle>
          <a:p>
            <a:fld id="{3D17329F-BDC0-3444-A6CB-5CFB4AFF00F8}" type="slidenum">
              <a:rPr lang="en-US" altLang="en-US"/>
              <a:pPr/>
              <a:t>‹#›</a:t>
            </a:fld>
            <a:endParaRPr lang="en-US" altLang="en-US"/>
          </a:p>
        </p:txBody>
      </p:sp>
      <p:sp>
        <p:nvSpPr>
          <p:cNvPr id="16" name="Footer Placeholder 15"/>
          <p:cNvSpPr>
            <a:spLocks noGrp="1"/>
          </p:cNvSpPr>
          <p:nvPr>
            <p:ph type="ftr" sz="quarter" idx="45"/>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211366941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e Team with Pictures">
    <p:spTree>
      <p:nvGrpSpPr>
        <p:cNvPr id="1" name=""/>
        <p:cNvGrpSpPr/>
        <p:nvPr/>
      </p:nvGrpSpPr>
      <p:grpSpPr>
        <a:xfrm>
          <a:off x="0" y="0"/>
          <a:ext cx="0" cy="0"/>
          <a:chOff x="0" y="0"/>
          <a:chExt cx="0" cy="0"/>
        </a:xfrm>
      </p:grpSpPr>
      <p:sp>
        <p:nvSpPr>
          <p:cNvPr id="5" name="Text Placeholder 7"/>
          <p:cNvSpPr>
            <a:spLocks noGrp="1"/>
          </p:cNvSpPr>
          <p:nvPr>
            <p:ph type="body" sz="quarter" idx="12"/>
          </p:nvPr>
        </p:nvSpPr>
        <p:spPr>
          <a:xfrm>
            <a:off x="769315" y="2982769"/>
            <a:ext cx="1904615" cy="934604"/>
          </a:xfrm>
          <a:prstGeom prst="rect">
            <a:avLst/>
          </a:prstGeom>
        </p:spPr>
        <p:txBody>
          <a:bodyPr/>
          <a:lstStyle>
            <a:lvl1pPr marL="0" indent="0">
              <a:lnSpc>
                <a:spcPts val="1000"/>
              </a:lnSpc>
              <a:buNone/>
              <a:defRPr sz="1000" b="1" baseline="0"/>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Picture Placeholder 9"/>
          <p:cNvSpPr>
            <a:spLocks noGrp="1"/>
          </p:cNvSpPr>
          <p:nvPr>
            <p:ph type="pic" sz="quarter" idx="13"/>
          </p:nvPr>
        </p:nvSpPr>
        <p:spPr>
          <a:xfrm>
            <a:off x="769313" y="1589234"/>
            <a:ext cx="1426633" cy="1330325"/>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7" name="Text Placeholder 11"/>
          <p:cNvSpPr>
            <a:spLocks noGrp="1"/>
          </p:cNvSpPr>
          <p:nvPr>
            <p:ph type="body" sz="quarter" idx="14"/>
          </p:nvPr>
        </p:nvSpPr>
        <p:spPr>
          <a:xfrm>
            <a:off x="623842" y="1246188"/>
            <a:ext cx="10917767" cy="228600"/>
          </a:xfrm>
          <a:prstGeom prst="rect">
            <a:avLst/>
          </a:prstGeom>
        </p:spPr>
        <p:txBody>
          <a:bodyPr/>
          <a:lstStyle>
            <a:lvl1pPr>
              <a:buFontTx/>
              <a:buNone/>
              <a:defRPr sz="1200" b="1" cap="all" baseline="0">
                <a:solidFill>
                  <a:srgbClr val="C00000"/>
                </a:solidFill>
              </a:defRPr>
            </a:lvl1pPr>
          </a:lstStyle>
          <a:p>
            <a:pPr lvl="0"/>
            <a:r>
              <a:rPr lang="en-US"/>
              <a:t>Click to edit Master text styles</a:t>
            </a:r>
          </a:p>
        </p:txBody>
      </p:sp>
      <p:sp>
        <p:nvSpPr>
          <p:cNvPr id="8" name="Text Placeholder 7"/>
          <p:cNvSpPr>
            <a:spLocks noGrp="1"/>
          </p:cNvSpPr>
          <p:nvPr>
            <p:ph type="body" sz="quarter" idx="15"/>
          </p:nvPr>
        </p:nvSpPr>
        <p:spPr>
          <a:xfrm>
            <a:off x="2930625"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spcBef>
                <a:spcPts val="0"/>
              </a:spcBef>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Picture Placeholder 9"/>
          <p:cNvSpPr>
            <a:spLocks noGrp="1"/>
          </p:cNvSpPr>
          <p:nvPr>
            <p:ph type="pic" sz="quarter" idx="16"/>
          </p:nvPr>
        </p:nvSpPr>
        <p:spPr>
          <a:xfrm>
            <a:off x="2930622" y="1589234"/>
            <a:ext cx="1426633" cy="1330325"/>
          </a:xfrm>
          <a:prstGeom prst="rect">
            <a:avLst/>
          </a:prstGeom>
        </p:spPr>
        <p:txBody>
          <a:bodyPr/>
          <a:lstStyle>
            <a:lvl1pPr>
              <a:buFont typeface="Wingdings 2" pitchFamily="18" charset="2"/>
              <a:buChar char=""/>
              <a:defRPr lang="en-US" sz="1600" kern="1200" noProof="0">
                <a:solidFill>
                  <a:schemeClr val="tx1"/>
                </a:solidFill>
                <a:latin typeface="+mn-lt"/>
                <a:ea typeface="+mn-ea"/>
                <a:cs typeface="+mn-cs"/>
              </a:defRPr>
            </a:lvl1pPr>
          </a:lstStyle>
          <a:p>
            <a:pPr lvl="0"/>
            <a:r>
              <a:rPr lang="en-US" noProof="0"/>
              <a:t>Drag picture to placeholder or click icon to add</a:t>
            </a:r>
          </a:p>
        </p:txBody>
      </p:sp>
      <p:sp>
        <p:nvSpPr>
          <p:cNvPr id="10" name="Text Placeholder 7"/>
          <p:cNvSpPr>
            <a:spLocks noGrp="1"/>
          </p:cNvSpPr>
          <p:nvPr>
            <p:ph type="body" sz="quarter" idx="17"/>
          </p:nvPr>
        </p:nvSpPr>
        <p:spPr>
          <a:xfrm>
            <a:off x="5133498"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9"/>
          <p:cNvSpPr>
            <a:spLocks noGrp="1"/>
          </p:cNvSpPr>
          <p:nvPr>
            <p:ph type="pic" sz="quarter" idx="18"/>
          </p:nvPr>
        </p:nvSpPr>
        <p:spPr>
          <a:xfrm>
            <a:off x="5133498" y="1589234"/>
            <a:ext cx="1426633" cy="1330325"/>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12" name="Text Placeholder 7"/>
          <p:cNvSpPr>
            <a:spLocks noGrp="1"/>
          </p:cNvSpPr>
          <p:nvPr>
            <p:ph type="body" sz="quarter" idx="19"/>
          </p:nvPr>
        </p:nvSpPr>
        <p:spPr>
          <a:xfrm>
            <a:off x="7322517"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9"/>
          <p:cNvSpPr>
            <a:spLocks noGrp="1"/>
          </p:cNvSpPr>
          <p:nvPr>
            <p:ph type="pic" sz="quarter" idx="21"/>
          </p:nvPr>
        </p:nvSpPr>
        <p:spPr>
          <a:xfrm>
            <a:off x="7322514" y="1589234"/>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14" name="Text Placeholder 7"/>
          <p:cNvSpPr>
            <a:spLocks noGrp="1"/>
          </p:cNvSpPr>
          <p:nvPr>
            <p:ph type="body" sz="quarter" idx="22"/>
          </p:nvPr>
        </p:nvSpPr>
        <p:spPr>
          <a:xfrm>
            <a:off x="9525389"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9"/>
          <p:cNvSpPr>
            <a:spLocks noGrp="1"/>
          </p:cNvSpPr>
          <p:nvPr>
            <p:ph type="pic" sz="quarter" idx="23"/>
          </p:nvPr>
        </p:nvSpPr>
        <p:spPr>
          <a:xfrm>
            <a:off x="9525389" y="1589234"/>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16" name="Text Placeholder 7"/>
          <p:cNvSpPr>
            <a:spLocks noGrp="1"/>
          </p:cNvSpPr>
          <p:nvPr>
            <p:ph type="body" sz="quarter" idx="24"/>
          </p:nvPr>
        </p:nvSpPr>
        <p:spPr>
          <a:xfrm>
            <a:off x="769315"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9"/>
          <p:cNvSpPr>
            <a:spLocks noGrp="1"/>
          </p:cNvSpPr>
          <p:nvPr>
            <p:ph type="pic" sz="quarter" idx="25"/>
          </p:nvPr>
        </p:nvSpPr>
        <p:spPr>
          <a:xfrm>
            <a:off x="769313"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18" name="Text Placeholder 7"/>
          <p:cNvSpPr>
            <a:spLocks noGrp="1"/>
          </p:cNvSpPr>
          <p:nvPr>
            <p:ph type="body" sz="quarter" idx="26"/>
          </p:nvPr>
        </p:nvSpPr>
        <p:spPr>
          <a:xfrm>
            <a:off x="2930625"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spcBef>
                <a:spcPts val="0"/>
              </a:spcBef>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9"/>
          <p:cNvSpPr>
            <a:spLocks noGrp="1"/>
          </p:cNvSpPr>
          <p:nvPr>
            <p:ph type="pic" sz="quarter" idx="27"/>
          </p:nvPr>
        </p:nvSpPr>
        <p:spPr>
          <a:xfrm>
            <a:off x="2930622"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20" name="Text Placeholder 7"/>
          <p:cNvSpPr>
            <a:spLocks noGrp="1"/>
          </p:cNvSpPr>
          <p:nvPr>
            <p:ph type="body" sz="quarter" idx="28"/>
          </p:nvPr>
        </p:nvSpPr>
        <p:spPr>
          <a:xfrm>
            <a:off x="5133498"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9"/>
          <p:cNvSpPr>
            <a:spLocks noGrp="1"/>
          </p:cNvSpPr>
          <p:nvPr>
            <p:ph type="pic" sz="quarter" idx="29"/>
          </p:nvPr>
        </p:nvSpPr>
        <p:spPr>
          <a:xfrm>
            <a:off x="5133498"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22" name="Text Placeholder 7"/>
          <p:cNvSpPr>
            <a:spLocks noGrp="1"/>
          </p:cNvSpPr>
          <p:nvPr>
            <p:ph type="body" sz="quarter" idx="30"/>
          </p:nvPr>
        </p:nvSpPr>
        <p:spPr>
          <a:xfrm>
            <a:off x="7322517"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9"/>
          <p:cNvSpPr>
            <a:spLocks noGrp="1"/>
          </p:cNvSpPr>
          <p:nvPr>
            <p:ph type="pic" sz="quarter" idx="31"/>
          </p:nvPr>
        </p:nvSpPr>
        <p:spPr>
          <a:xfrm>
            <a:off x="7322514"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24" name="Text Placeholder 7"/>
          <p:cNvSpPr>
            <a:spLocks noGrp="1"/>
          </p:cNvSpPr>
          <p:nvPr>
            <p:ph type="body" sz="quarter" idx="32"/>
          </p:nvPr>
        </p:nvSpPr>
        <p:spPr>
          <a:xfrm>
            <a:off x="9525389"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Picture Placeholder 9"/>
          <p:cNvSpPr>
            <a:spLocks noGrp="1"/>
          </p:cNvSpPr>
          <p:nvPr>
            <p:ph type="pic" sz="quarter" idx="33"/>
          </p:nvPr>
        </p:nvSpPr>
        <p:spPr>
          <a:xfrm>
            <a:off x="9525389" y="3962401"/>
            <a:ext cx="1426633" cy="1330325"/>
          </a:xfrm>
          <a:prstGeom prst="rect">
            <a:avLst/>
          </a:prstGeom>
        </p:spPr>
        <p:txBody>
          <a:bodyPr/>
          <a:lstStyle>
            <a:lvl1pPr>
              <a:defRPr lang="en-US" sz="1600" kern="1200" noProof="0" dirty="0">
                <a:solidFill>
                  <a:schemeClr val="tx1"/>
                </a:solidFill>
                <a:latin typeface="+mn-lt"/>
                <a:ea typeface="+mn-ea"/>
                <a:cs typeface="+mn-cs"/>
              </a:defRPr>
            </a:lvl1pPr>
            <a:lvl2pPr>
              <a:defRPr lang="en-US" sz="1600" kern="1200" noProof="0" dirty="0">
                <a:solidFill>
                  <a:schemeClr val="tx1"/>
                </a:solidFill>
                <a:latin typeface="+mn-lt"/>
                <a:ea typeface="+mn-ea"/>
                <a:cs typeface="+mn-cs"/>
              </a:defRPr>
            </a:lvl2pPr>
          </a:lstStyle>
          <a:p>
            <a:pPr lvl="0"/>
            <a:r>
              <a:rPr lang="en-US" noProof="0"/>
              <a:t>Drag picture to placeholder or click icon to add</a:t>
            </a:r>
          </a:p>
        </p:txBody>
      </p:sp>
      <p:sp>
        <p:nvSpPr>
          <p:cNvPr id="2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7" name="Slide Number Placeholder 9"/>
          <p:cNvSpPr>
            <a:spLocks noGrp="1"/>
          </p:cNvSpPr>
          <p:nvPr>
            <p:ph type="sldNum" sz="quarter" idx="34"/>
          </p:nvPr>
        </p:nvSpPr>
        <p:spPr/>
        <p:txBody>
          <a:bodyPr/>
          <a:lstStyle>
            <a:lvl1pPr>
              <a:defRPr/>
            </a:lvl1pPr>
          </a:lstStyle>
          <a:p>
            <a:fld id="{516D5A61-1BB2-3C40-A809-0A00CE29D5F0}" type="slidenum">
              <a:rPr lang="en-US" altLang="en-US"/>
              <a:pPr/>
              <a:t>‹#›</a:t>
            </a:fld>
            <a:endParaRPr lang="en-US" altLang="en-US"/>
          </a:p>
        </p:txBody>
      </p:sp>
      <p:sp>
        <p:nvSpPr>
          <p:cNvPr id="28" name="Footer Placeholder 12"/>
          <p:cNvSpPr>
            <a:spLocks noGrp="1"/>
          </p:cNvSpPr>
          <p:nvPr>
            <p:ph type="ftr" sz="quarter" idx="35"/>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1229889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e Team - Full Page">
    <p:spTree>
      <p:nvGrpSpPr>
        <p:cNvPr id="1" name=""/>
        <p:cNvGrpSpPr/>
        <p:nvPr/>
      </p:nvGrpSpPr>
      <p:grpSpPr>
        <a:xfrm>
          <a:off x="0" y="0"/>
          <a:ext cx="0" cy="0"/>
          <a:chOff x="0" y="0"/>
          <a:chExt cx="0" cy="0"/>
        </a:xfrm>
      </p:grpSpPr>
      <p:sp>
        <p:nvSpPr>
          <p:cNvPr id="10" name="Text Box 12"/>
          <p:cNvSpPr txBox="1">
            <a:spLocks noChangeArrowheads="1"/>
          </p:cNvSpPr>
          <p:nvPr/>
        </p:nvSpPr>
        <p:spPr bwMode="auto">
          <a:xfrm>
            <a:off x="588433" y="14398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1050" b="1">
                <a:solidFill>
                  <a:srgbClr val="C00000"/>
                </a:solidFill>
                <a:latin typeface="Arial" charset="0"/>
                <a:ea typeface="+mn-ea"/>
                <a:cs typeface="+mn-cs"/>
              </a:rPr>
              <a:t>PARTNERS</a:t>
            </a:r>
          </a:p>
        </p:txBody>
      </p:sp>
      <p:sp>
        <p:nvSpPr>
          <p:cNvPr id="11" name="Line 22"/>
          <p:cNvSpPr>
            <a:spLocks noChangeShapeType="1"/>
          </p:cNvSpPr>
          <p:nvPr/>
        </p:nvSpPr>
        <p:spPr bwMode="auto">
          <a:xfrm>
            <a:off x="584201" y="18970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2" name="Text Box 23"/>
          <p:cNvSpPr txBox="1">
            <a:spLocks noChangeArrowheads="1"/>
          </p:cNvSpPr>
          <p:nvPr/>
        </p:nvSpPr>
        <p:spPr bwMode="auto">
          <a:xfrm>
            <a:off x="588433" y="32686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1050" b="1">
                <a:solidFill>
                  <a:srgbClr val="C00000"/>
                </a:solidFill>
                <a:latin typeface="Arial" charset="0"/>
                <a:ea typeface="+mn-ea"/>
                <a:cs typeface="+mn-cs"/>
              </a:rPr>
              <a:t>ASSOCIATES</a:t>
            </a:r>
          </a:p>
        </p:txBody>
      </p:sp>
      <p:sp>
        <p:nvSpPr>
          <p:cNvPr id="13" name="Line 24"/>
          <p:cNvSpPr>
            <a:spLocks noChangeShapeType="1"/>
          </p:cNvSpPr>
          <p:nvPr/>
        </p:nvSpPr>
        <p:spPr bwMode="auto">
          <a:xfrm>
            <a:off x="584201" y="37258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8" name="Text Placeholder 27"/>
          <p:cNvSpPr>
            <a:spLocks noGrp="1"/>
          </p:cNvSpPr>
          <p:nvPr>
            <p:ph type="body" sz="quarter" idx="10"/>
          </p:nvPr>
        </p:nvSpPr>
        <p:spPr>
          <a:xfrm>
            <a:off x="3478108"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32" name="Text Placeholder 31"/>
          <p:cNvSpPr>
            <a:spLocks noGrp="1"/>
          </p:cNvSpPr>
          <p:nvPr>
            <p:ph type="body" sz="quarter" idx="11"/>
          </p:nvPr>
        </p:nvSpPr>
        <p:spPr>
          <a:xfrm>
            <a:off x="6372015"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34" name="Text Placeholder 33"/>
          <p:cNvSpPr>
            <a:spLocks noGrp="1"/>
          </p:cNvSpPr>
          <p:nvPr>
            <p:ph type="body" sz="quarter" idx="12"/>
          </p:nvPr>
        </p:nvSpPr>
        <p:spPr>
          <a:xfrm>
            <a:off x="9265920"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17" name="Text Placeholder 16"/>
          <p:cNvSpPr>
            <a:spLocks noGrp="1"/>
          </p:cNvSpPr>
          <p:nvPr>
            <p:ph type="body" sz="quarter" idx="17"/>
          </p:nvPr>
        </p:nvSpPr>
        <p:spPr>
          <a:xfrm>
            <a:off x="1975104" y="3886200"/>
            <a:ext cx="3962400" cy="73152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15" name="Text Placeholder 14"/>
          <p:cNvSpPr>
            <a:spLocks noGrp="1"/>
          </p:cNvSpPr>
          <p:nvPr>
            <p:ph type="body" sz="quarter" idx="18"/>
          </p:nvPr>
        </p:nvSpPr>
        <p:spPr>
          <a:xfrm>
            <a:off x="6299200" y="3886200"/>
            <a:ext cx="3962400" cy="73152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1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0" name="Text Placeholder 14"/>
          <p:cNvSpPr>
            <a:spLocks noGrp="1"/>
          </p:cNvSpPr>
          <p:nvPr>
            <p:ph type="body" sz="quarter" idx="19"/>
          </p:nvPr>
        </p:nvSpPr>
        <p:spPr>
          <a:xfrm>
            <a:off x="1975104" y="4800600"/>
            <a:ext cx="8290560" cy="54864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21" name="Text Placeholder 27"/>
          <p:cNvSpPr>
            <a:spLocks noGrp="1"/>
          </p:cNvSpPr>
          <p:nvPr>
            <p:ph type="body" sz="quarter" idx="20"/>
          </p:nvPr>
        </p:nvSpPr>
        <p:spPr>
          <a:xfrm>
            <a:off x="584201"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14" name="Slide Number Placeholder 9"/>
          <p:cNvSpPr>
            <a:spLocks noGrp="1"/>
          </p:cNvSpPr>
          <p:nvPr>
            <p:ph type="sldNum" sz="quarter" idx="21"/>
          </p:nvPr>
        </p:nvSpPr>
        <p:spPr/>
        <p:txBody>
          <a:bodyPr/>
          <a:lstStyle>
            <a:lvl1pPr>
              <a:defRPr/>
            </a:lvl1pPr>
          </a:lstStyle>
          <a:p>
            <a:fld id="{B0AC1651-679E-F444-9932-326657929C56}"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Borrorwing and Lending</a:t>
            </a:r>
          </a:p>
        </p:txBody>
      </p:sp>
    </p:spTree>
    <p:extLst>
      <p:ext uri="{BB962C8B-B14F-4D97-AF65-F5344CB8AC3E}">
        <p14:creationId xmlns:p14="http://schemas.microsoft.com/office/powerpoint/2010/main" val="158711758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ombstone - HIGHLIGHTS V1">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0" name="Text Placeholder 36"/>
          <p:cNvSpPr>
            <a:spLocks noGrp="1"/>
          </p:cNvSpPr>
          <p:nvPr>
            <p:ph type="body" sz="quarter" idx="112"/>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36"/>
          <p:cNvSpPr>
            <a:spLocks noGrp="1"/>
          </p:cNvSpPr>
          <p:nvPr>
            <p:ph type="body" sz="quarter" idx="113"/>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2" name="Text Placeholder 36"/>
          <p:cNvSpPr>
            <a:spLocks noGrp="1"/>
          </p:cNvSpPr>
          <p:nvPr>
            <p:ph type="body" sz="quarter" idx="114"/>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36"/>
          <p:cNvSpPr>
            <a:spLocks noGrp="1"/>
          </p:cNvSpPr>
          <p:nvPr>
            <p:ph type="body" sz="quarter" idx="115"/>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4" name="Text Placeholder 36"/>
          <p:cNvSpPr>
            <a:spLocks noGrp="1"/>
          </p:cNvSpPr>
          <p:nvPr>
            <p:ph type="body" sz="quarter" idx="116"/>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6"/>
          <p:cNvSpPr>
            <a:spLocks noGrp="1"/>
          </p:cNvSpPr>
          <p:nvPr>
            <p:ph type="body" sz="quarter" idx="117"/>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6" name="Text Placeholder 36"/>
          <p:cNvSpPr>
            <a:spLocks noGrp="1"/>
          </p:cNvSpPr>
          <p:nvPr>
            <p:ph type="body" sz="quarter" idx="118"/>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36"/>
          <p:cNvSpPr>
            <a:spLocks noGrp="1"/>
          </p:cNvSpPr>
          <p:nvPr>
            <p:ph type="body" sz="quarter" idx="119"/>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8" name="Text Placeholder 36"/>
          <p:cNvSpPr>
            <a:spLocks noGrp="1"/>
          </p:cNvSpPr>
          <p:nvPr>
            <p:ph type="body" sz="quarter" idx="12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36"/>
          <p:cNvSpPr>
            <a:spLocks noGrp="1"/>
          </p:cNvSpPr>
          <p:nvPr>
            <p:ph type="body" sz="quarter" idx="12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0" name="Text Placeholder 36"/>
          <p:cNvSpPr>
            <a:spLocks noGrp="1"/>
          </p:cNvSpPr>
          <p:nvPr>
            <p:ph type="body" sz="quarter" idx="12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36"/>
          <p:cNvSpPr>
            <a:spLocks noGrp="1"/>
          </p:cNvSpPr>
          <p:nvPr>
            <p:ph type="body" sz="quarter" idx="12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2" name="Text Placeholder 36"/>
          <p:cNvSpPr>
            <a:spLocks noGrp="1"/>
          </p:cNvSpPr>
          <p:nvPr>
            <p:ph type="body" sz="quarter" idx="124"/>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Text Placeholder 36"/>
          <p:cNvSpPr>
            <a:spLocks noGrp="1"/>
          </p:cNvSpPr>
          <p:nvPr>
            <p:ph type="body" sz="quarter" idx="125"/>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4" name="Text Placeholder 36"/>
          <p:cNvSpPr>
            <a:spLocks noGrp="1"/>
          </p:cNvSpPr>
          <p:nvPr>
            <p:ph type="body" sz="quarter" idx="126"/>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5" name="Text Placeholder 36"/>
          <p:cNvSpPr>
            <a:spLocks noGrp="1"/>
          </p:cNvSpPr>
          <p:nvPr>
            <p:ph type="body" sz="quarter" idx="127"/>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6" name="Text Placeholder 36"/>
          <p:cNvSpPr>
            <a:spLocks noGrp="1"/>
          </p:cNvSpPr>
          <p:nvPr>
            <p:ph type="body" sz="quarter" idx="128"/>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7" name="Text Placeholder 36"/>
          <p:cNvSpPr>
            <a:spLocks noGrp="1"/>
          </p:cNvSpPr>
          <p:nvPr>
            <p:ph type="body" sz="quarter" idx="129"/>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8" name="Text Placeholder 36"/>
          <p:cNvSpPr>
            <a:spLocks noGrp="1"/>
          </p:cNvSpPr>
          <p:nvPr>
            <p:ph type="body" sz="quarter" idx="130"/>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Text Placeholder 36"/>
          <p:cNvSpPr>
            <a:spLocks noGrp="1"/>
          </p:cNvSpPr>
          <p:nvPr>
            <p:ph type="body" sz="quarter" idx="131"/>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3" name="Slide Number Placeholder 9"/>
          <p:cNvSpPr>
            <a:spLocks noGrp="1"/>
          </p:cNvSpPr>
          <p:nvPr>
            <p:ph type="sldNum" sz="quarter" idx="132"/>
          </p:nvPr>
        </p:nvSpPr>
        <p:spPr/>
        <p:txBody>
          <a:bodyPr/>
          <a:lstStyle>
            <a:lvl1pPr>
              <a:defRPr/>
            </a:lvl1pPr>
          </a:lstStyle>
          <a:p>
            <a:fld id="{77461BCF-BBA5-5E4A-ABD5-3E5D9382F9DD}" type="slidenum">
              <a:rPr lang="en-US" altLang="en-US"/>
              <a:pPr/>
              <a:t>‹#›</a:t>
            </a:fld>
            <a:endParaRPr lang="en-US" altLang="en-US"/>
          </a:p>
        </p:txBody>
      </p:sp>
      <p:sp>
        <p:nvSpPr>
          <p:cNvPr id="34" name="Footer Placeholder 12"/>
          <p:cNvSpPr>
            <a:spLocks noGrp="1"/>
          </p:cNvSpPr>
          <p:nvPr>
            <p:ph type="ftr" sz="quarter" idx="133"/>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38692242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ombstone - HIGHLIGHTS V2">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6" name="Text Placeholder 36"/>
          <p:cNvSpPr>
            <a:spLocks noGrp="1"/>
          </p:cNvSpPr>
          <p:nvPr>
            <p:ph type="body" sz="quarter" idx="11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36"/>
          <p:cNvSpPr>
            <a:spLocks noGrp="1"/>
          </p:cNvSpPr>
          <p:nvPr>
            <p:ph type="body" sz="quarter" idx="11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8" name="Text Placeholder 36"/>
          <p:cNvSpPr>
            <a:spLocks noGrp="1"/>
          </p:cNvSpPr>
          <p:nvPr>
            <p:ph type="body" sz="quarter" idx="114"/>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36"/>
          <p:cNvSpPr>
            <a:spLocks noGrp="1"/>
          </p:cNvSpPr>
          <p:nvPr>
            <p:ph type="body" sz="quarter" idx="115"/>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0" name="Text Placeholder 36"/>
          <p:cNvSpPr>
            <a:spLocks noGrp="1"/>
          </p:cNvSpPr>
          <p:nvPr>
            <p:ph type="body" sz="quarter" idx="116"/>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36"/>
          <p:cNvSpPr>
            <a:spLocks noGrp="1"/>
          </p:cNvSpPr>
          <p:nvPr>
            <p:ph type="body" sz="quarter" idx="117"/>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2" name="Text Placeholder 36"/>
          <p:cNvSpPr>
            <a:spLocks noGrp="1"/>
          </p:cNvSpPr>
          <p:nvPr>
            <p:ph type="body" sz="quarter" idx="118"/>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36"/>
          <p:cNvSpPr>
            <a:spLocks noGrp="1"/>
          </p:cNvSpPr>
          <p:nvPr>
            <p:ph type="body" sz="quarter" idx="119"/>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4" name="Text Placeholder 36"/>
          <p:cNvSpPr>
            <a:spLocks noGrp="1"/>
          </p:cNvSpPr>
          <p:nvPr>
            <p:ph type="body" sz="quarter" idx="120"/>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36"/>
          <p:cNvSpPr>
            <a:spLocks noGrp="1"/>
          </p:cNvSpPr>
          <p:nvPr>
            <p:ph type="body" sz="quarter" idx="121"/>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6" name="Text Placeholder 36"/>
          <p:cNvSpPr>
            <a:spLocks noGrp="1"/>
          </p:cNvSpPr>
          <p:nvPr>
            <p:ph type="body" sz="quarter" idx="122"/>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36"/>
          <p:cNvSpPr>
            <a:spLocks noGrp="1"/>
          </p:cNvSpPr>
          <p:nvPr>
            <p:ph type="body" sz="quarter" idx="123"/>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8" name="Text Placeholder 36"/>
          <p:cNvSpPr>
            <a:spLocks noGrp="1"/>
          </p:cNvSpPr>
          <p:nvPr>
            <p:ph type="body" sz="quarter" idx="124"/>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36"/>
          <p:cNvSpPr>
            <a:spLocks noGrp="1"/>
          </p:cNvSpPr>
          <p:nvPr>
            <p:ph type="body" sz="quarter" idx="125"/>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0" name="Text Placeholder 36"/>
          <p:cNvSpPr>
            <a:spLocks noGrp="1"/>
          </p:cNvSpPr>
          <p:nvPr>
            <p:ph type="body" sz="quarter" idx="126"/>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36"/>
          <p:cNvSpPr>
            <a:spLocks noGrp="1"/>
          </p:cNvSpPr>
          <p:nvPr>
            <p:ph type="body" sz="quarter" idx="127"/>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2" name="Text Placeholder 36"/>
          <p:cNvSpPr>
            <a:spLocks noGrp="1"/>
          </p:cNvSpPr>
          <p:nvPr>
            <p:ph type="body" sz="quarter" idx="128"/>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36"/>
          <p:cNvSpPr>
            <a:spLocks noGrp="1"/>
          </p:cNvSpPr>
          <p:nvPr>
            <p:ph type="body" sz="quarter" idx="129"/>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4" name="Text Placeholder 36"/>
          <p:cNvSpPr>
            <a:spLocks noGrp="1"/>
          </p:cNvSpPr>
          <p:nvPr>
            <p:ph type="body" sz="quarter" idx="13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6"/>
          <p:cNvSpPr>
            <a:spLocks noGrp="1"/>
          </p:cNvSpPr>
          <p:nvPr>
            <p:ph type="body" sz="quarter" idx="13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2"/>
          </p:nvPr>
        </p:nvSpPr>
        <p:spPr/>
        <p:txBody>
          <a:bodyPr/>
          <a:lstStyle>
            <a:lvl1pPr>
              <a:defRPr/>
            </a:lvl1pPr>
          </a:lstStyle>
          <a:p>
            <a:fld id="{31BEBA66-216E-7243-B012-B44CAA5F986C}" type="slidenum">
              <a:rPr lang="en-US" altLang="en-US"/>
              <a:pPr/>
              <a:t>‹#›</a:t>
            </a:fld>
            <a:endParaRPr lang="en-US" altLang="en-US"/>
          </a:p>
        </p:txBody>
      </p:sp>
      <p:sp>
        <p:nvSpPr>
          <p:cNvPr id="38" name="Footer Placeholder 12"/>
          <p:cNvSpPr>
            <a:spLocks noGrp="1"/>
          </p:cNvSpPr>
          <p:nvPr>
            <p:ph type="ftr" sz="quarter" idx="133"/>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123024348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mbstone - Awards V1">
    <p:spTree>
      <p:nvGrpSpPr>
        <p:cNvPr id="1" name=""/>
        <p:cNvGrpSpPr/>
        <p:nvPr/>
      </p:nvGrpSpPr>
      <p:grpSpPr>
        <a:xfrm>
          <a:off x="0" y="0"/>
          <a:ext cx="0" cy="0"/>
          <a:chOff x="0" y="0"/>
          <a:chExt cx="0" cy="0"/>
        </a:xfrm>
      </p:grpSpPr>
      <p:sp>
        <p:nvSpPr>
          <p:cNvPr id="37" name="Text Placeholder 21"/>
          <p:cNvSpPr>
            <a:spLocks noGrp="1"/>
          </p:cNvSpPr>
          <p:nvPr>
            <p:ph type="body" sz="quarter" idx="106"/>
          </p:nvPr>
        </p:nvSpPr>
        <p:spPr>
          <a:xfrm>
            <a:off x="601133"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21"/>
          <p:cNvSpPr>
            <a:spLocks noGrp="1"/>
          </p:cNvSpPr>
          <p:nvPr>
            <p:ph type="body" sz="quarter" idx="107"/>
          </p:nvPr>
        </p:nvSpPr>
        <p:spPr>
          <a:xfrm>
            <a:off x="601133" y="46228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Text Placeholder 21"/>
          <p:cNvSpPr>
            <a:spLocks noGrp="1"/>
          </p:cNvSpPr>
          <p:nvPr>
            <p:ph type="body" sz="quarter" idx="101"/>
          </p:nvPr>
        </p:nvSpPr>
        <p:spPr>
          <a:xfrm>
            <a:off x="601133"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ext Placeholder 21"/>
          <p:cNvSpPr>
            <a:spLocks noGrp="1"/>
          </p:cNvSpPr>
          <p:nvPr>
            <p:ph type="body" sz="quarter" idx="102"/>
          </p:nvPr>
        </p:nvSpPr>
        <p:spPr>
          <a:xfrm>
            <a:off x="2818451"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1"/>
          <p:cNvSpPr>
            <a:spLocks noGrp="1"/>
          </p:cNvSpPr>
          <p:nvPr>
            <p:ph type="body" sz="quarter" idx="103"/>
          </p:nvPr>
        </p:nvSpPr>
        <p:spPr>
          <a:xfrm>
            <a:off x="5035768"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2" name="Text Placeholder 21"/>
          <p:cNvSpPr>
            <a:spLocks noGrp="1"/>
          </p:cNvSpPr>
          <p:nvPr>
            <p:ph type="body" sz="quarter" idx="104"/>
          </p:nvPr>
        </p:nvSpPr>
        <p:spPr>
          <a:xfrm>
            <a:off x="7253085"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21"/>
          <p:cNvSpPr>
            <a:spLocks noGrp="1"/>
          </p:cNvSpPr>
          <p:nvPr>
            <p:ph type="body" sz="quarter" idx="105"/>
          </p:nvPr>
        </p:nvSpPr>
        <p:spPr>
          <a:xfrm>
            <a:off x="9470400"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4" name="Text Placeholder 21"/>
          <p:cNvSpPr>
            <a:spLocks noGrp="1"/>
          </p:cNvSpPr>
          <p:nvPr>
            <p:ph type="body" sz="quarter" idx="108"/>
          </p:nvPr>
        </p:nvSpPr>
        <p:spPr>
          <a:xfrm>
            <a:off x="2818451"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21"/>
          <p:cNvSpPr>
            <a:spLocks noGrp="1"/>
          </p:cNvSpPr>
          <p:nvPr>
            <p:ph type="body" sz="quarter" idx="109"/>
          </p:nvPr>
        </p:nvSpPr>
        <p:spPr>
          <a:xfrm>
            <a:off x="2818451"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u="none"/>
            </a:lvl1pPr>
            <a:lvl2pPr marL="0" indent="0">
              <a:lnSpc>
                <a:spcPct val="100000"/>
              </a:lnSpc>
              <a:spcBef>
                <a:spcPts val="0"/>
              </a:spcBef>
              <a:buNone/>
              <a:defRPr sz="700" b="0" i="0" u="none">
                <a:solidFill>
                  <a:srgbClr val="808080"/>
                </a:solidFill>
              </a:defRPr>
            </a:lvl2pPr>
            <a:lvl3pPr marL="0" indent="0">
              <a:lnSpc>
                <a:spcPct val="100000"/>
              </a:lnSpc>
              <a:spcBef>
                <a:spcPts val="100"/>
              </a:spcBef>
              <a:buNone/>
              <a:defRPr sz="700" b="0" i="0" u="none">
                <a:solidFill>
                  <a:srgbClr val="808080"/>
                </a:solidFill>
              </a:defRPr>
            </a:lvl3pPr>
            <a:lvl4pPr marL="0" indent="0">
              <a:lnSpc>
                <a:spcPct val="100000"/>
              </a:lnSpc>
              <a:spcBef>
                <a:spcPts val="100"/>
              </a:spcBef>
              <a:buNone/>
              <a:defRPr sz="700" b="0" i="0" u="none">
                <a:solidFill>
                  <a:srgbClr val="808080"/>
                </a:solidFill>
              </a:defRPr>
            </a:lvl4pPr>
            <a:lvl5pPr marL="0" indent="0">
              <a:lnSpc>
                <a:spcPct val="100000"/>
              </a:lnSpc>
              <a:spcBef>
                <a:spcPts val="100"/>
              </a:spcBef>
              <a:buNone/>
              <a:defRPr sz="700" b="0" i="0" u="none">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Text Placeholder 21"/>
          <p:cNvSpPr>
            <a:spLocks noGrp="1"/>
          </p:cNvSpPr>
          <p:nvPr>
            <p:ph type="body" sz="quarter" idx="110"/>
          </p:nvPr>
        </p:nvSpPr>
        <p:spPr>
          <a:xfrm>
            <a:off x="5035768"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21"/>
          <p:cNvSpPr>
            <a:spLocks noGrp="1"/>
          </p:cNvSpPr>
          <p:nvPr>
            <p:ph type="body" sz="quarter" idx="111"/>
          </p:nvPr>
        </p:nvSpPr>
        <p:spPr>
          <a:xfrm>
            <a:off x="5035768"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8" name="Text Placeholder 21"/>
          <p:cNvSpPr>
            <a:spLocks noGrp="1"/>
          </p:cNvSpPr>
          <p:nvPr>
            <p:ph type="body" sz="quarter" idx="112"/>
          </p:nvPr>
        </p:nvSpPr>
        <p:spPr>
          <a:xfrm>
            <a:off x="7253085"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21"/>
          <p:cNvSpPr>
            <a:spLocks noGrp="1"/>
          </p:cNvSpPr>
          <p:nvPr>
            <p:ph type="body" sz="quarter" idx="113"/>
          </p:nvPr>
        </p:nvSpPr>
        <p:spPr>
          <a:xfrm>
            <a:off x="7253085"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0" name="Text Placeholder 21"/>
          <p:cNvSpPr>
            <a:spLocks noGrp="1"/>
          </p:cNvSpPr>
          <p:nvPr>
            <p:ph type="body" sz="quarter" idx="114"/>
          </p:nvPr>
        </p:nvSpPr>
        <p:spPr>
          <a:xfrm>
            <a:off x="9470400"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21"/>
          <p:cNvSpPr>
            <a:spLocks noGrp="1"/>
          </p:cNvSpPr>
          <p:nvPr>
            <p:ph type="body" sz="quarter" idx="115"/>
          </p:nvPr>
        </p:nvSpPr>
        <p:spPr>
          <a:xfrm>
            <a:off x="9470400"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8" name="Text Placeholder 21"/>
          <p:cNvSpPr>
            <a:spLocks noGrp="1"/>
          </p:cNvSpPr>
          <p:nvPr>
            <p:ph type="body" sz="quarter" idx="116"/>
          </p:nvPr>
        </p:nvSpPr>
        <p:spPr>
          <a:xfrm>
            <a:off x="601133"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69" name="Text Placeholder 21"/>
          <p:cNvSpPr>
            <a:spLocks noGrp="1"/>
          </p:cNvSpPr>
          <p:nvPr>
            <p:ph type="body" sz="quarter" idx="117"/>
          </p:nvPr>
        </p:nvSpPr>
        <p:spPr>
          <a:xfrm>
            <a:off x="601133" y="6020181"/>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0" name="Text Placeholder 21"/>
          <p:cNvSpPr>
            <a:spLocks noGrp="1"/>
          </p:cNvSpPr>
          <p:nvPr>
            <p:ph type="body" sz="quarter" idx="118"/>
          </p:nvPr>
        </p:nvSpPr>
        <p:spPr>
          <a:xfrm>
            <a:off x="601133"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1"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p:txBody>
      </p:sp>
      <p:sp>
        <p:nvSpPr>
          <p:cNvPr id="71" name="Text Placeholder 21"/>
          <p:cNvSpPr>
            <a:spLocks noGrp="1"/>
          </p:cNvSpPr>
          <p:nvPr>
            <p:ph type="body" sz="quarter" idx="119"/>
          </p:nvPr>
        </p:nvSpPr>
        <p:spPr>
          <a:xfrm>
            <a:off x="2818451"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chemeClr val="tx1"/>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2" name="Text Placeholder 21"/>
          <p:cNvSpPr>
            <a:spLocks noGrp="1"/>
          </p:cNvSpPr>
          <p:nvPr>
            <p:ph type="body" sz="quarter" idx="120"/>
          </p:nvPr>
        </p:nvSpPr>
        <p:spPr>
          <a:xfrm>
            <a:off x="5035768"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3" name="Text Placeholder 21"/>
          <p:cNvSpPr>
            <a:spLocks noGrp="1"/>
          </p:cNvSpPr>
          <p:nvPr>
            <p:ph type="body" sz="quarter" idx="121"/>
          </p:nvPr>
        </p:nvSpPr>
        <p:spPr>
          <a:xfrm>
            <a:off x="7253085"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4" name="Text Placeholder 21"/>
          <p:cNvSpPr>
            <a:spLocks noGrp="1"/>
          </p:cNvSpPr>
          <p:nvPr>
            <p:ph type="body" sz="quarter" idx="122"/>
          </p:nvPr>
        </p:nvSpPr>
        <p:spPr>
          <a:xfrm>
            <a:off x="9470400"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5" name="Text Placeholder 21"/>
          <p:cNvSpPr>
            <a:spLocks noGrp="1"/>
          </p:cNvSpPr>
          <p:nvPr>
            <p:ph type="body" sz="quarter" idx="123"/>
          </p:nvPr>
        </p:nvSpPr>
        <p:spPr>
          <a:xfrm>
            <a:off x="2818451"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6" name="Text Placeholder 21"/>
          <p:cNvSpPr>
            <a:spLocks noGrp="1"/>
          </p:cNvSpPr>
          <p:nvPr>
            <p:ph type="body" sz="quarter" idx="124"/>
          </p:nvPr>
        </p:nvSpPr>
        <p:spPr>
          <a:xfrm>
            <a:off x="2818451"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7" name="Text Placeholder 21"/>
          <p:cNvSpPr>
            <a:spLocks noGrp="1"/>
          </p:cNvSpPr>
          <p:nvPr>
            <p:ph type="body" sz="quarter" idx="125"/>
          </p:nvPr>
        </p:nvSpPr>
        <p:spPr>
          <a:xfrm>
            <a:off x="5035768"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8" name="Text Placeholder 21"/>
          <p:cNvSpPr>
            <a:spLocks noGrp="1"/>
          </p:cNvSpPr>
          <p:nvPr>
            <p:ph type="body" sz="quarter" idx="126"/>
          </p:nvPr>
        </p:nvSpPr>
        <p:spPr>
          <a:xfrm>
            <a:off x="5035768"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9" name="Text Placeholder 21"/>
          <p:cNvSpPr>
            <a:spLocks noGrp="1"/>
          </p:cNvSpPr>
          <p:nvPr>
            <p:ph type="body" sz="quarter" idx="127"/>
          </p:nvPr>
        </p:nvSpPr>
        <p:spPr>
          <a:xfrm>
            <a:off x="7253085"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0" name="Text Placeholder 21"/>
          <p:cNvSpPr>
            <a:spLocks noGrp="1"/>
          </p:cNvSpPr>
          <p:nvPr>
            <p:ph type="body" sz="quarter" idx="128"/>
          </p:nvPr>
        </p:nvSpPr>
        <p:spPr>
          <a:xfrm>
            <a:off x="7253085"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1" name="Text Placeholder 21"/>
          <p:cNvSpPr>
            <a:spLocks noGrp="1"/>
          </p:cNvSpPr>
          <p:nvPr>
            <p:ph type="body" sz="quarter" idx="129"/>
          </p:nvPr>
        </p:nvSpPr>
        <p:spPr>
          <a:xfrm>
            <a:off x="9470400"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2" name="Text Placeholder 21"/>
          <p:cNvSpPr>
            <a:spLocks noGrp="1"/>
          </p:cNvSpPr>
          <p:nvPr>
            <p:ph type="body" sz="quarter" idx="130"/>
          </p:nvPr>
        </p:nvSpPr>
        <p:spPr>
          <a:xfrm>
            <a:off x="9470400"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36"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3" name="Slide Number Placeholder 9"/>
          <p:cNvSpPr>
            <a:spLocks noGrp="1"/>
          </p:cNvSpPr>
          <p:nvPr>
            <p:ph type="sldNum" sz="quarter" idx="131"/>
          </p:nvPr>
        </p:nvSpPr>
        <p:spPr/>
        <p:txBody>
          <a:bodyPr/>
          <a:lstStyle>
            <a:lvl1pPr>
              <a:defRPr/>
            </a:lvl1pPr>
          </a:lstStyle>
          <a:p>
            <a:fld id="{44A3DAED-98CA-ED44-BD8D-010557C4E8AD}" type="slidenum">
              <a:rPr lang="en-US" altLang="en-US"/>
              <a:pPr/>
              <a:t>‹#›</a:t>
            </a:fld>
            <a:endParaRPr lang="en-US" altLang="en-US"/>
          </a:p>
        </p:txBody>
      </p:sp>
      <p:sp>
        <p:nvSpPr>
          <p:cNvPr id="34" name="Footer Placeholder 12"/>
          <p:cNvSpPr>
            <a:spLocks noGrp="1"/>
          </p:cNvSpPr>
          <p:nvPr>
            <p:ph type="ftr" sz="quarter" idx="132"/>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192079638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ombstone - AWARDS V2">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280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5123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465CD288-24B3-4B48-8EA0-67784588A8A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148866573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ombstone - AWARDS V3">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90FE7E78-F63E-6945-90BC-87516667A72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Borrorwing and Lending</a:t>
            </a:r>
          </a:p>
        </p:txBody>
      </p:sp>
    </p:spTree>
    <p:extLst>
      <p:ext uri="{BB962C8B-B14F-4D97-AF65-F5344CB8AC3E}">
        <p14:creationId xmlns:p14="http://schemas.microsoft.com/office/powerpoint/2010/main" val="99006345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10363200" cy="6096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914400" y="914400"/>
            <a:ext cx="103632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p:cNvSpPr>
            <a:spLocks noGrp="1" noChangeArrowheads="1"/>
          </p:cNvSpPr>
          <p:nvPr>
            <p:ph type="ftr" sz="quarter" idx="10"/>
          </p:nvPr>
        </p:nvSpPr>
        <p:spPr/>
        <p:txBody>
          <a:bodyPr/>
          <a:lstStyle>
            <a:lvl1pPr>
              <a:defRPr b="0"/>
            </a:lvl1pPr>
          </a:lstStyle>
          <a:p>
            <a:r>
              <a:rPr lang="en-US"/>
              <a:t>Borrorwing and Lending</a:t>
            </a:r>
          </a:p>
        </p:txBody>
      </p:sp>
      <p:sp>
        <p:nvSpPr>
          <p:cNvPr id="5" name="Rectangle 4"/>
          <p:cNvSpPr>
            <a:spLocks noGrp="1" noChangeArrowheads="1"/>
          </p:cNvSpPr>
          <p:nvPr>
            <p:ph type="sldNum" sz="quarter" idx="11"/>
          </p:nvPr>
        </p:nvSpPr>
        <p:spPr/>
        <p:txBody>
          <a:bodyPr/>
          <a:lstStyle>
            <a:lvl1pPr>
              <a:defRPr/>
            </a:lvl1pPr>
          </a:lstStyle>
          <a:p>
            <a:endParaRPr lang="en-US">
              <a:latin typeface="Calibri"/>
            </a:endParaRPr>
          </a:p>
          <a:p>
            <a:fld id="{32A47CA8-1D40-3C49-82CF-CF2201A41E4F}" type="slidenum">
              <a:rPr lang="en-US" smtClean="0">
                <a:latin typeface="Calibri"/>
              </a:rPr>
              <a:pPr/>
              <a:t>‹#›</a:t>
            </a:fld>
            <a:endParaRPr lang="en-US">
              <a:latin typeface="Calibri"/>
            </a:endParaRPr>
          </a:p>
        </p:txBody>
      </p:sp>
    </p:spTree>
    <p:extLst>
      <p:ext uri="{BB962C8B-B14F-4D97-AF65-F5344CB8AC3E}">
        <p14:creationId xmlns:p14="http://schemas.microsoft.com/office/powerpoint/2010/main" val="26546976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022781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Borrorwing and Lending</a:t>
            </a:r>
          </a:p>
        </p:txBody>
      </p:sp>
      <p:sp>
        <p:nvSpPr>
          <p:cNvPr id="6" name="Slide Number Placeholder 5"/>
          <p:cNvSpPr>
            <a:spLocks noGrp="1"/>
          </p:cNvSpPr>
          <p:nvPr>
            <p:ph type="sldNum" sz="quarter" idx="12"/>
          </p:nvPr>
        </p:nvSpPr>
        <p:spPr/>
        <p:txBody>
          <a:bodyPr/>
          <a:lstStyle/>
          <a:p>
            <a:fld id="{96D85B43-D788-46F7-A773-91C165729B06}" type="slidenum">
              <a:rPr lang="en-US" smtClean="0"/>
              <a:t>‹#›</a:t>
            </a:fld>
            <a:endParaRPr lang="en-US"/>
          </a:p>
        </p:txBody>
      </p:sp>
    </p:spTree>
    <p:extLst>
      <p:ext uri="{BB962C8B-B14F-4D97-AF65-F5344CB8AC3E}">
        <p14:creationId xmlns:p14="http://schemas.microsoft.com/office/powerpoint/2010/main" val="361451278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8" name="Line 88"/>
          <p:cNvSpPr>
            <a:spLocks noChangeShapeType="1"/>
          </p:cNvSpPr>
          <p:nvPr/>
        </p:nvSpPr>
        <p:spPr bwMode="gray">
          <a:xfrm>
            <a:off x="0" y="6423027"/>
            <a:ext cx="12192000" cy="0"/>
          </a:xfrm>
          <a:prstGeom prst="line">
            <a:avLst/>
          </a:prstGeom>
          <a:noFill/>
          <a:ln w="1587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 name="Slide Number Placeholder 9"/>
          <p:cNvSpPr>
            <a:spLocks noGrp="1"/>
          </p:cNvSpPr>
          <p:nvPr>
            <p:ph type="sldNum" sz="quarter" idx="4"/>
          </p:nvPr>
        </p:nvSpPr>
        <p:spPr>
          <a:xfrm>
            <a:off x="11480800" y="6436634"/>
            <a:ext cx="609600" cy="365125"/>
          </a:xfrm>
          <a:prstGeom prst="rect">
            <a:avLst/>
          </a:prstGeom>
        </p:spPr>
        <p:txBody>
          <a:bodyPr vert="horz" wrap="square" lIns="91440" tIns="45720" rIns="91440" bIns="45720" numCol="1" anchor="ctr" anchorCtr="0" compatLnSpc="1">
            <a:prstTxWarp prst="textNoShape">
              <a:avLst/>
            </a:prstTxWarp>
          </a:bodyPr>
          <a:lstStyle>
            <a:lvl1pPr>
              <a:defRPr sz="800" b="0">
                <a:solidFill>
                  <a:schemeClr val="tx1">
                    <a:lumMod val="50000"/>
                    <a:lumOff val="50000"/>
                  </a:schemeClr>
                </a:solidFill>
                <a:latin typeface="+mn-lt"/>
              </a:defRPr>
            </a:lvl1pPr>
          </a:lstStyle>
          <a:p>
            <a:pPr algn="r"/>
            <a:fld id="{D9D5F7EB-196B-A148-8812-2A4F7A2FBBD6}" type="slidenum">
              <a:rPr lang="en-US" altLang="en-US" smtClean="0"/>
              <a:pPr algn="r"/>
              <a:t>‹#›</a:t>
            </a:fld>
            <a:endParaRPr lang="en-US" altLang="en-US"/>
          </a:p>
        </p:txBody>
      </p:sp>
      <p:sp>
        <p:nvSpPr>
          <p:cNvPr id="13" name="Footer Placeholder 12"/>
          <p:cNvSpPr>
            <a:spLocks noGrp="1"/>
          </p:cNvSpPr>
          <p:nvPr>
            <p:ph type="ftr" sz="quarter" idx="3"/>
          </p:nvPr>
        </p:nvSpPr>
        <p:spPr>
          <a:xfrm>
            <a:off x="4165600" y="6442487"/>
            <a:ext cx="3860800" cy="365125"/>
          </a:xfrm>
          <a:prstGeom prst="rect">
            <a:avLst/>
          </a:prstGeom>
        </p:spPr>
        <p:txBody>
          <a:bodyPr vert="horz" wrap="square" lIns="91440" tIns="45720" rIns="91440" bIns="45720" numCol="1" anchor="ctr" anchorCtr="0" compatLnSpc="1">
            <a:prstTxWarp prst="textNoShape">
              <a:avLst/>
            </a:prstTxWarp>
          </a:bodyPr>
          <a:lstStyle>
            <a:lvl1pPr algn="ctr">
              <a:defRPr sz="1000" smtClean="0">
                <a:solidFill>
                  <a:srgbClr val="898989"/>
                </a:solidFill>
                <a:latin typeface="+mn-lt"/>
                <a:ea typeface="+mn-ea"/>
              </a:defRPr>
            </a:lvl1pPr>
          </a:lstStyle>
          <a:p>
            <a:pPr>
              <a:defRPr/>
            </a:pPr>
            <a:r>
              <a:rPr lang="en-US"/>
              <a:t>Borrorwing and Lending</a:t>
            </a:r>
            <a:endParaRPr lang="en-US" dirty="0"/>
          </a:p>
        </p:txBody>
      </p:sp>
      <p:sp>
        <p:nvSpPr>
          <p:cNvPr id="9" name="Footer Placeholder 3"/>
          <p:cNvSpPr txBox="1">
            <a:spLocks/>
          </p:cNvSpPr>
          <p:nvPr userDrawn="1"/>
        </p:nvSpPr>
        <p:spPr>
          <a:xfrm>
            <a:off x="96545" y="6423028"/>
            <a:ext cx="3149600"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ctr" rtl="0" fontAlgn="base">
              <a:spcBef>
                <a:spcPct val="0"/>
              </a:spcBef>
              <a:spcAft>
                <a:spcPct val="0"/>
              </a:spcAft>
              <a:defRPr sz="1200" kern="1200" smtClean="0">
                <a:solidFill>
                  <a:srgbClr val="898989"/>
                </a:solidFill>
                <a:latin typeface="Arial" charset="0"/>
                <a:ea typeface="+mn-ea"/>
                <a:cs typeface="Arial" charset="0"/>
              </a:defRPr>
            </a:lvl1pPr>
            <a:lvl2pPr marL="457200" algn="l" rtl="0" fontAlgn="base">
              <a:spcBef>
                <a:spcPct val="0"/>
              </a:spcBef>
              <a:spcAft>
                <a:spcPct val="0"/>
              </a:spcAft>
              <a:defRPr kern="1200">
                <a:solidFill>
                  <a:schemeClr val="tx1"/>
                </a:solidFill>
                <a:latin typeface="Calibri" charset="0"/>
                <a:ea typeface="Arial" charset="0"/>
                <a:cs typeface="Arial" charset="0"/>
              </a:defRPr>
            </a:lvl2pPr>
            <a:lvl3pPr marL="914400" algn="l" rtl="0" fontAlgn="base">
              <a:spcBef>
                <a:spcPct val="0"/>
              </a:spcBef>
              <a:spcAft>
                <a:spcPct val="0"/>
              </a:spcAft>
              <a:defRPr kern="1200">
                <a:solidFill>
                  <a:schemeClr val="tx1"/>
                </a:solidFill>
                <a:latin typeface="Calibri" charset="0"/>
                <a:ea typeface="Arial" charset="0"/>
                <a:cs typeface="Arial" charset="0"/>
              </a:defRPr>
            </a:lvl3pPr>
            <a:lvl4pPr marL="1371600" algn="l" rtl="0" fontAlgn="base">
              <a:spcBef>
                <a:spcPct val="0"/>
              </a:spcBef>
              <a:spcAft>
                <a:spcPct val="0"/>
              </a:spcAft>
              <a:defRPr kern="1200">
                <a:solidFill>
                  <a:schemeClr val="tx1"/>
                </a:solidFill>
                <a:latin typeface="Calibri" charset="0"/>
                <a:ea typeface="Arial" charset="0"/>
                <a:cs typeface="Arial" charset="0"/>
              </a:defRPr>
            </a:lvl4pPr>
            <a:lvl5pPr marL="1828800" algn="l" rtl="0" fontAlgn="base">
              <a:spcBef>
                <a:spcPct val="0"/>
              </a:spcBef>
              <a:spcAft>
                <a:spcPct val="0"/>
              </a:spcAft>
              <a:defRPr kern="1200">
                <a:solidFill>
                  <a:schemeClr val="tx1"/>
                </a:solidFill>
                <a:latin typeface="Calibri" charset="0"/>
                <a:ea typeface="Arial" charset="0"/>
                <a:cs typeface="Arial" charset="0"/>
              </a:defRPr>
            </a:lvl5pPr>
            <a:lvl6pPr marL="2286000" algn="l" defTabSz="914400" rtl="0" eaLnBrk="1" latinLnBrk="0" hangingPunct="1">
              <a:defRPr kern="1200">
                <a:solidFill>
                  <a:schemeClr val="tx1"/>
                </a:solidFill>
                <a:latin typeface="Calibri" charset="0"/>
                <a:ea typeface="Arial" charset="0"/>
                <a:cs typeface="Arial" charset="0"/>
              </a:defRPr>
            </a:lvl6pPr>
            <a:lvl7pPr marL="2743200" algn="l" defTabSz="914400" rtl="0" eaLnBrk="1" latinLnBrk="0" hangingPunct="1">
              <a:defRPr kern="1200">
                <a:solidFill>
                  <a:schemeClr val="tx1"/>
                </a:solidFill>
                <a:latin typeface="Calibri" charset="0"/>
                <a:ea typeface="Arial" charset="0"/>
                <a:cs typeface="Arial" charset="0"/>
              </a:defRPr>
            </a:lvl7pPr>
            <a:lvl8pPr marL="3200400" algn="l" defTabSz="914400" rtl="0" eaLnBrk="1" latinLnBrk="0" hangingPunct="1">
              <a:defRPr kern="1200">
                <a:solidFill>
                  <a:schemeClr val="tx1"/>
                </a:solidFill>
                <a:latin typeface="Calibri" charset="0"/>
                <a:ea typeface="Arial" charset="0"/>
                <a:cs typeface="Arial" charset="0"/>
              </a:defRPr>
            </a:lvl8pPr>
            <a:lvl9pPr marL="3657600" algn="l" defTabSz="914400" rtl="0" eaLnBrk="1" latinLnBrk="0" hangingPunct="1">
              <a:defRPr kern="1200">
                <a:solidFill>
                  <a:schemeClr val="tx1"/>
                </a:solidFill>
                <a:latin typeface="Calibri" charset="0"/>
                <a:ea typeface="Arial" charset="0"/>
                <a:cs typeface="Arial" charset="0"/>
              </a:defRPr>
            </a:lvl9pPr>
          </a:lstStyle>
          <a:p>
            <a:pPr algn="l">
              <a:defRPr/>
            </a:pPr>
            <a:r>
              <a:rPr lang="en-US" sz="800" baseline="0" dirty="0">
                <a:latin typeface="+mn-lt"/>
              </a:rPr>
              <a:t>FIT_BorrowLend_2026S</a:t>
            </a:r>
            <a:endParaRPr lang="en-US" sz="800" dirty="0">
              <a:latin typeface="+mn-lt"/>
            </a:endParaRPr>
          </a:p>
        </p:txBody>
      </p:sp>
    </p:spTree>
    <p:extLst>
      <p:ext uri="{BB962C8B-B14F-4D97-AF65-F5344CB8AC3E}">
        <p14:creationId xmlns:p14="http://schemas.microsoft.com/office/powerpoint/2010/main" val="3717763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715"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 id="2147483687" r:id="rId28"/>
    <p:sldLayoutId id="2147483688" r:id="rId29"/>
    <p:sldLayoutId id="2147483689" r:id="rId30"/>
    <p:sldLayoutId id="2147483690" r:id="rId31"/>
    <p:sldLayoutId id="2147483691" r:id="rId32"/>
    <p:sldLayoutId id="2147483692" r:id="rId33"/>
    <p:sldLayoutId id="2147483693" r:id="rId34"/>
    <p:sldLayoutId id="2147483694" r:id="rId35"/>
    <p:sldLayoutId id="2147483695" r:id="rId36"/>
    <p:sldLayoutId id="2147483696" r:id="rId37"/>
    <p:sldLayoutId id="2147483697" r:id="rId38"/>
    <p:sldLayoutId id="2147483698" r:id="rId39"/>
    <p:sldLayoutId id="2147483699" r:id="rId40"/>
    <p:sldLayoutId id="2147483700" r:id="rId41"/>
    <p:sldLayoutId id="2147483701" r:id="rId42"/>
    <p:sldLayoutId id="2147483702" r:id="rId43"/>
    <p:sldLayoutId id="2147483703" r:id="rId44"/>
    <p:sldLayoutId id="2147483704" r:id="rId45"/>
    <p:sldLayoutId id="2147483705" r:id="rId46"/>
    <p:sldLayoutId id="2147483706" r:id="rId47"/>
    <p:sldLayoutId id="2147483707" r:id="rId48"/>
    <p:sldLayoutId id="2147483708" r:id="rId49"/>
    <p:sldLayoutId id="2147483709" r:id="rId50"/>
    <p:sldLayoutId id="2147483710" r:id="rId51"/>
    <p:sldLayoutId id="2147483711" r:id="rId52"/>
    <p:sldLayoutId id="2147483712" r:id="rId53"/>
    <p:sldLayoutId id="2147483713" r:id="rId54"/>
    <p:sldLayoutId id="2147483714" r:id="rId55"/>
    <p:sldLayoutId id="2147483716" r:id="rId56"/>
    <p:sldLayoutId id="2147483717" r:id="rId57"/>
  </p:sldLayoutIdLst>
  <p:hf hd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Arial" charset="0"/>
        </a:defRPr>
      </a:lvl2pPr>
      <a:lvl3pPr algn="ctr" rtl="0" eaLnBrk="1" fontAlgn="base" hangingPunct="1">
        <a:spcBef>
          <a:spcPct val="0"/>
        </a:spcBef>
        <a:spcAft>
          <a:spcPct val="0"/>
        </a:spcAft>
        <a:defRPr sz="4400">
          <a:solidFill>
            <a:schemeClr val="tx1"/>
          </a:solidFill>
          <a:latin typeface="Arial" charset="0"/>
        </a:defRPr>
      </a:lvl3pPr>
      <a:lvl4pPr algn="ctr" rtl="0" eaLnBrk="1" fontAlgn="base" hangingPunct="1">
        <a:spcBef>
          <a:spcPct val="0"/>
        </a:spcBef>
        <a:spcAft>
          <a:spcPct val="0"/>
        </a:spcAft>
        <a:defRPr sz="4400">
          <a:solidFill>
            <a:schemeClr val="tx1"/>
          </a:solidFill>
          <a:latin typeface="Arial" charset="0"/>
        </a:defRPr>
      </a:lvl4pPr>
      <a:lvl5pPr algn="ctr" rtl="0" eaLnBrk="1" fontAlgn="base" hangingPunct="1">
        <a:spcBef>
          <a:spcPct val="0"/>
        </a:spcBef>
        <a:spcAft>
          <a:spcPct val="0"/>
        </a:spcAft>
        <a:defRPr sz="4400">
          <a:solidFill>
            <a:schemeClr val="tx1"/>
          </a:solidFill>
          <a:latin typeface="Arial" charset="0"/>
        </a:defRPr>
      </a:lvl5pPr>
      <a:lvl6pPr marL="457200" algn="ctr" rtl="0" eaLnBrk="1" fontAlgn="base" hangingPunct="1">
        <a:spcBef>
          <a:spcPct val="0"/>
        </a:spcBef>
        <a:spcAft>
          <a:spcPct val="0"/>
        </a:spcAft>
        <a:defRPr sz="4400">
          <a:solidFill>
            <a:schemeClr val="tx1"/>
          </a:solidFill>
          <a:latin typeface="Arial" charset="0"/>
        </a:defRPr>
      </a:lvl6pPr>
      <a:lvl7pPr marL="914400" algn="ctr" rtl="0" eaLnBrk="1" fontAlgn="base" hangingPunct="1">
        <a:spcBef>
          <a:spcPct val="0"/>
        </a:spcBef>
        <a:spcAft>
          <a:spcPct val="0"/>
        </a:spcAft>
        <a:defRPr sz="4400">
          <a:solidFill>
            <a:schemeClr val="tx1"/>
          </a:solidFill>
          <a:latin typeface="Arial" charset="0"/>
        </a:defRPr>
      </a:lvl7pPr>
      <a:lvl8pPr marL="1371600" algn="ctr" rtl="0" eaLnBrk="1" fontAlgn="base" hangingPunct="1">
        <a:spcBef>
          <a:spcPct val="0"/>
        </a:spcBef>
        <a:spcAft>
          <a:spcPct val="0"/>
        </a:spcAft>
        <a:defRPr sz="4400">
          <a:solidFill>
            <a:schemeClr val="tx1"/>
          </a:solidFill>
          <a:latin typeface="Arial" charset="0"/>
        </a:defRPr>
      </a:lvl8pPr>
      <a:lvl9pPr marL="1828800" algn="ctr" rtl="0" eaLnBrk="1" fontAlgn="base" hangingPunct="1">
        <a:spcBef>
          <a:spcPct val="0"/>
        </a:spcBef>
        <a:spcAft>
          <a:spcPct val="0"/>
        </a:spcAft>
        <a:defRPr sz="4400">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package" Target="../embeddings/Microsoft_Excel_Worksheet.xlsx"/><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package" Target="../embeddings/Microsoft_Excel_Worksheet1.xlsx"/><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prstGeom prst="rect">
            <a:avLst/>
          </a:prstGeom>
        </p:spPr>
        <p:txBody>
          <a:bodyPr/>
          <a:lstStyle/>
          <a:p>
            <a:r>
              <a:rPr lang="en-US" dirty="0"/>
              <a:t>Federal Income Taxation</a:t>
            </a:r>
            <a:br>
              <a:rPr lang="en-US" dirty="0"/>
            </a:br>
            <a:r>
              <a:rPr lang="en-US" i="1" dirty="0"/>
              <a:t>Borrowing and Lending</a:t>
            </a:r>
            <a:endParaRPr lang="en-US" dirty="0"/>
          </a:p>
        </p:txBody>
      </p:sp>
      <p:sp>
        <p:nvSpPr>
          <p:cNvPr id="3" name="Subtitle 2"/>
          <p:cNvSpPr>
            <a:spLocks noGrp="1"/>
          </p:cNvSpPr>
          <p:nvPr>
            <p:ph type="subTitle" idx="1"/>
          </p:nvPr>
        </p:nvSpPr>
        <p:spPr>
          <a:xfrm>
            <a:off x="2658533" y="5013325"/>
            <a:ext cx="6858000" cy="609600"/>
          </a:xfrm>
          <a:prstGeom prst="rect">
            <a:avLst/>
          </a:prstGeom>
        </p:spPr>
        <p:txBody>
          <a:bodyPr>
            <a:normAutofit fontScale="85000" lnSpcReduction="20000"/>
          </a:bodyPr>
          <a:lstStyle/>
          <a:p>
            <a:r>
              <a:rPr lang="en-US" sz="2100" b="1" dirty="0"/>
              <a:t>Prof. Colon</a:t>
            </a:r>
          </a:p>
          <a:p>
            <a:r>
              <a:rPr lang="en-US" sz="2100" b="1" dirty="0"/>
              <a:t>Spring 2026</a:t>
            </a:r>
          </a:p>
        </p:txBody>
      </p:sp>
      <p:sp>
        <p:nvSpPr>
          <p:cNvPr id="6" name="Footer Placeholder 5">
            <a:extLst>
              <a:ext uri="{FF2B5EF4-FFF2-40B4-BE49-F238E27FC236}">
                <a16:creationId xmlns:a16="http://schemas.microsoft.com/office/drawing/2014/main" id="{D8D80FCD-05A6-764D-BFDB-63AA23C975A4}"/>
              </a:ext>
            </a:extLst>
          </p:cNvPr>
          <p:cNvSpPr>
            <a:spLocks noGrp="1"/>
          </p:cNvSpPr>
          <p:nvPr>
            <p:ph type="ftr" sz="quarter" idx="11"/>
          </p:nvPr>
        </p:nvSpPr>
        <p:spPr/>
        <p:txBody>
          <a:bodyPr/>
          <a:lstStyle/>
          <a:p>
            <a:r>
              <a:rPr lang="en-US"/>
              <a:t>Borrorwing and Lending</a:t>
            </a:r>
          </a:p>
        </p:txBody>
      </p:sp>
      <p:sp>
        <p:nvSpPr>
          <p:cNvPr id="7" name="Slide Number Placeholder 6">
            <a:extLst>
              <a:ext uri="{FF2B5EF4-FFF2-40B4-BE49-F238E27FC236}">
                <a16:creationId xmlns:a16="http://schemas.microsoft.com/office/drawing/2014/main" id="{17EAF7C4-7F9E-D84A-9606-10CB55E9141B}"/>
              </a:ext>
            </a:extLst>
          </p:cNvPr>
          <p:cNvSpPr>
            <a:spLocks noGrp="1"/>
          </p:cNvSpPr>
          <p:nvPr>
            <p:ph type="sldNum" sz="quarter" idx="12"/>
          </p:nvPr>
        </p:nvSpPr>
        <p:spPr/>
        <p:txBody>
          <a:bodyPr/>
          <a:lstStyle/>
          <a:p>
            <a:fld id="{96D85B43-D788-46F7-A773-91C165729B06}" type="slidenum">
              <a:rPr lang="en-US" smtClean="0"/>
              <a:t>1</a:t>
            </a:fld>
            <a:endParaRPr lang="en-US"/>
          </a:p>
        </p:txBody>
      </p:sp>
    </p:spTree>
    <p:extLst>
      <p:ext uri="{BB962C8B-B14F-4D97-AF65-F5344CB8AC3E}">
        <p14:creationId xmlns:p14="http://schemas.microsoft.com/office/powerpoint/2010/main" val="1235588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2A92E31E-24E9-008F-BFC1-BDEDC469B357}"/>
              </a:ext>
            </a:extLst>
          </p:cNvPr>
          <p:cNvSpPr>
            <a:spLocks noGrp="1"/>
          </p:cNvSpPr>
          <p:nvPr>
            <p:ph idx="1"/>
          </p:nvPr>
        </p:nvSpPr>
        <p:spPr/>
        <p:txBody>
          <a:bodyPr/>
          <a:lstStyle/>
          <a:p>
            <a:r>
              <a:rPr lang="en-US" sz="3200" b="1" dirty="0"/>
              <a:t>Chapter 9</a:t>
            </a:r>
            <a:r>
              <a:rPr lang="en-US" sz="3200" dirty="0"/>
              <a:t>: Basic rules of borrowing and lending, including receipt and payment of principal, receipt and payment of interest, identifying principal and interest, and timing of interest and deduction.</a:t>
            </a:r>
          </a:p>
          <a:p>
            <a:endParaRPr lang="en-US" sz="3200" dirty="0"/>
          </a:p>
          <a:p>
            <a:r>
              <a:rPr lang="en-US" sz="3200" b="1" dirty="0"/>
              <a:t>Chapter 10</a:t>
            </a:r>
            <a:r>
              <a:rPr lang="en-US" sz="3200" dirty="0"/>
              <a:t>: Consequences of not repaying principal or interest</a:t>
            </a:r>
          </a:p>
          <a:p>
            <a:endParaRPr lang="en-US" sz="3200" dirty="0"/>
          </a:p>
          <a:p>
            <a:r>
              <a:rPr lang="en-US" sz="3200" b="1" dirty="0"/>
              <a:t>Chapter 11</a:t>
            </a:r>
            <a:r>
              <a:rPr lang="en-US" sz="3200" dirty="0"/>
              <a:t>: Applying debt rules in the context of purchase, ownership, and disposition of property.</a:t>
            </a:r>
            <a:endParaRPr lang="en-US" sz="3200" b="1" dirty="0"/>
          </a:p>
          <a:p>
            <a:endParaRPr lang="en-US" sz="3200" dirty="0"/>
          </a:p>
          <a:p>
            <a:endParaRPr lang="en-US" sz="3200" dirty="0"/>
          </a:p>
          <a:p>
            <a:endParaRPr lang="en-US" dirty="0"/>
          </a:p>
        </p:txBody>
      </p:sp>
      <p:sp>
        <p:nvSpPr>
          <p:cNvPr id="6" name="Title 5">
            <a:extLst>
              <a:ext uri="{FF2B5EF4-FFF2-40B4-BE49-F238E27FC236}">
                <a16:creationId xmlns:a16="http://schemas.microsoft.com/office/drawing/2014/main" id="{5D54EFFC-7FD5-9DFC-37E4-7FC70DF2BCF4}"/>
              </a:ext>
            </a:extLst>
          </p:cNvPr>
          <p:cNvSpPr>
            <a:spLocks noGrp="1"/>
          </p:cNvSpPr>
          <p:nvPr>
            <p:ph type="title"/>
          </p:nvPr>
        </p:nvSpPr>
        <p:spPr/>
        <p:txBody>
          <a:bodyPr/>
          <a:lstStyle/>
          <a:p>
            <a:r>
              <a:rPr lang="en-US" dirty="0"/>
              <a:t>Borrowing and Lending</a:t>
            </a:r>
          </a:p>
        </p:txBody>
      </p:sp>
      <p:sp>
        <p:nvSpPr>
          <p:cNvPr id="5" name="Slide Number Placeholder 4">
            <a:extLst>
              <a:ext uri="{FF2B5EF4-FFF2-40B4-BE49-F238E27FC236}">
                <a16:creationId xmlns:a16="http://schemas.microsoft.com/office/drawing/2014/main" id="{20AA8663-5E2A-7C39-D26B-DC94A23CB762}"/>
              </a:ext>
            </a:extLst>
          </p:cNvPr>
          <p:cNvSpPr>
            <a:spLocks noGrp="1"/>
          </p:cNvSpPr>
          <p:nvPr>
            <p:ph type="sldNum" sz="quarter" idx="10"/>
          </p:nvPr>
        </p:nvSpPr>
        <p:spPr/>
        <p:txBody>
          <a:bodyPr/>
          <a:lstStyle/>
          <a:p>
            <a:fld id="{96D85B43-D788-46F7-A773-91C165729B06}" type="slidenum">
              <a:rPr lang="en-US" smtClean="0"/>
              <a:t>2</a:t>
            </a:fld>
            <a:endParaRPr lang="en-US"/>
          </a:p>
        </p:txBody>
      </p:sp>
      <p:sp>
        <p:nvSpPr>
          <p:cNvPr id="4" name="Footer Placeholder 3">
            <a:extLst>
              <a:ext uri="{FF2B5EF4-FFF2-40B4-BE49-F238E27FC236}">
                <a16:creationId xmlns:a16="http://schemas.microsoft.com/office/drawing/2014/main" id="{06507617-B0E6-DF2A-0756-030639359D97}"/>
              </a:ext>
            </a:extLst>
          </p:cNvPr>
          <p:cNvSpPr>
            <a:spLocks noGrp="1"/>
          </p:cNvSpPr>
          <p:nvPr>
            <p:ph type="ftr" sz="quarter" idx="11"/>
          </p:nvPr>
        </p:nvSpPr>
        <p:spPr/>
        <p:txBody>
          <a:bodyPr/>
          <a:lstStyle/>
          <a:p>
            <a:r>
              <a:rPr lang="en-US"/>
              <a:t>Borrorwing and Lending</a:t>
            </a:r>
          </a:p>
        </p:txBody>
      </p:sp>
    </p:spTree>
    <p:extLst>
      <p:ext uri="{BB962C8B-B14F-4D97-AF65-F5344CB8AC3E}">
        <p14:creationId xmlns:p14="http://schemas.microsoft.com/office/powerpoint/2010/main" val="2834683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EFC4C9-8AAF-9CC6-4882-48A0C776688A}"/>
              </a:ext>
            </a:extLst>
          </p:cNvPr>
          <p:cNvSpPr>
            <a:spLocks noGrp="1"/>
          </p:cNvSpPr>
          <p:nvPr>
            <p:ph idx="1"/>
          </p:nvPr>
        </p:nvSpPr>
        <p:spPr/>
        <p:txBody>
          <a:bodyPr/>
          <a:lstStyle/>
          <a:p>
            <a:pPr marL="0" indent="0" algn="ctr">
              <a:buNone/>
            </a:pPr>
            <a:r>
              <a:rPr lang="en-US" sz="4000" b="1" dirty="0"/>
              <a:t>Debt/leverage can magnify both gains and losses</a:t>
            </a:r>
            <a:br>
              <a:rPr lang="en-US" sz="4000" b="1" dirty="0"/>
            </a:br>
            <a:endParaRPr lang="en-US" sz="4000" b="1" dirty="0"/>
          </a:p>
          <a:p>
            <a:pPr marL="0" indent="0" algn="ctr">
              <a:buNone/>
            </a:pPr>
            <a:r>
              <a:rPr lang="en-US" sz="2800" b="1" u="sng" dirty="0"/>
              <a:t>Example: </a:t>
            </a:r>
          </a:p>
          <a:p>
            <a:r>
              <a:rPr lang="en-US" sz="2800" dirty="0"/>
              <a:t>Amy buys land for 100K in 2025 and sells it one year later for 150K.  Her return on her investment of 100K is: (150 – 100)/100 or 50%.</a:t>
            </a:r>
          </a:p>
          <a:p>
            <a:endParaRPr lang="en-US" sz="2800" dirty="0"/>
          </a:p>
          <a:p>
            <a:r>
              <a:rPr lang="en-US" sz="2800" dirty="0"/>
              <a:t>Zandro has 20K and borrows 80K at 10% to buy land for 100K, which he sells one year later for 150K.  He repays the bank 88K (80K + 8K of interest), and he has 62K left.  His return on his investment of 20K is:  (62-20)/20 or 210%  </a:t>
            </a:r>
          </a:p>
        </p:txBody>
      </p:sp>
      <p:sp>
        <p:nvSpPr>
          <p:cNvPr id="3" name="Title 2">
            <a:extLst>
              <a:ext uri="{FF2B5EF4-FFF2-40B4-BE49-F238E27FC236}">
                <a16:creationId xmlns:a16="http://schemas.microsoft.com/office/drawing/2014/main" id="{3A1409D3-F896-CB70-79FF-C9E040C83395}"/>
              </a:ext>
            </a:extLst>
          </p:cNvPr>
          <p:cNvSpPr>
            <a:spLocks noGrp="1"/>
          </p:cNvSpPr>
          <p:nvPr>
            <p:ph type="title"/>
          </p:nvPr>
        </p:nvSpPr>
        <p:spPr/>
        <p:txBody>
          <a:bodyPr/>
          <a:lstStyle/>
          <a:p>
            <a:r>
              <a:rPr lang="en-US" dirty="0"/>
              <a:t>Benefits and Possible Detriments of Debt</a:t>
            </a:r>
          </a:p>
        </p:txBody>
      </p:sp>
      <p:sp>
        <p:nvSpPr>
          <p:cNvPr id="4" name="Slide Number Placeholder 3">
            <a:extLst>
              <a:ext uri="{FF2B5EF4-FFF2-40B4-BE49-F238E27FC236}">
                <a16:creationId xmlns:a16="http://schemas.microsoft.com/office/drawing/2014/main" id="{19C34CAC-AD4B-7B6D-69A6-D60902DA0D00}"/>
              </a:ext>
            </a:extLst>
          </p:cNvPr>
          <p:cNvSpPr>
            <a:spLocks noGrp="1"/>
          </p:cNvSpPr>
          <p:nvPr>
            <p:ph type="sldNum" sz="quarter" idx="10"/>
          </p:nvPr>
        </p:nvSpPr>
        <p:spPr/>
        <p:txBody>
          <a:bodyPr/>
          <a:lstStyle/>
          <a:p>
            <a:fld id="{7B3E355C-57B9-BC4B-95D8-406A1F834537}" type="slidenum">
              <a:rPr lang="en-US" altLang="en-US" smtClean="0"/>
              <a:pPr/>
              <a:t>3</a:t>
            </a:fld>
            <a:endParaRPr lang="en-US" altLang="en-US"/>
          </a:p>
        </p:txBody>
      </p:sp>
      <p:sp>
        <p:nvSpPr>
          <p:cNvPr id="5" name="Footer Placeholder 4">
            <a:extLst>
              <a:ext uri="{FF2B5EF4-FFF2-40B4-BE49-F238E27FC236}">
                <a16:creationId xmlns:a16="http://schemas.microsoft.com/office/drawing/2014/main" id="{87D21350-3BD0-57A9-5F50-91C157A0DC22}"/>
              </a:ext>
            </a:extLst>
          </p:cNvPr>
          <p:cNvSpPr>
            <a:spLocks noGrp="1"/>
          </p:cNvSpPr>
          <p:nvPr>
            <p:ph type="ftr" sz="quarter" idx="11"/>
          </p:nvPr>
        </p:nvSpPr>
        <p:spPr/>
        <p:txBody>
          <a:bodyPr/>
          <a:lstStyle/>
          <a:p>
            <a:pPr>
              <a:defRPr/>
            </a:pPr>
            <a:r>
              <a:rPr lang="en-US"/>
              <a:t>Borrorwing and Lending</a:t>
            </a:r>
            <a:endParaRPr lang="en-US" dirty="0"/>
          </a:p>
        </p:txBody>
      </p:sp>
    </p:spTree>
    <p:extLst>
      <p:ext uri="{BB962C8B-B14F-4D97-AF65-F5344CB8AC3E}">
        <p14:creationId xmlns:p14="http://schemas.microsoft.com/office/powerpoint/2010/main" val="2101870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81AEEC9-ED6A-0238-E317-3CD496564594}"/>
              </a:ext>
            </a:extLst>
          </p:cNvPr>
          <p:cNvSpPr>
            <a:spLocks noGrp="1"/>
          </p:cNvSpPr>
          <p:nvPr>
            <p:ph idx="1"/>
          </p:nvPr>
        </p:nvSpPr>
        <p:spPr/>
        <p:txBody>
          <a:bodyPr/>
          <a:lstStyle/>
          <a:p>
            <a:pPr marL="0" indent="0" algn="ctr">
              <a:buNone/>
            </a:pPr>
            <a:r>
              <a:rPr lang="en-US" sz="4000" b="1" dirty="0"/>
              <a:t>Debt/leverage can magnify both gains and losses</a:t>
            </a:r>
          </a:p>
          <a:p>
            <a:endParaRPr lang="en-US" b="1" dirty="0"/>
          </a:p>
          <a:p>
            <a:pPr marL="0" indent="0" algn="ctr">
              <a:buNone/>
            </a:pPr>
            <a:r>
              <a:rPr lang="en-US" sz="2800" b="1" u="sng" dirty="0"/>
              <a:t>Example: </a:t>
            </a:r>
          </a:p>
          <a:p>
            <a:r>
              <a:rPr lang="en-US" sz="2800" dirty="0"/>
              <a:t>Amy buys land for 100K in 2025 and sells it one year later for 90K.  Her return on her investment of 100K is: (90– 100)/100 or -10%.</a:t>
            </a:r>
          </a:p>
          <a:p>
            <a:endParaRPr lang="en-US" sz="2800" dirty="0"/>
          </a:p>
          <a:p>
            <a:r>
              <a:rPr lang="en-US" sz="2800" dirty="0"/>
              <a:t>Zandro has 20K and borrows 80K at 10% to buy land for 100K, which he sells one year later for 90K.  He repays the bank 88K (80K + 8K of interest), and he has 2K left.  His return on his investment of 20K is:  (2-20)/20 or -90%  </a:t>
            </a:r>
          </a:p>
          <a:p>
            <a:endParaRPr lang="en-US" dirty="0"/>
          </a:p>
        </p:txBody>
      </p:sp>
      <p:sp>
        <p:nvSpPr>
          <p:cNvPr id="3" name="Title 2">
            <a:extLst>
              <a:ext uri="{FF2B5EF4-FFF2-40B4-BE49-F238E27FC236}">
                <a16:creationId xmlns:a16="http://schemas.microsoft.com/office/drawing/2014/main" id="{30435123-6767-CE28-5F5A-0CA2BADD3395}"/>
              </a:ext>
            </a:extLst>
          </p:cNvPr>
          <p:cNvSpPr>
            <a:spLocks noGrp="1"/>
          </p:cNvSpPr>
          <p:nvPr>
            <p:ph type="title"/>
          </p:nvPr>
        </p:nvSpPr>
        <p:spPr/>
        <p:txBody>
          <a:bodyPr/>
          <a:lstStyle/>
          <a:p>
            <a:r>
              <a:rPr lang="en-US" dirty="0"/>
              <a:t>Benefits and Possible Detriments of Debt</a:t>
            </a:r>
          </a:p>
        </p:txBody>
      </p:sp>
      <p:sp>
        <p:nvSpPr>
          <p:cNvPr id="4" name="Slide Number Placeholder 3">
            <a:extLst>
              <a:ext uri="{FF2B5EF4-FFF2-40B4-BE49-F238E27FC236}">
                <a16:creationId xmlns:a16="http://schemas.microsoft.com/office/drawing/2014/main" id="{FEBFDE05-9A9A-828A-35DF-671BDC00EC6E}"/>
              </a:ext>
            </a:extLst>
          </p:cNvPr>
          <p:cNvSpPr>
            <a:spLocks noGrp="1"/>
          </p:cNvSpPr>
          <p:nvPr>
            <p:ph type="sldNum" sz="quarter" idx="10"/>
          </p:nvPr>
        </p:nvSpPr>
        <p:spPr/>
        <p:txBody>
          <a:bodyPr/>
          <a:lstStyle/>
          <a:p>
            <a:fld id="{7B3E355C-57B9-BC4B-95D8-406A1F834537}" type="slidenum">
              <a:rPr lang="en-US" altLang="en-US" smtClean="0"/>
              <a:pPr/>
              <a:t>4</a:t>
            </a:fld>
            <a:endParaRPr lang="en-US" altLang="en-US"/>
          </a:p>
        </p:txBody>
      </p:sp>
      <p:sp>
        <p:nvSpPr>
          <p:cNvPr id="5" name="Footer Placeholder 4">
            <a:extLst>
              <a:ext uri="{FF2B5EF4-FFF2-40B4-BE49-F238E27FC236}">
                <a16:creationId xmlns:a16="http://schemas.microsoft.com/office/drawing/2014/main" id="{DA50195E-D25B-E515-A291-E33A420523F3}"/>
              </a:ext>
            </a:extLst>
          </p:cNvPr>
          <p:cNvSpPr>
            <a:spLocks noGrp="1"/>
          </p:cNvSpPr>
          <p:nvPr>
            <p:ph type="ftr" sz="quarter" idx="11"/>
          </p:nvPr>
        </p:nvSpPr>
        <p:spPr/>
        <p:txBody>
          <a:bodyPr/>
          <a:lstStyle/>
          <a:p>
            <a:pPr>
              <a:defRPr/>
            </a:pPr>
            <a:r>
              <a:rPr lang="en-US"/>
              <a:t>Borrorwing and Lending</a:t>
            </a:r>
            <a:endParaRPr lang="en-US" dirty="0"/>
          </a:p>
        </p:txBody>
      </p:sp>
    </p:spTree>
    <p:extLst>
      <p:ext uri="{BB962C8B-B14F-4D97-AF65-F5344CB8AC3E}">
        <p14:creationId xmlns:p14="http://schemas.microsoft.com/office/powerpoint/2010/main" val="891750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935418B-1EF2-02D9-B96D-185D2E13E138}"/>
              </a:ext>
            </a:extLst>
          </p:cNvPr>
          <p:cNvSpPr>
            <a:spLocks noGrp="1"/>
          </p:cNvSpPr>
          <p:nvPr>
            <p:ph idx="1"/>
          </p:nvPr>
        </p:nvSpPr>
        <p:spPr/>
        <p:txBody>
          <a:bodyPr>
            <a:normAutofit fontScale="92500" lnSpcReduction="10000"/>
          </a:bodyPr>
          <a:lstStyle/>
          <a:p>
            <a:r>
              <a:rPr lang="en-US" sz="3200" b="1" dirty="0"/>
              <a:t>Amy</a:t>
            </a:r>
            <a:r>
              <a:rPr lang="en-US" sz="3200" dirty="0"/>
              <a:t> borrows 100K from </a:t>
            </a:r>
            <a:r>
              <a:rPr lang="en-US" sz="3200" b="1" dirty="0"/>
              <a:t>Banker</a:t>
            </a:r>
          </a:p>
          <a:p>
            <a:pPr lvl="1"/>
            <a:r>
              <a:rPr lang="en-US" sz="2800" dirty="0"/>
              <a:t>Accession to wealth under HS for Amy?</a:t>
            </a:r>
          </a:p>
          <a:p>
            <a:pPr lvl="1"/>
            <a:r>
              <a:rPr lang="en-US" sz="2800" dirty="0"/>
              <a:t>Decrease in wealth under HS for banker?</a:t>
            </a:r>
          </a:p>
          <a:p>
            <a:pPr lvl="1"/>
            <a:endParaRPr lang="en-US" sz="2800" dirty="0"/>
          </a:p>
          <a:p>
            <a:r>
              <a:rPr lang="en-US" sz="2800" b="1" dirty="0"/>
              <a:t>Banker</a:t>
            </a:r>
            <a:r>
              <a:rPr lang="en-US" sz="2800" dirty="0"/>
              <a:t>: No current deduction for loan (Reg. </a:t>
            </a:r>
            <a:r>
              <a:rPr lang="en-US" sz="2800" dirty="0">
                <a:latin typeface="Calibri" panose="020F0502020204030204" pitchFamily="34" charset="0"/>
                <a:cs typeface="Calibri" panose="020F0502020204030204" pitchFamily="34" charset="0"/>
              </a:rPr>
              <a:t>§</a:t>
            </a:r>
            <a:r>
              <a:rPr lang="en-US" sz="2800" dirty="0"/>
              <a:t>1.263(a)-4(d)(2)(</a:t>
            </a:r>
            <a:r>
              <a:rPr lang="en-US" sz="2800" dirty="0" err="1"/>
              <a:t>i</a:t>
            </a:r>
            <a:r>
              <a:rPr lang="en-US" sz="2800" dirty="0"/>
              <a:t>)(B) and (d)(2)(vi), Ex. 1; cost to create intangible—debt instrument—must be capitalized)</a:t>
            </a:r>
          </a:p>
          <a:p>
            <a:pPr lvl="1"/>
            <a:r>
              <a:rPr lang="en-US" sz="2800" dirty="0"/>
              <a:t>What’s banker’s basis in the loan?</a:t>
            </a:r>
          </a:p>
          <a:p>
            <a:pPr lvl="1"/>
            <a:r>
              <a:rPr lang="en-US" sz="2800" dirty="0"/>
              <a:t>When Amy repays the </a:t>
            </a:r>
            <a:r>
              <a:rPr lang="en-US" sz="2800" u="sng" dirty="0"/>
              <a:t>loan principal</a:t>
            </a:r>
            <a:r>
              <a:rPr lang="en-US" sz="2800" dirty="0"/>
              <a:t>, income for Banker? </a:t>
            </a:r>
          </a:p>
          <a:p>
            <a:pPr lvl="1"/>
            <a:endParaRPr lang="en-US" sz="2800" dirty="0"/>
          </a:p>
          <a:p>
            <a:r>
              <a:rPr lang="en-US" sz="2800" b="1" dirty="0"/>
              <a:t>Amy</a:t>
            </a:r>
            <a:r>
              <a:rPr lang="en-US" sz="2800" dirty="0"/>
              <a:t>: What are the result to Amy? Gross income under </a:t>
            </a:r>
            <a:r>
              <a:rPr lang="en-US" sz="2800" dirty="0">
                <a:effectLst/>
                <a:latin typeface="Calibri" panose="020F0502020204030204" pitchFamily="34" charset="0"/>
                <a:cs typeface="Calibri" panose="020F0502020204030204" pitchFamily="34" charset="0"/>
              </a:rPr>
              <a:t>§61? </a:t>
            </a:r>
            <a:r>
              <a:rPr lang="en-US" sz="2800" dirty="0"/>
              <a:t>Why?</a:t>
            </a:r>
          </a:p>
          <a:p>
            <a:pPr lvl="1"/>
            <a:r>
              <a:rPr lang="en-US" sz="2600" dirty="0"/>
              <a:t>When Amy repays the </a:t>
            </a:r>
            <a:r>
              <a:rPr lang="en-US" sz="2600" u="sng" dirty="0"/>
              <a:t>loan principal</a:t>
            </a:r>
            <a:r>
              <a:rPr lang="en-US" sz="2600" dirty="0"/>
              <a:t>, deduction for Amy?</a:t>
            </a:r>
          </a:p>
          <a:p>
            <a:pPr lvl="1"/>
            <a:r>
              <a:rPr lang="en-US" sz="2600" dirty="0"/>
              <a:t>Original exclusion for debt proceeds in Y1 depends on estimating future repayment in YX</a:t>
            </a:r>
          </a:p>
          <a:p>
            <a:endParaRPr lang="en-US" sz="2800" dirty="0"/>
          </a:p>
          <a:p>
            <a:pPr marL="228600" lvl="1" indent="0">
              <a:buNone/>
            </a:pPr>
            <a:endParaRPr lang="en-US" sz="2400" dirty="0"/>
          </a:p>
        </p:txBody>
      </p:sp>
      <p:sp>
        <p:nvSpPr>
          <p:cNvPr id="3" name="Title 2">
            <a:extLst>
              <a:ext uri="{FF2B5EF4-FFF2-40B4-BE49-F238E27FC236}">
                <a16:creationId xmlns:a16="http://schemas.microsoft.com/office/drawing/2014/main" id="{CB5D597D-E5B8-B226-2BD0-5715D4AE9BB3}"/>
              </a:ext>
            </a:extLst>
          </p:cNvPr>
          <p:cNvSpPr>
            <a:spLocks noGrp="1"/>
          </p:cNvSpPr>
          <p:nvPr>
            <p:ph type="title"/>
          </p:nvPr>
        </p:nvSpPr>
        <p:spPr/>
        <p:txBody>
          <a:bodyPr/>
          <a:lstStyle/>
          <a:p>
            <a:r>
              <a:rPr lang="en-US" dirty="0"/>
              <a:t>Debt Basics	</a:t>
            </a:r>
          </a:p>
        </p:txBody>
      </p:sp>
      <p:sp>
        <p:nvSpPr>
          <p:cNvPr id="4" name="Slide Number Placeholder 3">
            <a:extLst>
              <a:ext uri="{FF2B5EF4-FFF2-40B4-BE49-F238E27FC236}">
                <a16:creationId xmlns:a16="http://schemas.microsoft.com/office/drawing/2014/main" id="{63CAB23E-AB85-CA40-9AC5-B3B17CB4988C}"/>
              </a:ext>
            </a:extLst>
          </p:cNvPr>
          <p:cNvSpPr>
            <a:spLocks noGrp="1"/>
          </p:cNvSpPr>
          <p:nvPr>
            <p:ph type="sldNum" sz="quarter" idx="10"/>
          </p:nvPr>
        </p:nvSpPr>
        <p:spPr/>
        <p:txBody>
          <a:bodyPr/>
          <a:lstStyle/>
          <a:p>
            <a:fld id="{7B3E355C-57B9-BC4B-95D8-406A1F834537}" type="slidenum">
              <a:rPr lang="en-US" altLang="en-US" smtClean="0"/>
              <a:pPr/>
              <a:t>5</a:t>
            </a:fld>
            <a:endParaRPr lang="en-US" altLang="en-US"/>
          </a:p>
        </p:txBody>
      </p:sp>
      <p:sp>
        <p:nvSpPr>
          <p:cNvPr id="5" name="Footer Placeholder 4">
            <a:extLst>
              <a:ext uri="{FF2B5EF4-FFF2-40B4-BE49-F238E27FC236}">
                <a16:creationId xmlns:a16="http://schemas.microsoft.com/office/drawing/2014/main" id="{86FF05C0-D7C7-42EE-F7D2-0DFFBACFB056}"/>
              </a:ext>
            </a:extLst>
          </p:cNvPr>
          <p:cNvSpPr>
            <a:spLocks noGrp="1"/>
          </p:cNvSpPr>
          <p:nvPr>
            <p:ph type="ftr" sz="quarter" idx="11"/>
          </p:nvPr>
        </p:nvSpPr>
        <p:spPr/>
        <p:txBody>
          <a:bodyPr/>
          <a:lstStyle/>
          <a:p>
            <a:pPr>
              <a:defRPr/>
            </a:pPr>
            <a:r>
              <a:rPr lang="en-US"/>
              <a:t>Borrorwing and Lending</a:t>
            </a:r>
            <a:endParaRPr lang="en-US" dirty="0"/>
          </a:p>
        </p:txBody>
      </p:sp>
    </p:spTree>
    <p:extLst>
      <p:ext uri="{BB962C8B-B14F-4D97-AF65-F5344CB8AC3E}">
        <p14:creationId xmlns:p14="http://schemas.microsoft.com/office/powerpoint/2010/main" val="4148262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CA4D0-B352-28DB-3560-072C8810B0C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F9DE122-E69D-7237-C04F-64C3BF19ADD3}"/>
              </a:ext>
            </a:extLst>
          </p:cNvPr>
          <p:cNvSpPr>
            <a:spLocks noGrp="1"/>
          </p:cNvSpPr>
          <p:nvPr>
            <p:ph idx="1"/>
          </p:nvPr>
        </p:nvSpPr>
        <p:spPr/>
        <p:txBody>
          <a:bodyPr>
            <a:normAutofit/>
          </a:bodyPr>
          <a:lstStyle/>
          <a:p>
            <a:r>
              <a:rPr lang="en-US" sz="3200" b="1" dirty="0"/>
              <a:t>Amy</a:t>
            </a:r>
            <a:r>
              <a:rPr lang="en-US" sz="3200" dirty="0"/>
              <a:t> borrows 100K and pays </a:t>
            </a:r>
            <a:r>
              <a:rPr lang="en-US" sz="3200" b="1" dirty="0"/>
              <a:t>10K of interest </a:t>
            </a:r>
            <a:r>
              <a:rPr lang="en-US" sz="3200" dirty="0"/>
              <a:t>to </a:t>
            </a:r>
            <a:r>
              <a:rPr lang="en-US" sz="3200" b="1" dirty="0"/>
              <a:t>Banker</a:t>
            </a:r>
          </a:p>
          <a:p>
            <a:pPr lvl="1"/>
            <a:r>
              <a:rPr lang="en-US" sz="2800" dirty="0"/>
              <a:t>Decrease in wealth under HS for Amy for interest paid?</a:t>
            </a:r>
          </a:p>
          <a:p>
            <a:pPr lvl="1"/>
            <a:r>
              <a:rPr lang="en-US" sz="2800" dirty="0"/>
              <a:t>Increase in wealth under HS for Banker for interest received?</a:t>
            </a:r>
          </a:p>
          <a:p>
            <a:pPr lvl="1"/>
            <a:endParaRPr lang="en-US" sz="2800" dirty="0"/>
          </a:p>
          <a:p>
            <a:r>
              <a:rPr lang="en-US" sz="2800" b="1" dirty="0"/>
              <a:t>Banker</a:t>
            </a:r>
            <a:r>
              <a:rPr lang="en-US" sz="2800" dirty="0"/>
              <a:t>: Gross income under </a:t>
            </a:r>
            <a:r>
              <a:rPr lang="en-US" sz="2800" dirty="0">
                <a:latin typeface="Calibri" panose="020F0502020204030204" pitchFamily="34" charset="0"/>
                <a:cs typeface="Calibri" panose="020F0502020204030204" pitchFamily="34" charset="0"/>
              </a:rPr>
              <a:t>§61(a)(4) </a:t>
            </a:r>
          </a:p>
          <a:p>
            <a:endParaRPr lang="en-US" sz="2800" dirty="0">
              <a:latin typeface="Calibri" panose="020F0502020204030204" pitchFamily="34" charset="0"/>
              <a:cs typeface="Calibri" panose="020F0502020204030204" pitchFamily="34" charset="0"/>
            </a:endParaRPr>
          </a:p>
          <a:p>
            <a:r>
              <a:rPr lang="en-US" sz="2800" b="1" dirty="0"/>
              <a:t>Amy</a:t>
            </a:r>
            <a:r>
              <a:rPr lang="en-US" sz="2800" dirty="0"/>
              <a:t>: Possibly deductible under </a:t>
            </a:r>
            <a:r>
              <a:rPr lang="en-US" sz="2800" dirty="0">
                <a:latin typeface="Calibri" panose="020F0502020204030204" pitchFamily="34" charset="0"/>
                <a:cs typeface="Calibri" panose="020F0502020204030204" pitchFamily="34" charset="0"/>
              </a:rPr>
              <a:t>§163 if it constitutes business interest, investment interest, qualified residence interest, or qualified passenger vehicle loan interest (OBBBA), all subject to certain limitations.</a:t>
            </a:r>
            <a:endParaRPr lang="en-US" sz="2800" dirty="0"/>
          </a:p>
          <a:p>
            <a:endParaRPr lang="en-US" sz="2800" dirty="0"/>
          </a:p>
          <a:p>
            <a:pPr marL="228600" lvl="1" indent="0">
              <a:buNone/>
            </a:pPr>
            <a:endParaRPr lang="en-US" sz="2400" dirty="0"/>
          </a:p>
        </p:txBody>
      </p:sp>
      <p:sp>
        <p:nvSpPr>
          <p:cNvPr id="3" name="Title 2">
            <a:extLst>
              <a:ext uri="{FF2B5EF4-FFF2-40B4-BE49-F238E27FC236}">
                <a16:creationId xmlns:a16="http://schemas.microsoft.com/office/drawing/2014/main" id="{198D88C6-B0A9-0F34-633C-DD4E93E88A30}"/>
              </a:ext>
            </a:extLst>
          </p:cNvPr>
          <p:cNvSpPr>
            <a:spLocks noGrp="1"/>
          </p:cNvSpPr>
          <p:nvPr>
            <p:ph type="title"/>
          </p:nvPr>
        </p:nvSpPr>
        <p:spPr/>
        <p:txBody>
          <a:bodyPr/>
          <a:lstStyle/>
          <a:p>
            <a:r>
              <a:rPr lang="en-US" dirty="0"/>
              <a:t>Debt Basics	</a:t>
            </a:r>
          </a:p>
        </p:txBody>
      </p:sp>
      <p:sp>
        <p:nvSpPr>
          <p:cNvPr id="4" name="Slide Number Placeholder 3">
            <a:extLst>
              <a:ext uri="{FF2B5EF4-FFF2-40B4-BE49-F238E27FC236}">
                <a16:creationId xmlns:a16="http://schemas.microsoft.com/office/drawing/2014/main" id="{95D123E1-6395-0CEE-DBC7-90FBCB8369F0}"/>
              </a:ext>
            </a:extLst>
          </p:cNvPr>
          <p:cNvSpPr>
            <a:spLocks noGrp="1"/>
          </p:cNvSpPr>
          <p:nvPr>
            <p:ph type="sldNum" sz="quarter" idx="10"/>
          </p:nvPr>
        </p:nvSpPr>
        <p:spPr/>
        <p:txBody>
          <a:bodyPr/>
          <a:lstStyle/>
          <a:p>
            <a:fld id="{7B3E355C-57B9-BC4B-95D8-406A1F834537}" type="slidenum">
              <a:rPr lang="en-US" altLang="en-US" smtClean="0"/>
              <a:pPr/>
              <a:t>6</a:t>
            </a:fld>
            <a:endParaRPr lang="en-US" altLang="en-US"/>
          </a:p>
        </p:txBody>
      </p:sp>
      <p:sp>
        <p:nvSpPr>
          <p:cNvPr id="5" name="Footer Placeholder 4">
            <a:extLst>
              <a:ext uri="{FF2B5EF4-FFF2-40B4-BE49-F238E27FC236}">
                <a16:creationId xmlns:a16="http://schemas.microsoft.com/office/drawing/2014/main" id="{6FC348F0-B431-D783-1D28-CF6B6ED6EC7F}"/>
              </a:ext>
            </a:extLst>
          </p:cNvPr>
          <p:cNvSpPr>
            <a:spLocks noGrp="1"/>
          </p:cNvSpPr>
          <p:nvPr>
            <p:ph type="ftr" sz="quarter" idx="11"/>
          </p:nvPr>
        </p:nvSpPr>
        <p:spPr/>
        <p:txBody>
          <a:bodyPr/>
          <a:lstStyle/>
          <a:p>
            <a:pPr>
              <a:defRPr/>
            </a:pPr>
            <a:r>
              <a:rPr lang="en-US"/>
              <a:t>Borrorwing and Lending</a:t>
            </a:r>
            <a:endParaRPr lang="en-US" dirty="0"/>
          </a:p>
        </p:txBody>
      </p:sp>
    </p:spTree>
    <p:extLst>
      <p:ext uri="{BB962C8B-B14F-4D97-AF65-F5344CB8AC3E}">
        <p14:creationId xmlns:p14="http://schemas.microsoft.com/office/powerpoint/2010/main" val="3666680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B0F41-796F-91AC-F689-0339844DC57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84F89E6-B7F4-16CE-C31A-D92BB6BB93AD}"/>
              </a:ext>
            </a:extLst>
          </p:cNvPr>
          <p:cNvSpPr>
            <a:spLocks noGrp="1"/>
          </p:cNvSpPr>
          <p:nvPr>
            <p:ph idx="1"/>
          </p:nvPr>
        </p:nvSpPr>
        <p:spPr/>
        <p:txBody>
          <a:bodyPr>
            <a:normAutofit/>
          </a:bodyPr>
          <a:lstStyle/>
          <a:p>
            <a:r>
              <a:rPr lang="en-US" sz="3200" b="1" dirty="0"/>
              <a:t>Future Value: </a:t>
            </a:r>
            <a:r>
              <a:rPr lang="en-US" sz="3200" dirty="0"/>
              <a:t>an</a:t>
            </a:r>
            <a:r>
              <a:rPr lang="en-US" sz="3200" b="1" dirty="0"/>
              <a:t> </a:t>
            </a:r>
            <a:r>
              <a:rPr lang="en-US" sz="3200" dirty="0"/>
              <a:t>amount that represents how much an investment made today will grow to in the future over a certain period at a certain rate.</a:t>
            </a:r>
          </a:p>
          <a:p>
            <a:pPr lvl="1"/>
            <a:r>
              <a:rPr lang="en-US" sz="2800" dirty="0"/>
              <a:t>Example:  The future value of 100K invested for one year at 10% is 110K.</a:t>
            </a:r>
          </a:p>
          <a:p>
            <a:pPr lvl="1"/>
            <a:r>
              <a:rPr lang="en-US" sz="2800" dirty="0"/>
              <a:t>FV = Invest * (1 + rate)</a:t>
            </a:r>
            <a:r>
              <a:rPr lang="en-US" sz="2800" baseline="30000" dirty="0"/>
              <a:t>T</a:t>
            </a:r>
            <a:r>
              <a:rPr lang="en-US" sz="2800" dirty="0"/>
              <a:t>, where T is the number of periods in the future. </a:t>
            </a:r>
          </a:p>
          <a:p>
            <a:pPr lvl="1"/>
            <a:endParaRPr lang="en-US" sz="2600" dirty="0"/>
          </a:p>
          <a:p>
            <a:r>
              <a:rPr lang="en-US" sz="3200" b="1" dirty="0"/>
              <a:t>Present Value: </a:t>
            </a:r>
            <a:r>
              <a:rPr lang="en-US" sz="3200" dirty="0"/>
              <a:t>the current value today of an amount to be received in the future discounted at a certain rate.</a:t>
            </a:r>
          </a:p>
          <a:p>
            <a:pPr lvl="1"/>
            <a:r>
              <a:rPr lang="en-US" sz="2800" dirty="0"/>
              <a:t>Example:  The PV of 110K to be received one year from now invested for one year at 10% is 110K.</a:t>
            </a:r>
          </a:p>
          <a:p>
            <a:pPr lvl="1"/>
            <a:r>
              <a:rPr lang="en-US" sz="2800" dirty="0"/>
              <a:t>PV = FV / (1 + rate)</a:t>
            </a:r>
            <a:r>
              <a:rPr lang="en-US" sz="2800" baseline="30000" dirty="0"/>
              <a:t> T</a:t>
            </a:r>
            <a:endParaRPr lang="en-US" sz="2800" dirty="0"/>
          </a:p>
          <a:p>
            <a:endParaRPr lang="en-US" sz="2800" dirty="0"/>
          </a:p>
          <a:p>
            <a:endParaRPr lang="en-US" sz="2800" dirty="0"/>
          </a:p>
          <a:p>
            <a:pPr marL="228600" lvl="1" indent="0">
              <a:buNone/>
            </a:pPr>
            <a:endParaRPr lang="en-US" sz="2400" dirty="0"/>
          </a:p>
        </p:txBody>
      </p:sp>
      <p:sp>
        <p:nvSpPr>
          <p:cNvPr id="3" name="Title 2">
            <a:extLst>
              <a:ext uri="{FF2B5EF4-FFF2-40B4-BE49-F238E27FC236}">
                <a16:creationId xmlns:a16="http://schemas.microsoft.com/office/drawing/2014/main" id="{48E7A7E9-065F-BF4C-B5A7-987E0815AB81}"/>
              </a:ext>
            </a:extLst>
          </p:cNvPr>
          <p:cNvSpPr>
            <a:spLocks noGrp="1"/>
          </p:cNvSpPr>
          <p:nvPr>
            <p:ph type="title"/>
          </p:nvPr>
        </p:nvSpPr>
        <p:spPr/>
        <p:txBody>
          <a:bodyPr/>
          <a:lstStyle/>
          <a:p>
            <a:r>
              <a:rPr lang="en-US" dirty="0"/>
              <a:t>Debt Basics: Present Value and Future Value	</a:t>
            </a:r>
          </a:p>
        </p:txBody>
      </p:sp>
      <p:sp>
        <p:nvSpPr>
          <p:cNvPr id="4" name="Slide Number Placeholder 3">
            <a:extLst>
              <a:ext uri="{FF2B5EF4-FFF2-40B4-BE49-F238E27FC236}">
                <a16:creationId xmlns:a16="http://schemas.microsoft.com/office/drawing/2014/main" id="{E0BE0541-992D-B6D6-C0DA-CBC19CB1FA1D}"/>
              </a:ext>
            </a:extLst>
          </p:cNvPr>
          <p:cNvSpPr>
            <a:spLocks noGrp="1"/>
          </p:cNvSpPr>
          <p:nvPr>
            <p:ph type="sldNum" sz="quarter" idx="10"/>
          </p:nvPr>
        </p:nvSpPr>
        <p:spPr/>
        <p:txBody>
          <a:bodyPr/>
          <a:lstStyle/>
          <a:p>
            <a:fld id="{7B3E355C-57B9-BC4B-95D8-406A1F834537}" type="slidenum">
              <a:rPr lang="en-US" altLang="en-US" smtClean="0"/>
              <a:pPr/>
              <a:t>7</a:t>
            </a:fld>
            <a:endParaRPr lang="en-US" altLang="en-US"/>
          </a:p>
        </p:txBody>
      </p:sp>
      <p:sp>
        <p:nvSpPr>
          <p:cNvPr id="5" name="Footer Placeholder 4">
            <a:extLst>
              <a:ext uri="{FF2B5EF4-FFF2-40B4-BE49-F238E27FC236}">
                <a16:creationId xmlns:a16="http://schemas.microsoft.com/office/drawing/2014/main" id="{88155339-7B64-A10C-4301-ADFEF4EF270A}"/>
              </a:ext>
            </a:extLst>
          </p:cNvPr>
          <p:cNvSpPr>
            <a:spLocks noGrp="1"/>
          </p:cNvSpPr>
          <p:nvPr>
            <p:ph type="ftr" sz="quarter" idx="11"/>
          </p:nvPr>
        </p:nvSpPr>
        <p:spPr/>
        <p:txBody>
          <a:bodyPr/>
          <a:lstStyle/>
          <a:p>
            <a:pPr>
              <a:defRPr/>
            </a:pPr>
            <a:r>
              <a:rPr lang="en-US"/>
              <a:t>Borrorwing and Lending</a:t>
            </a:r>
            <a:endParaRPr lang="en-US" dirty="0"/>
          </a:p>
        </p:txBody>
      </p:sp>
    </p:spTree>
    <p:extLst>
      <p:ext uri="{BB962C8B-B14F-4D97-AF65-F5344CB8AC3E}">
        <p14:creationId xmlns:p14="http://schemas.microsoft.com/office/powerpoint/2010/main" val="1032593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A99F7-58F9-393E-2478-C6924C32151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588BE44-A0C0-760F-8BED-835F736358DD}"/>
              </a:ext>
            </a:extLst>
          </p:cNvPr>
          <p:cNvSpPr>
            <a:spLocks noGrp="1"/>
          </p:cNvSpPr>
          <p:nvPr>
            <p:ph idx="1"/>
          </p:nvPr>
        </p:nvSpPr>
        <p:spPr/>
        <p:txBody>
          <a:bodyPr>
            <a:normAutofit lnSpcReduction="10000"/>
          </a:bodyPr>
          <a:lstStyle/>
          <a:p>
            <a:r>
              <a:rPr lang="en-US" sz="3600" dirty="0"/>
              <a:t>Bank makes a 1-year loan to Amy of 100K.  In one year, she’ll have to repay 110K, the original 100K plus interest of 10K.</a:t>
            </a:r>
          </a:p>
          <a:p>
            <a:r>
              <a:rPr lang="en-US" sz="3600" dirty="0"/>
              <a:t>Should Amy be able to exclude the entire 100K under the borrowing exception?</a:t>
            </a:r>
          </a:p>
          <a:p>
            <a:r>
              <a:rPr lang="en-US" sz="3600" dirty="0"/>
              <a:t>What is the PV the loan if the discount rate is 10%?</a:t>
            </a:r>
          </a:p>
          <a:p>
            <a:pPr lvl="1"/>
            <a:r>
              <a:rPr lang="en-US" sz="3200" dirty="0"/>
              <a:t>PV = FV / (1 + rate) T</a:t>
            </a:r>
          </a:p>
          <a:p>
            <a:pPr lvl="1"/>
            <a:r>
              <a:rPr lang="en-US" sz="3200" dirty="0"/>
              <a:t>100K = 110K / (1 + 10%)</a:t>
            </a:r>
            <a:r>
              <a:rPr lang="en-US" sz="3200" baseline="30000" dirty="0"/>
              <a:t> 1</a:t>
            </a:r>
          </a:p>
          <a:p>
            <a:r>
              <a:rPr lang="en-US" sz="3200" dirty="0"/>
              <a:t>Does Amy have an accession to wealth when she receives the 100K in PV terms?</a:t>
            </a:r>
          </a:p>
          <a:p>
            <a:endParaRPr lang="en-US" sz="2800" dirty="0"/>
          </a:p>
          <a:p>
            <a:pPr marL="228600" lvl="1" indent="0">
              <a:buNone/>
            </a:pPr>
            <a:endParaRPr lang="en-US" sz="2400" dirty="0"/>
          </a:p>
        </p:txBody>
      </p:sp>
      <p:sp>
        <p:nvSpPr>
          <p:cNvPr id="3" name="Title 2">
            <a:extLst>
              <a:ext uri="{FF2B5EF4-FFF2-40B4-BE49-F238E27FC236}">
                <a16:creationId xmlns:a16="http://schemas.microsoft.com/office/drawing/2014/main" id="{7C7CD1F9-005A-AF66-89F5-417C52CCC58E}"/>
              </a:ext>
            </a:extLst>
          </p:cNvPr>
          <p:cNvSpPr>
            <a:spLocks noGrp="1"/>
          </p:cNvSpPr>
          <p:nvPr>
            <p:ph type="title"/>
          </p:nvPr>
        </p:nvSpPr>
        <p:spPr/>
        <p:txBody>
          <a:bodyPr/>
          <a:lstStyle/>
          <a:p>
            <a:r>
              <a:rPr lang="en-US" dirty="0"/>
              <a:t>Debt Basics: Using the Loan Exclusion to Play Games	</a:t>
            </a:r>
          </a:p>
        </p:txBody>
      </p:sp>
      <p:sp>
        <p:nvSpPr>
          <p:cNvPr id="4" name="Slide Number Placeholder 3">
            <a:extLst>
              <a:ext uri="{FF2B5EF4-FFF2-40B4-BE49-F238E27FC236}">
                <a16:creationId xmlns:a16="http://schemas.microsoft.com/office/drawing/2014/main" id="{E597D566-E5F3-8F64-35B0-67C1B9166E76}"/>
              </a:ext>
            </a:extLst>
          </p:cNvPr>
          <p:cNvSpPr>
            <a:spLocks noGrp="1"/>
          </p:cNvSpPr>
          <p:nvPr>
            <p:ph type="sldNum" sz="quarter" idx="10"/>
          </p:nvPr>
        </p:nvSpPr>
        <p:spPr/>
        <p:txBody>
          <a:bodyPr/>
          <a:lstStyle/>
          <a:p>
            <a:fld id="{7B3E355C-57B9-BC4B-95D8-406A1F834537}" type="slidenum">
              <a:rPr lang="en-US" altLang="en-US" smtClean="0"/>
              <a:pPr/>
              <a:t>8</a:t>
            </a:fld>
            <a:endParaRPr lang="en-US" altLang="en-US"/>
          </a:p>
        </p:txBody>
      </p:sp>
      <p:sp>
        <p:nvSpPr>
          <p:cNvPr id="5" name="Footer Placeholder 4">
            <a:extLst>
              <a:ext uri="{FF2B5EF4-FFF2-40B4-BE49-F238E27FC236}">
                <a16:creationId xmlns:a16="http://schemas.microsoft.com/office/drawing/2014/main" id="{C718E0B4-59C7-1D3F-51D6-64A6F47C17F4}"/>
              </a:ext>
            </a:extLst>
          </p:cNvPr>
          <p:cNvSpPr>
            <a:spLocks noGrp="1"/>
          </p:cNvSpPr>
          <p:nvPr>
            <p:ph type="ftr" sz="quarter" idx="11"/>
          </p:nvPr>
        </p:nvSpPr>
        <p:spPr/>
        <p:txBody>
          <a:bodyPr/>
          <a:lstStyle/>
          <a:p>
            <a:pPr>
              <a:defRPr/>
            </a:pPr>
            <a:r>
              <a:rPr lang="en-US"/>
              <a:t>Borrorwing and Lending</a:t>
            </a:r>
            <a:endParaRPr lang="en-US" dirty="0"/>
          </a:p>
        </p:txBody>
      </p:sp>
    </p:spTree>
    <p:extLst>
      <p:ext uri="{BB962C8B-B14F-4D97-AF65-F5344CB8AC3E}">
        <p14:creationId xmlns:p14="http://schemas.microsoft.com/office/powerpoint/2010/main" val="399775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84DE2-62F2-6724-871C-7FEBFC754EB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66343AE-C48D-06E4-7BD4-B3B03AB3B9ED}"/>
              </a:ext>
            </a:extLst>
          </p:cNvPr>
          <p:cNvSpPr>
            <a:spLocks noGrp="1"/>
          </p:cNvSpPr>
          <p:nvPr>
            <p:ph idx="1"/>
          </p:nvPr>
        </p:nvSpPr>
        <p:spPr/>
        <p:txBody>
          <a:bodyPr>
            <a:normAutofit/>
          </a:bodyPr>
          <a:lstStyle/>
          <a:p>
            <a:r>
              <a:rPr lang="en-US" sz="3200" dirty="0"/>
              <a:t>Corp makes a 5-year, </a:t>
            </a:r>
            <a:r>
              <a:rPr lang="en-US" sz="3200" b="1" dirty="0"/>
              <a:t>no-interest</a:t>
            </a:r>
            <a:r>
              <a:rPr lang="en-US" sz="3200" dirty="0"/>
              <a:t> loan to its CEO of 100K.</a:t>
            </a:r>
          </a:p>
          <a:p>
            <a:pPr lvl="1"/>
            <a:r>
              <a:rPr lang="en-US" sz="3000" dirty="0"/>
              <a:t>Should CEO be able to exclude the entire 100K under the borrowing exception?</a:t>
            </a:r>
          </a:p>
          <a:p>
            <a:pPr lvl="1"/>
            <a:r>
              <a:rPr lang="en-US" sz="3000" dirty="0"/>
              <a:t>What is the PV the loan if the discount rate is 10%?</a:t>
            </a:r>
          </a:p>
          <a:p>
            <a:pPr lvl="2"/>
            <a:r>
              <a:rPr lang="en-US" sz="3200" dirty="0"/>
              <a:t>PV = FV / (1 + rate)</a:t>
            </a:r>
            <a:r>
              <a:rPr lang="en-US" sz="3200" baseline="30000" dirty="0"/>
              <a:t> T</a:t>
            </a:r>
            <a:endParaRPr lang="en-US" sz="3200" dirty="0"/>
          </a:p>
          <a:p>
            <a:pPr lvl="2"/>
            <a:r>
              <a:rPr lang="en-US" sz="3000" dirty="0"/>
              <a:t>62K = 100K / (1 + 10%)</a:t>
            </a:r>
            <a:r>
              <a:rPr lang="en-US" sz="2800" baseline="30000" dirty="0"/>
              <a:t> 5</a:t>
            </a:r>
          </a:p>
          <a:p>
            <a:pPr lvl="1"/>
            <a:r>
              <a:rPr lang="en-US" sz="2800" dirty="0"/>
              <a:t>How should the remaining 38K be classified?</a:t>
            </a:r>
          </a:p>
          <a:p>
            <a:pPr lvl="1"/>
            <a:endParaRPr lang="en-US" sz="2800" dirty="0"/>
          </a:p>
          <a:p>
            <a:r>
              <a:rPr lang="en-US" sz="3000" dirty="0"/>
              <a:t>Mom makes a no-interest loan to daughter of 200K.  Mom’s MTR is 37% and daughter’s is 10%.  Mom can request repayment at any time.</a:t>
            </a:r>
          </a:p>
          <a:p>
            <a:endParaRPr lang="en-US" sz="3000" dirty="0"/>
          </a:p>
        </p:txBody>
      </p:sp>
      <p:sp>
        <p:nvSpPr>
          <p:cNvPr id="3" name="Title 2">
            <a:extLst>
              <a:ext uri="{FF2B5EF4-FFF2-40B4-BE49-F238E27FC236}">
                <a16:creationId xmlns:a16="http://schemas.microsoft.com/office/drawing/2014/main" id="{A9B99645-9949-4705-06B8-B21523992553}"/>
              </a:ext>
            </a:extLst>
          </p:cNvPr>
          <p:cNvSpPr>
            <a:spLocks noGrp="1"/>
          </p:cNvSpPr>
          <p:nvPr>
            <p:ph type="title"/>
          </p:nvPr>
        </p:nvSpPr>
        <p:spPr/>
        <p:txBody>
          <a:bodyPr/>
          <a:lstStyle/>
          <a:p>
            <a:r>
              <a:rPr lang="en-US" dirty="0"/>
              <a:t>Debt Basics: Using the Loan Exclusion to Play Some No-Interest Games	</a:t>
            </a:r>
          </a:p>
        </p:txBody>
      </p:sp>
      <p:sp>
        <p:nvSpPr>
          <p:cNvPr id="4" name="Slide Number Placeholder 3">
            <a:extLst>
              <a:ext uri="{FF2B5EF4-FFF2-40B4-BE49-F238E27FC236}">
                <a16:creationId xmlns:a16="http://schemas.microsoft.com/office/drawing/2014/main" id="{6DDEAD7B-61AE-07F5-DBC4-914024399AF1}"/>
              </a:ext>
            </a:extLst>
          </p:cNvPr>
          <p:cNvSpPr>
            <a:spLocks noGrp="1"/>
          </p:cNvSpPr>
          <p:nvPr>
            <p:ph type="sldNum" sz="quarter" idx="10"/>
          </p:nvPr>
        </p:nvSpPr>
        <p:spPr/>
        <p:txBody>
          <a:bodyPr/>
          <a:lstStyle/>
          <a:p>
            <a:fld id="{7B3E355C-57B9-BC4B-95D8-406A1F834537}" type="slidenum">
              <a:rPr lang="en-US" altLang="en-US" smtClean="0"/>
              <a:pPr/>
              <a:t>9</a:t>
            </a:fld>
            <a:endParaRPr lang="en-US" altLang="en-US"/>
          </a:p>
        </p:txBody>
      </p:sp>
      <p:sp>
        <p:nvSpPr>
          <p:cNvPr id="5" name="Footer Placeholder 4">
            <a:extLst>
              <a:ext uri="{FF2B5EF4-FFF2-40B4-BE49-F238E27FC236}">
                <a16:creationId xmlns:a16="http://schemas.microsoft.com/office/drawing/2014/main" id="{04598B94-8406-C56D-87BE-A805C5AFBB9E}"/>
              </a:ext>
            </a:extLst>
          </p:cNvPr>
          <p:cNvSpPr>
            <a:spLocks noGrp="1"/>
          </p:cNvSpPr>
          <p:nvPr>
            <p:ph type="ftr" sz="quarter" idx="11"/>
          </p:nvPr>
        </p:nvSpPr>
        <p:spPr/>
        <p:txBody>
          <a:bodyPr/>
          <a:lstStyle/>
          <a:p>
            <a:pPr>
              <a:defRPr/>
            </a:pPr>
            <a:r>
              <a:rPr lang="en-US"/>
              <a:t>Borrorwing and Lending</a:t>
            </a:r>
            <a:endParaRPr lang="en-US" dirty="0"/>
          </a:p>
        </p:txBody>
      </p:sp>
    </p:spTree>
    <p:extLst>
      <p:ext uri="{BB962C8B-B14F-4D97-AF65-F5344CB8AC3E}">
        <p14:creationId xmlns:p14="http://schemas.microsoft.com/office/powerpoint/2010/main" val="321619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A40144-BEAF-10F6-DC1F-F20774F2A481}"/>
              </a:ext>
            </a:extLst>
          </p:cNvPr>
          <p:cNvSpPr>
            <a:spLocks noGrp="1"/>
          </p:cNvSpPr>
          <p:nvPr>
            <p:ph type="title"/>
          </p:nvPr>
        </p:nvSpPr>
        <p:spPr/>
        <p:txBody>
          <a:bodyPr/>
          <a:lstStyle/>
          <a:p>
            <a:r>
              <a:rPr lang="en-US" dirty="0"/>
              <a:t>Section 7872</a:t>
            </a:r>
          </a:p>
        </p:txBody>
      </p:sp>
      <p:sp>
        <p:nvSpPr>
          <p:cNvPr id="4" name="Slide Number Placeholder 3">
            <a:extLst>
              <a:ext uri="{FF2B5EF4-FFF2-40B4-BE49-F238E27FC236}">
                <a16:creationId xmlns:a16="http://schemas.microsoft.com/office/drawing/2014/main" id="{A31265E3-DF16-4250-F569-4EB3E5B5CFBB}"/>
              </a:ext>
            </a:extLst>
          </p:cNvPr>
          <p:cNvSpPr>
            <a:spLocks noGrp="1"/>
          </p:cNvSpPr>
          <p:nvPr>
            <p:ph type="sldNum" sz="quarter" idx="10"/>
          </p:nvPr>
        </p:nvSpPr>
        <p:spPr/>
        <p:txBody>
          <a:bodyPr/>
          <a:lstStyle/>
          <a:p>
            <a:fld id="{7B3E355C-57B9-BC4B-95D8-406A1F834537}" type="slidenum">
              <a:rPr lang="en-US" altLang="en-US" smtClean="0"/>
              <a:pPr/>
              <a:t>10</a:t>
            </a:fld>
            <a:endParaRPr lang="en-US" altLang="en-US"/>
          </a:p>
        </p:txBody>
      </p:sp>
      <p:sp>
        <p:nvSpPr>
          <p:cNvPr id="5" name="Footer Placeholder 4">
            <a:extLst>
              <a:ext uri="{FF2B5EF4-FFF2-40B4-BE49-F238E27FC236}">
                <a16:creationId xmlns:a16="http://schemas.microsoft.com/office/drawing/2014/main" id="{9CC02296-7134-7D43-044C-8A3BF5EEC6C7}"/>
              </a:ext>
            </a:extLst>
          </p:cNvPr>
          <p:cNvSpPr>
            <a:spLocks noGrp="1"/>
          </p:cNvSpPr>
          <p:nvPr>
            <p:ph type="ftr" sz="quarter" idx="11"/>
          </p:nvPr>
        </p:nvSpPr>
        <p:spPr/>
        <p:txBody>
          <a:bodyPr/>
          <a:lstStyle/>
          <a:p>
            <a:pPr>
              <a:defRPr/>
            </a:pPr>
            <a:r>
              <a:rPr lang="en-US"/>
              <a:t>Borrorwing and Lending</a:t>
            </a:r>
            <a:endParaRPr lang="en-US" dirty="0"/>
          </a:p>
        </p:txBody>
      </p:sp>
      <p:pic>
        <p:nvPicPr>
          <p:cNvPr id="7" name="Picture 6" descr="A close-up of a document&#10;&#10;AI-generated content may be incorrect.">
            <a:extLst>
              <a:ext uri="{FF2B5EF4-FFF2-40B4-BE49-F238E27FC236}">
                <a16:creationId xmlns:a16="http://schemas.microsoft.com/office/drawing/2014/main" id="{6B57E2B8-4763-C771-7B0C-A98B6C037B60}"/>
              </a:ext>
            </a:extLst>
          </p:cNvPr>
          <p:cNvPicPr>
            <a:picLocks noChangeAspect="1"/>
          </p:cNvPicPr>
          <p:nvPr/>
        </p:nvPicPr>
        <p:blipFill>
          <a:blip r:embed="rId2"/>
          <a:stretch>
            <a:fillRect/>
          </a:stretch>
        </p:blipFill>
        <p:spPr>
          <a:xfrm>
            <a:off x="1928273" y="792499"/>
            <a:ext cx="8677072" cy="2032000"/>
          </a:xfrm>
          <a:prstGeom prst="rect">
            <a:avLst/>
          </a:prstGeom>
        </p:spPr>
      </p:pic>
      <p:cxnSp>
        <p:nvCxnSpPr>
          <p:cNvPr id="11" name="Straight Connector 10">
            <a:extLst>
              <a:ext uri="{FF2B5EF4-FFF2-40B4-BE49-F238E27FC236}">
                <a16:creationId xmlns:a16="http://schemas.microsoft.com/office/drawing/2014/main" id="{E50D6F86-1ADE-1FCB-0E6E-77AD9D82FB4E}"/>
              </a:ext>
            </a:extLst>
          </p:cNvPr>
          <p:cNvCxnSpPr/>
          <p:nvPr/>
        </p:nvCxnSpPr>
        <p:spPr>
          <a:xfrm>
            <a:off x="8185555" y="1960899"/>
            <a:ext cx="1378226"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5D7E6D3-2587-4548-40B0-9CF751B982A5}"/>
              </a:ext>
            </a:extLst>
          </p:cNvPr>
          <p:cNvCxnSpPr>
            <a:cxnSpLocks/>
          </p:cNvCxnSpPr>
          <p:nvPr/>
        </p:nvCxnSpPr>
        <p:spPr>
          <a:xfrm>
            <a:off x="5696155" y="2174907"/>
            <a:ext cx="2330245" cy="0"/>
          </a:xfrm>
          <a:prstGeom prst="line">
            <a:avLst/>
          </a:prstGeom>
          <a:ln w="25400"/>
        </p:spPr>
        <p:style>
          <a:lnRef idx="1">
            <a:schemeClr val="accent1"/>
          </a:lnRef>
          <a:fillRef idx="0">
            <a:schemeClr val="accent1"/>
          </a:fillRef>
          <a:effectRef idx="0">
            <a:schemeClr val="accent1"/>
          </a:effectRef>
          <a:fontRef idx="minor">
            <a:schemeClr val="tx1"/>
          </a:fontRef>
        </p:style>
      </p:cxnSp>
      <p:pic>
        <p:nvPicPr>
          <p:cNvPr id="16" name="Picture 15" descr="A document with text on it&#10;&#10;AI-generated content may be incorrect.">
            <a:extLst>
              <a:ext uri="{FF2B5EF4-FFF2-40B4-BE49-F238E27FC236}">
                <a16:creationId xmlns:a16="http://schemas.microsoft.com/office/drawing/2014/main" id="{7974F9A5-BA4D-01E3-9F53-FC77297154CE}"/>
              </a:ext>
            </a:extLst>
          </p:cNvPr>
          <p:cNvPicPr>
            <a:picLocks noChangeAspect="1"/>
          </p:cNvPicPr>
          <p:nvPr/>
        </p:nvPicPr>
        <p:blipFill>
          <a:blip r:embed="rId3"/>
          <a:stretch>
            <a:fillRect/>
          </a:stretch>
        </p:blipFill>
        <p:spPr>
          <a:xfrm>
            <a:off x="1928273" y="2996591"/>
            <a:ext cx="8001675" cy="3162300"/>
          </a:xfrm>
          <a:prstGeom prst="rect">
            <a:avLst/>
          </a:prstGeom>
        </p:spPr>
      </p:pic>
      <p:cxnSp>
        <p:nvCxnSpPr>
          <p:cNvPr id="19" name="Straight Connector 18">
            <a:extLst>
              <a:ext uri="{FF2B5EF4-FFF2-40B4-BE49-F238E27FC236}">
                <a16:creationId xmlns:a16="http://schemas.microsoft.com/office/drawing/2014/main" id="{2E9496D6-CA4F-36CB-9FD9-7ACB011F2DF3}"/>
              </a:ext>
            </a:extLst>
          </p:cNvPr>
          <p:cNvCxnSpPr/>
          <p:nvPr/>
        </p:nvCxnSpPr>
        <p:spPr>
          <a:xfrm>
            <a:off x="8428107" y="2174907"/>
            <a:ext cx="1378226"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93573F1-3043-040C-39DA-BBA8E7D188C0}"/>
              </a:ext>
            </a:extLst>
          </p:cNvPr>
          <p:cNvCxnSpPr>
            <a:cxnSpLocks/>
          </p:cNvCxnSpPr>
          <p:nvPr/>
        </p:nvCxnSpPr>
        <p:spPr>
          <a:xfrm>
            <a:off x="2653048" y="2174907"/>
            <a:ext cx="1622738"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3602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AC8433-147B-2F25-5FFF-BD163B28CB91}"/>
              </a:ext>
            </a:extLst>
          </p:cNvPr>
          <p:cNvSpPr>
            <a:spLocks noGrp="1"/>
          </p:cNvSpPr>
          <p:nvPr>
            <p:ph type="title"/>
          </p:nvPr>
        </p:nvSpPr>
        <p:spPr/>
        <p:txBody>
          <a:bodyPr/>
          <a:lstStyle/>
          <a:p>
            <a:r>
              <a:rPr lang="en-US" dirty="0"/>
              <a:t>Section 7872</a:t>
            </a:r>
          </a:p>
        </p:txBody>
      </p:sp>
      <p:sp>
        <p:nvSpPr>
          <p:cNvPr id="4" name="Slide Number Placeholder 3">
            <a:extLst>
              <a:ext uri="{FF2B5EF4-FFF2-40B4-BE49-F238E27FC236}">
                <a16:creationId xmlns:a16="http://schemas.microsoft.com/office/drawing/2014/main" id="{0ADDEE6E-2EBC-6B91-9DBE-330DCB247703}"/>
              </a:ext>
            </a:extLst>
          </p:cNvPr>
          <p:cNvSpPr>
            <a:spLocks noGrp="1"/>
          </p:cNvSpPr>
          <p:nvPr>
            <p:ph type="sldNum" sz="quarter" idx="10"/>
          </p:nvPr>
        </p:nvSpPr>
        <p:spPr/>
        <p:txBody>
          <a:bodyPr/>
          <a:lstStyle/>
          <a:p>
            <a:fld id="{7B3E355C-57B9-BC4B-95D8-406A1F834537}" type="slidenum">
              <a:rPr lang="en-US" altLang="en-US" smtClean="0"/>
              <a:pPr/>
              <a:t>11</a:t>
            </a:fld>
            <a:endParaRPr lang="en-US" altLang="en-US"/>
          </a:p>
        </p:txBody>
      </p:sp>
      <p:sp>
        <p:nvSpPr>
          <p:cNvPr id="5" name="Footer Placeholder 4">
            <a:extLst>
              <a:ext uri="{FF2B5EF4-FFF2-40B4-BE49-F238E27FC236}">
                <a16:creationId xmlns:a16="http://schemas.microsoft.com/office/drawing/2014/main" id="{B585EEED-6D90-3448-D08A-3D0A2A919A13}"/>
              </a:ext>
            </a:extLst>
          </p:cNvPr>
          <p:cNvSpPr>
            <a:spLocks noGrp="1"/>
          </p:cNvSpPr>
          <p:nvPr>
            <p:ph type="ftr" sz="quarter" idx="11"/>
          </p:nvPr>
        </p:nvSpPr>
        <p:spPr/>
        <p:txBody>
          <a:bodyPr/>
          <a:lstStyle/>
          <a:p>
            <a:pPr>
              <a:defRPr/>
            </a:pPr>
            <a:r>
              <a:rPr lang="en-US"/>
              <a:t>Borrorwing and Lending</a:t>
            </a:r>
            <a:endParaRPr lang="en-US" dirty="0"/>
          </a:p>
        </p:txBody>
      </p:sp>
      <p:pic>
        <p:nvPicPr>
          <p:cNvPr id="6" name="Picture 5" descr="A text on a white background&#10;&#10;AI-generated content may be incorrect.">
            <a:extLst>
              <a:ext uri="{FF2B5EF4-FFF2-40B4-BE49-F238E27FC236}">
                <a16:creationId xmlns:a16="http://schemas.microsoft.com/office/drawing/2014/main" id="{83BFE490-1049-0FB8-F6D5-2F704E93CAD6}"/>
              </a:ext>
            </a:extLst>
          </p:cNvPr>
          <p:cNvPicPr>
            <a:picLocks noChangeAspect="1"/>
          </p:cNvPicPr>
          <p:nvPr/>
        </p:nvPicPr>
        <p:blipFill>
          <a:blip r:embed="rId2"/>
          <a:stretch>
            <a:fillRect/>
          </a:stretch>
        </p:blipFill>
        <p:spPr>
          <a:xfrm>
            <a:off x="512064" y="1125016"/>
            <a:ext cx="5126736" cy="3774529"/>
          </a:xfrm>
          <a:prstGeom prst="rect">
            <a:avLst/>
          </a:prstGeom>
        </p:spPr>
      </p:pic>
      <p:pic>
        <p:nvPicPr>
          <p:cNvPr id="8" name="Picture 7" descr="A document with text and images&#10;&#10;AI-generated content may be incorrect.">
            <a:extLst>
              <a:ext uri="{FF2B5EF4-FFF2-40B4-BE49-F238E27FC236}">
                <a16:creationId xmlns:a16="http://schemas.microsoft.com/office/drawing/2014/main" id="{166E103F-503A-DC2B-E68B-1BD9A3A0A680}"/>
              </a:ext>
            </a:extLst>
          </p:cNvPr>
          <p:cNvPicPr>
            <a:picLocks noChangeAspect="1"/>
          </p:cNvPicPr>
          <p:nvPr/>
        </p:nvPicPr>
        <p:blipFill>
          <a:blip r:embed="rId3"/>
          <a:stretch>
            <a:fillRect/>
          </a:stretch>
        </p:blipFill>
        <p:spPr>
          <a:xfrm>
            <a:off x="6136105" y="689380"/>
            <a:ext cx="5543831" cy="5470787"/>
          </a:xfrm>
          <a:prstGeom prst="rect">
            <a:avLst/>
          </a:prstGeom>
        </p:spPr>
      </p:pic>
      <p:cxnSp>
        <p:nvCxnSpPr>
          <p:cNvPr id="10" name="Straight Connector 9">
            <a:extLst>
              <a:ext uri="{FF2B5EF4-FFF2-40B4-BE49-F238E27FC236}">
                <a16:creationId xmlns:a16="http://schemas.microsoft.com/office/drawing/2014/main" id="{0B9F16D3-68A9-14F0-12F8-2BE5C6AF2B3B}"/>
              </a:ext>
            </a:extLst>
          </p:cNvPr>
          <p:cNvCxnSpPr/>
          <p:nvPr/>
        </p:nvCxnSpPr>
        <p:spPr>
          <a:xfrm>
            <a:off x="5887453" y="689380"/>
            <a:ext cx="0" cy="5470787"/>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19497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DDDCA0-15B4-FD6C-885F-D51B4D69C5E4}"/>
              </a:ext>
            </a:extLst>
          </p:cNvPr>
          <p:cNvSpPr>
            <a:spLocks noGrp="1"/>
          </p:cNvSpPr>
          <p:nvPr>
            <p:ph idx="1"/>
          </p:nvPr>
        </p:nvSpPr>
        <p:spPr/>
        <p:txBody>
          <a:bodyPr>
            <a:normAutofit lnSpcReduction="10000"/>
          </a:bodyPr>
          <a:lstStyle/>
          <a:p>
            <a:r>
              <a:rPr lang="en-US" sz="3200" dirty="0"/>
              <a:t>Mom makes a no-interest loan to daughter of 200K.  Mom’s MTR is 37% and daughter’s is 10%.  Mom can request repayment at any time.</a:t>
            </a:r>
          </a:p>
          <a:p>
            <a:r>
              <a:rPr lang="en-US" sz="3200" dirty="0"/>
              <a:t>Is the loan subject to </a:t>
            </a:r>
            <a:r>
              <a:rPr lang="en-US" sz="3200" dirty="0">
                <a:effectLst/>
                <a:latin typeface="Calibri" panose="020F0502020204030204" pitchFamily="34" charset="0"/>
                <a:cs typeface="Calibri" panose="020F0502020204030204" pitchFamily="34" charset="0"/>
              </a:rPr>
              <a:t>§7872?</a:t>
            </a:r>
          </a:p>
          <a:p>
            <a:pPr lvl="1"/>
            <a:r>
              <a:rPr lang="en-US" sz="3200" dirty="0">
                <a:latin typeface="Calibri" panose="020F0502020204030204" pitchFamily="34" charset="0"/>
                <a:cs typeface="Calibri" panose="020F0502020204030204" pitchFamily="34" charset="0"/>
              </a:rPr>
              <a:t>Yes: It is a </a:t>
            </a:r>
            <a:r>
              <a:rPr lang="en-US" sz="3200" b="1" i="1" dirty="0">
                <a:latin typeface="Calibri" panose="020F0502020204030204" pitchFamily="34" charset="0"/>
                <a:cs typeface="Calibri" panose="020F0502020204030204" pitchFamily="34" charset="0"/>
              </a:rPr>
              <a:t>below market loan </a:t>
            </a:r>
            <a:r>
              <a:rPr lang="en-US" sz="3200" dirty="0">
                <a:latin typeface="Calibri" panose="020F0502020204030204" pitchFamily="34" charset="0"/>
                <a:cs typeface="Calibri" panose="020F0502020204030204" pitchFamily="34" charset="0"/>
              </a:rPr>
              <a:t>(</a:t>
            </a:r>
            <a:r>
              <a:rPr lang="en-US" sz="3200" dirty="0">
                <a:effectLst/>
                <a:latin typeface="Calibri" panose="020F0502020204030204" pitchFamily="34" charset="0"/>
                <a:cs typeface="Calibri" panose="020F0502020204030204" pitchFamily="34" charset="0"/>
              </a:rPr>
              <a:t>§7872(e)(1)—no interest is payable) that is a </a:t>
            </a:r>
            <a:r>
              <a:rPr lang="en-US" sz="3200" b="1" i="1" dirty="0">
                <a:latin typeface="Calibri" panose="020F0502020204030204" pitchFamily="34" charset="0"/>
                <a:cs typeface="Calibri" panose="020F0502020204030204" pitchFamily="34" charset="0"/>
              </a:rPr>
              <a:t>gift loan</a:t>
            </a:r>
            <a:r>
              <a:rPr lang="en-US" sz="3200" dirty="0">
                <a:latin typeface="Calibri" panose="020F0502020204030204" pitchFamily="34" charset="0"/>
                <a:cs typeface="Calibri" panose="020F0502020204030204" pitchFamily="34" charset="0"/>
              </a:rPr>
              <a:t>.  </a:t>
            </a:r>
            <a:r>
              <a:rPr lang="en-US" sz="3200" dirty="0">
                <a:effectLst/>
                <a:latin typeface="Calibri" panose="020F0502020204030204" pitchFamily="34" charset="0"/>
                <a:cs typeface="Calibri" panose="020F0502020204030204" pitchFamily="34" charset="0"/>
              </a:rPr>
              <a:t>§</a:t>
            </a:r>
            <a:r>
              <a:rPr lang="en-US" sz="3200" dirty="0">
                <a:latin typeface="Calibri" panose="020F0502020204030204" pitchFamily="34" charset="0"/>
                <a:cs typeface="Calibri" panose="020F0502020204030204" pitchFamily="34" charset="0"/>
              </a:rPr>
              <a:t>7872(f)(3) and (c)(1)(A).</a:t>
            </a:r>
          </a:p>
          <a:p>
            <a:r>
              <a:rPr lang="en-US" sz="3200" dirty="0">
                <a:effectLst/>
                <a:latin typeface="Calibri" panose="020F0502020204030204" pitchFamily="34" charset="0"/>
                <a:cs typeface="Calibri" panose="020F0502020204030204" pitchFamily="34" charset="0"/>
              </a:rPr>
              <a:t>What are the consequences?</a:t>
            </a:r>
          </a:p>
          <a:p>
            <a:pPr lvl="1"/>
            <a:r>
              <a:rPr lang="en-US" sz="3200" b="1" i="1" dirty="0">
                <a:latin typeface="Calibri" panose="020F0502020204030204" pitchFamily="34" charset="0"/>
                <a:cs typeface="Calibri" panose="020F0502020204030204" pitchFamily="34" charset="0"/>
              </a:rPr>
              <a:t>Foregone interest </a:t>
            </a:r>
            <a:r>
              <a:rPr lang="en-US" sz="3200" dirty="0">
                <a:latin typeface="Calibri" panose="020F0502020204030204" pitchFamily="34" charset="0"/>
                <a:cs typeface="Calibri" panose="020F0502020204030204" pitchFamily="34" charset="0"/>
              </a:rPr>
              <a:t>is treated as transferred from mom to daughter and daughter retransfers it as interest to mom on the last day of each year. </a:t>
            </a:r>
            <a:r>
              <a:rPr lang="en-US" sz="3200" dirty="0">
                <a:effectLst/>
                <a:latin typeface="Calibri" panose="020F0502020204030204" pitchFamily="34" charset="0"/>
                <a:cs typeface="Calibri" panose="020F0502020204030204" pitchFamily="34" charset="0"/>
              </a:rPr>
              <a:t>§7872(a)(1) and (2)</a:t>
            </a:r>
          </a:p>
          <a:p>
            <a:pPr lvl="1"/>
            <a:r>
              <a:rPr lang="en-US" sz="3200" b="1" i="1" dirty="0">
                <a:latin typeface="Calibri" panose="020F0502020204030204" pitchFamily="34" charset="0"/>
                <a:cs typeface="Calibri" panose="020F0502020204030204" pitchFamily="34" charset="0"/>
              </a:rPr>
              <a:t>Foregone interest</a:t>
            </a:r>
            <a:r>
              <a:rPr lang="en-US" sz="3200" b="1" dirty="0">
                <a:latin typeface="Calibri" panose="020F0502020204030204" pitchFamily="34" charset="0"/>
                <a:cs typeface="Calibri" panose="020F0502020204030204" pitchFamily="34" charset="0"/>
              </a:rPr>
              <a:t> </a:t>
            </a:r>
            <a:r>
              <a:rPr lang="en-US" sz="3200" dirty="0">
                <a:latin typeface="Calibri" panose="020F0502020204030204" pitchFamily="34" charset="0"/>
                <a:cs typeface="Calibri" panose="020F0502020204030204" pitchFamily="34" charset="0"/>
              </a:rPr>
              <a:t>= Short-term AFR</a:t>
            </a:r>
            <a:endParaRPr lang="en-US" sz="3200" i="1" dirty="0">
              <a:effectLst/>
              <a:latin typeface="Calibri" panose="020F0502020204030204" pitchFamily="34" charset="0"/>
              <a:cs typeface="Calibri" panose="020F0502020204030204" pitchFamily="34" charset="0"/>
            </a:endParaRPr>
          </a:p>
          <a:p>
            <a:pPr lvl="1"/>
            <a:endParaRPr lang="en-US" sz="2400" dirty="0"/>
          </a:p>
          <a:p>
            <a:endParaRPr lang="en-US" dirty="0"/>
          </a:p>
        </p:txBody>
      </p:sp>
      <p:sp>
        <p:nvSpPr>
          <p:cNvPr id="3" name="Title 2">
            <a:extLst>
              <a:ext uri="{FF2B5EF4-FFF2-40B4-BE49-F238E27FC236}">
                <a16:creationId xmlns:a16="http://schemas.microsoft.com/office/drawing/2014/main" id="{7EFF734C-7E23-85B8-A393-7F9D28019B47}"/>
              </a:ext>
            </a:extLst>
          </p:cNvPr>
          <p:cNvSpPr>
            <a:spLocks noGrp="1"/>
          </p:cNvSpPr>
          <p:nvPr>
            <p:ph type="title"/>
          </p:nvPr>
        </p:nvSpPr>
        <p:spPr/>
        <p:txBody>
          <a:bodyPr/>
          <a:lstStyle/>
          <a:p>
            <a:r>
              <a:rPr lang="en-US" dirty="0"/>
              <a:t>Section 7872</a:t>
            </a:r>
          </a:p>
        </p:txBody>
      </p:sp>
      <p:sp>
        <p:nvSpPr>
          <p:cNvPr id="4" name="Slide Number Placeholder 3">
            <a:extLst>
              <a:ext uri="{FF2B5EF4-FFF2-40B4-BE49-F238E27FC236}">
                <a16:creationId xmlns:a16="http://schemas.microsoft.com/office/drawing/2014/main" id="{1591E7C0-8A79-4FCF-1D58-C5839EF20121}"/>
              </a:ext>
            </a:extLst>
          </p:cNvPr>
          <p:cNvSpPr>
            <a:spLocks noGrp="1"/>
          </p:cNvSpPr>
          <p:nvPr>
            <p:ph type="sldNum" sz="quarter" idx="10"/>
          </p:nvPr>
        </p:nvSpPr>
        <p:spPr/>
        <p:txBody>
          <a:bodyPr/>
          <a:lstStyle/>
          <a:p>
            <a:fld id="{7B3E355C-57B9-BC4B-95D8-406A1F834537}" type="slidenum">
              <a:rPr lang="en-US" altLang="en-US" smtClean="0"/>
              <a:pPr/>
              <a:t>12</a:t>
            </a:fld>
            <a:endParaRPr lang="en-US" altLang="en-US"/>
          </a:p>
        </p:txBody>
      </p:sp>
      <p:sp>
        <p:nvSpPr>
          <p:cNvPr id="5" name="Footer Placeholder 4">
            <a:extLst>
              <a:ext uri="{FF2B5EF4-FFF2-40B4-BE49-F238E27FC236}">
                <a16:creationId xmlns:a16="http://schemas.microsoft.com/office/drawing/2014/main" id="{B6B4A864-5229-E008-ACDE-401796177814}"/>
              </a:ext>
            </a:extLst>
          </p:cNvPr>
          <p:cNvSpPr>
            <a:spLocks noGrp="1"/>
          </p:cNvSpPr>
          <p:nvPr>
            <p:ph type="ftr" sz="quarter" idx="11"/>
          </p:nvPr>
        </p:nvSpPr>
        <p:spPr/>
        <p:txBody>
          <a:bodyPr/>
          <a:lstStyle/>
          <a:p>
            <a:pPr>
              <a:defRPr/>
            </a:pPr>
            <a:r>
              <a:rPr lang="en-US"/>
              <a:t>Borrorwing and Lending</a:t>
            </a:r>
            <a:endParaRPr lang="en-US" dirty="0"/>
          </a:p>
        </p:txBody>
      </p:sp>
    </p:spTree>
    <p:extLst>
      <p:ext uri="{BB962C8B-B14F-4D97-AF65-F5344CB8AC3E}">
        <p14:creationId xmlns:p14="http://schemas.microsoft.com/office/powerpoint/2010/main" val="57230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B6BEDCC-C407-9845-A2CB-176F181A4700}"/>
              </a:ext>
            </a:extLst>
          </p:cNvPr>
          <p:cNvSpPr>
            <a:spLocks noGrp="1"/>
          </p:cNvSpPr>
          <p:nvPr>
            <p:ph idx="1"/>
          </p:nvPr>
        </p:nvSpPr>
        <p:spPr/>
        <p:txBody>
          <a:bodyPr>
            <a:normAutofit fontScale="92500" lnSpcReduction="20000"/>
          </a:bodyPr>
          <a:lstStyle/>
          <a:p>
            <a:r>
              <a:rPr lang="en-US" sz="2000" dirty="0"/>
              <a:t>Corporation makes a 1MM, 3-year, no-interest loan to its CEO.  If the AFR is 5%, what are the consequences to Corp and CEO? </a:t>
            </a:r>
          </a:p>
          <a:p>
            <a:r>
              <a:rPr lang="en-US" sz="2000" dirty="0">
                <a:latin typeface="Calibri" panose="020F0502020204030204" pitchFamily="34" charset="0"/>
                <a:cs typeface="Calibri" panose="020F0502020204030204" pitchFamily="34" charset="0"/>
              </a:rPr>
              <a:t>Is this loan subject to §7872? </a:t>
            </a:r>
          </a:p>
          <a:p>
            <a:pPr lvl="1"/>
            <a:r>
              <a:rPr lang="en-US" sz="2000" dirty="0">
                <a:effectLst/>
                <a:latin typeface="Calibri" panose="020F0502020204030204" pitchFamily="34" charset="0"/>
                <a:cs typeface="Calibri" panose="020F0502020204030204" pitchFamily="34" charset="0"/>
              </a:rPr>
              <a:t>Yes, it would probably be a </a:t>
            </a:r>
            <a:r>
              <a:rPr lang="en-US" sz="2000" b="1" dirty="0">
                <a:effectLst/>
                <a:latin typeface="Calibri" panose="020F0502020204030204" pitchFamily="34" charset="0"/>
                <a:cs typeface="Calibri" panose="020F0502020204030204" pitchFamily="34" charset="0"/>
              </a:rPr>
              <a:t>compensation-related loan </a:t>
            </a:r>
            <a:r>
              <a:rPr lang="en-US" sz="2000" dirty="0">
                <a:effectLst/>
                <a:latin typeface="Calibri" panose="020F0502020204030204" pitchFamily="34" charset="0"/>
                <a:cs typeface="Calibri" panose="020F0502020204030204" pitchFamily="34" charset="0"/>
              </a:rPr>
              <a:t>under </a:t>
            </a:r>
            <a:r>
              <a:rPr lang="en-US" sz="2000" b="1" dirty="0">
                <a:latin typeface="Calibri" panose="020F0502020204030204" pitchFamily="34" charset="0"/>
                <a:cs typeface="Calibri" panose="020F0502020204030204" pitchFamily="34" charset="0"/>
              </a:rPr>
              <a:t>§7872(c)(1)(B).  </a:t>
            </a:r>
          </a:p>
          <a:p>
            <a:pPr lvl="1"/>
            <a:r>
              <a:rPr lang="en-US" sz="2000" dirty="0">
                <a:latin typeface="Calibri" panose="020F0502020204030204" pitchFamily="34" charset="0"/>
                <a:cs typeface="Calibri" panose="020F0502020204030204" pitchFamily="34" charset="0"/>
              </a:rPr>
              <a:t>It is a </a:t>
            </a:r>
            <a:r>
              <a:rPr lang="en-US" sz="2000" b="1" dirty="0">
                <a:latin typeface="Calibri" panose="020F0502020204030204" pitchFamily="34" charset="0"/>
                <a:cs typeface="Calibri" panose="020F0502020204030204" pitchFamily="34" charset="0"/>
              </a:rPr>
              <a:t>below-market loan </a:t>
            </a:r>
            <a:r>
              <a:rPr lang="en-US" sz="2000" dirty="0">
                <a:latin typeface="Calibri" panose="020F0502020204030204" pitchFamily="34" charset="0"/>
                <a:cs typeface="Calibri" panose="020F0502020204030204" pitchFamily="34" charset="0"/>
              </a:rPr>
              <a:t>under </a:t>
            </a:r>
            <a:r>
              <a:rPr lang="en-US" sz="2000" b="1" dirty="0">
                <a:latin typeface="Calibri" panose="020F0502020204030204" pitchFamily="34" charset="0"/>
                <a:cs typeface="Calibri" panose="020F0502020204030204" pitchFamily="34" charset="0"/>
              </a:rPr>
              <a:t>§7872(e)(1)(B) </a:t>
            </a:r>
            <a:r>
              <a:rPr lang="en-US" sz="2000" dirty="0">
                <a:latin typeface="Calibri" panose="020F0502020204030204" pitchFamily="34" charset="0"/>
                <a:cs typeface="Calibri" panose="020F0502020204030204" pitchFamily="34" charset="0"/>
              </a:rPr>
              <a:t>because the amount loaned (1MM) exceeds the PV of the all payments 863.8K (1MM/(1+.05)^3)</a:t>
            </a:r>
            <a:r>
              <a:rPr lang="en-US" sz="2000" dirty="0">
                <a:effectLst/>
                <a:latin typeface="Calibri" panose="020F0502020204030204" pitchFamily="34" charset="0"/>
                <a:cs typeface="Calibri" panose="020F0502020204030204" pitchFamily="34" charset="0"/>
              </a:rPr>
              <a:t> </a:t>
            </a:r>
          </a:p>
          <a:p>
            <a:r>
              <a:rPr lang="en-US" sz="2000" dirty="0">
                <a:latin typeface="Calibri" panose="020F0502020204030204" pitchFamily="34" charset="0"/>
                <a:cs typeface="Calibri" panose="020F0502020204030204" pitchFamily="34" charset="0"/>
              </a:rPr>
              <a:t>How is it taxed to Corporation and CEO?</a:t>
            </a:r>
          </a:p>
          <a:p>
            <a:pPr lvl="1"/>
            <a:r>
              <a:rPr lang="en-US" sz="2000" dirty="0">
                <a:effectLst/>
                <a:latin typeface="Calibri" panose="020F0502020204030204" pitchFamily="34" charset="0"/>
                <a:cs typeface="Calibri" panose="020F0502020204030204" pitchFamily="34" charset="0"/>
              </a:rPr>
              <a:t>Under </a:t>
            </a:r>
            <a:r>
              <a:rPr lang="en-US" sz="2000" b="1" dirty="0">
                <a:latin typeface="Calibri" panose="020F0502020204030204" pitchFamily="34" charset="0"/>
                <a:cs typeface="Calibri" panose="020F0502020204030204" pitchFamily="34" charset="0"/>
              </a:rPr>
              <a:t>§7872(b)(1), </a:t>
            </a:r>
            <a:r>
              <a:rPr lang="en-US" sz="2000" dirty="0">
                <a:latin typeface="Calibri" panose="020F0502020204030204" pitchFamily="34" charset="0"/>
                <a:cs typeface="Calibri" panose="020F0502020204030204" pitchFamily="34" charset="0"/>
              </a:rPr>
              <a:t>Corp would be treated as transferring to CEO the excess of the amount loaned (1MM) over the PV of the payment (863.8K), or 136K.  This would mostly like be treated as compensation (deductible by Corp/taxable to CEO).</a:t>
            </a:r>
          </a:p>
          <a:p>
            <a:pPr lvl="1"/>
            <a:r>
              <a:rPr lang="en-US" sz="2000" dirty="0">
                <a:effectLst/>
                <a:latin typeface="Calibri" panose="020F0502020204030204" pitchFamily="34" charset="0"/>
                <a:cs typeface="Calibri" panose="020F0502020204030204" pitchFamily="34" charset="0"/>
              </a:rPr>
              <a:t>Remembe</a:t>
            </a:r>
            <a:r>
              <a:rPr lang="en-US" sz="2000" dirty="0">
                <a:latin typeface="Calibri" panose="020F0502020204030204" pitchFamily="34" charset="0"/>
                <a:cs typeface="Calibri" panose="020F0502020204030204" pitchFamily="34" charset="0"/>
              </a:rPr>
              <a:t>r, the CEO still owes 1MM in 3 years.  Under </a:t>
            </a:r>
            <a:r>
              <a:rPr lang="en-US" sz="2000" b="1" dirty="0">
                <a:latin typeface="Calibri" panose="020F0502020204030204" pitchFamily="34" charset="0"/>
                <a:cs typeface="Calibri" panose="020F0502020204030204" pitchFamily="34" charset="0"/>
              </a:rPr>
              <a:t>§7872(b)(2), </a:t>
            </a:r>
            <a:r>
              <a:rPr lang="en-US" sz="2000" dirty="0">
                <a:latin typeface="Calibri" panose="020F0502020204030204" pitchFamily="34" charset="0"/>
                <a:cs typeface="Calibri" panose="020F0502020204030204" pitchFamily="34" charset="0"/>
              </a:rPr>
              <a:t>the loan is treated as having original issue discount (OID) equal to 136K, which would have be accrued annually (even though NOT received) under the rules of §1272:</a:t>
            </a:r>
          </a:p>
          <a:p>
            <a:pPr lvl="2"/>
            <a:r>
              <a:rPr lang="en-US" sz="2000" dirty="0">
                <a:effectLst/>
                <a:latin typeface="Calibri" panose="020F0502020204030204" pitchFamily="34" charset="0"/>
                <a:cs typeface="Calibri" panose="020F0502020204030204" pitchFamily="34" charset="0"/>
              </a:rPr>
              <a:t>The issue price would be 863.8K</a:t>
            </a:r>
          </a:p>
          <a:p>
            <a:pPr lvl="2"/>
            <a:r>
              <a:rPr lang="en-US" sz="2000" dirty="0">
                <a:latin typeface="Calibri" panose="020F0502020204030204" pitchFamily="34" charset="0"/>
                <a:cs typeface="Calibri" panose="020F0502020204030204" pitchFamily="34" charset="0"/>
              </a:rPr>
              <a:t>For Y1, the OID accrual would be 863.8K * .05 or 43.2K, which would increase the adjusted issue price of the loan to 907K.  The 43.2K would be taxed to Corp as interest and potentially deductible by CEO.</a:t>
            </a:r>
          </a:p>
          <a:p>
            <a:pPr lvl="2"/>
            <a:r>
              <a:rPr lang="en-US" sz="2000" dirty="0">
                <a:effectLst/>
                <a:latin typeface="Calibri" panose="020F0502020204030204" pitchFamily="34" charset="0"/>
                <a:cs typeface="Calibri" panose="020F0502020204030204" pitchFamily="34" charset="0"/>
              </a:rPr>
              <a:t>For Y2, the OID accrual would be 907K * .05 or 45.4K (deductible by CEO/taxed to Corp), and the AIP would increase to 952K.</a:t>
            </a:r>
          </a:p>
          <a:p>
            <a:pPr lvl="2"/>
            <a:r>
              <a:rPr lang="en-US" sz="2000" dirty="0">
                <a:latin typeface="Calibri" panose="020F0502020204030204" pitchFamily="34" charset="0"/>
                <a:cs typeface="Calibri" panose="020F0502020204030204" pitchFamily="34" charset="0"/>
              </a:rPr>
              <a:t>For Y3, the OID accrual would be 952K * .05 or 47.6 (deductible by CEO/taxed to Corp), and the AIP would be 1MM, which is repaid with no G/L.</a:t>
            </a:r>
          </a:p>
          <a:p>
            <a:pPr lvl="2"/>
            <a:r>
              <a:rPr lang="en-US" sz="2000" dirty="0">
                <a:latin typeface="Calibri" panose="020F0502020204030204" pitchFamily="34" charset="0"/>
                <a:cs typeface="Calibri" panose="020F0502020204030204" pitchFamily="34" charset="0"/>
              </a:rPr>
              <a:t>Note: the numbers are slightly rounded.</a:t>
            </a:r>
            <a:endParaRPr lang="en-US" sz="2600" dirty="0"/>
          </a:p>
        </p:txBody>
      </p:sp>
      <p:sp>
        <p:nvSpPr>
          <p:cNvPr id="3" name="Title 2">
            <a:extLst>
              <a:ext uri="{FF2B5EF4-FFF2-40B4-BE49-F238E27FC236}">
                <a16:creationId xmlns:a16="http://schemas.microsoft.com/office/drawing/2014/main" id="{DC54EBA3-C71E-D6FE-13AA-8CD5C6052B2B}"/>
              </a:ext>
            </a:extLst>
          </p:cNvPr>
          <p:cNvSpPr>
            <a:spLocks noGrp="1"/>
          </p:cNvSpPr>
          <p:nvPr>
            <p:ph type="title"/>
          </p:nvPr>
        </p:nvSpPr>
        <p:spPr/>
        <p:txBody>
          <a:bodyPr/>
          <a:lstStyle/>
          <a:p>
            <a:r>
              <a:rPr lang="en-US" dirty="0"/>
              <a:t>Section 7872</a:t>
            </a:r>
          </a:p>
        </p:txBody>
      </p:sp>
      <p:sp>
        <p:nvSpPr>
          <p:cNvPr id="4" name="Slide Number Placeholder 3">
            <a:extLst>
              <a:ext uri="{FF2B5EF4-FFF2-40B4-BE49-F238E27FC236}">
                <a16:creationId xmlns:a16="http://schemas.microsoft.com/office/drawing/2014/main" id="{6AD92EE2-A7DD-07D8-D245-99775F1A162E}"/>
              </a:ext>
            </a:extLst>
          </p:cNvPr>
          <p:cNvSpPr>
            <a:spLocks noGrp="1"/>
          </p:cNvSpPr>
          <p:nvPr>
            <p:ph type="sldNum" sz="quarter" idx="10"/>
          </p:nvPr>
        </p:nvSpPr>
        <p:spPr/>
        <p:txBody>
          <a:bodyPr/>
          <a:lstStyle/>
          <a:p>
            <a:fld id="{7B3E355C-57B9-BC4B-95D8-406A1F834537}" type="slidenum">
              <a:rPr lang="en-US" altLang="en-US" smtClean="0"/>
              <a:pPr/>
              <a:t>13</a:t>
            </a:fld>
            <a:endParaRPr lang="en-US" altLang="en-US"/>
          </a:p>
        </p:txBody>
      </p:sp>
      <p:sp>
        <p:nvSpPr>
          <p:cNvPr id="5" name="Footer Placeholder 4">
            <a:extLst>
              <a:ext uri="{FF2B5EF4-FFF2-40B4-BE49-F238E27FC236}">
                <a16:creationId xmlns:a16="http://schemas.microsoft.com/office/drawing/2014/main" id="{1FB0479A-9F9C-2D50-7130-2CDE862D7612}"/>
              </a:ext>
            </a:extLst>
          </p:cNvPr>
          <p:cNvSpPr>
            <a:spLocks noGrp="1"/>
          </p:cNvSpPr>
          <p:nvPr>
            <p:ph type="ftr" sz="quarter" idx="11"/>
          </p:nvPr>
        </p:nvSpPr>
        <p:spPr/>
        <p:txBody>
          <a:bodyPr/>
          <a:lstStyle/>
          <a:p>
            <a:pPr>
              <a:defRPr/>
            </a:pPr>
            <a:r>
              <a:rPr lang="en-US"/>
              <a:t>Borrorwing and Lending</a:t>
            </a:r>
            <a:endParaRPr lang="en-US" dirty="0"/>
          </a:p>
        </p:txBody>
      </p:sp>
    </p:spTree>
    <p:extLst>
      <p:ext uri="{BB962C8B-B14F-4D97-AF65-F5344CB8AC3E}">
        <p14:creationId xmlns:p14="http://schemas.microsoft.com/office/powerpoint/2010/main" val="3204535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79AF55A-E67D-4741-C196-9847B5972E1E}"/>
              </a:ext>
            </a:extLst>
          </p:cNvPr>
          <p:cNvSpPr>
            <a:spLocks noGrp="1"/>
          </p:cNvSpPr>
          <p:nvPr>
            <p:ph idx="1"/>
          </p:nvPr>
        </p:nvSpPr>
        <p:spPr/>
        <p:txBody>
          <a:bodyPr/>
          <a:lstStyle/>
          <a:p>
            <a:r>
              <a:rPr lang="en-US" sz="3200" dirty="0"/>
              <a:t>Role of </a:t>
            </a:r>
            <a:r>
              <a:rPr lang="en-US" sz="3200" dirty="0">
                <a:effectLst/>
                <a:latin typeface="Calibri" panose="020F0502020204030204" pitchFamily="34" charset="0"/>
                <a:cs typeface="Calibri" panose="020F0502020204030204" pitchFamily="34" charset="0"/>
              </a:rPr>
              <a:t>§</a:t>
            </a:r>
            <a:r>
              <a:rPr lang="en-US" sz="3200" dirty="0"/>
              <a:t>7872 is simply to identify the </a:t>
            </a:r>
            <a:r>
              <a:rPr lang="en-US" sz="3200" b="1" dirty="0"/>
              <a:t>principal and interes</a:t>
            </a:r>
            <a:r>
              <a:rPr lang="en-US" sz="3200" dirty="0"/>
              <a:t>t for certain loans with </a:t>
            </a:r>
            <a:r>
              <a:rPr lang="en-US" sz="3200" b="1" dirty="0"/>
              <a:t>below-market interest rates</a:t>
            </a:r>
            <a:r>
              <a:rPr lang="en-US" sz="3200" dirty="0"/>
              <a:t>.</a:t>
            </a:r>
          </a:p>
          <a:p>
            <a:endParaRPr lang="en-US" sz="3200" dirty="0"/>
          </a:p>
          <a:p>
            <a:r>
              <a:rPr lang="en-US" sz="3200" b="1" dirty="0"/>
              <a:t>Below-market rate </a:t>
            </a:r>
            <a:r>
              <a:rPr lang="en-US" sz="3200" dirty="0"/>
              <a:t>is determined by reference to the applicable federal rate (AFR)</a:t>
            </a:r>
          </a:p>
          <a:p>
            <a:endParaRPr lang="en-US" sz="3200" dirty="0"/>
          </a:p>
          <a:p>
            <a:r>
              <a:rPr lang="en-US" sz="3200" dirty="0"/>
              <a:t>The treatment of the portions of the payments in a loan covered by </a:t>
            </a:r>
            <a:r>
              <a:rPr lang="en-US" sz="3200" dirty="0">
                <a:effectLst/>
                <a:latin typeface="Calibri" panose="020F0502020204030204" pitchFamily="34" charset="0"/>
                <a:cs typeface="Calibri" panose="020F0502020204030204" pitchFamily="34" charset="0"/>
              </a:rPr>
              <a:t>§</a:t>
            </a:r>
            <a:r>
              <a:rPr lang="en-US" sz="3200" dirty="0"/>
              <a:t>7872 that do not constitute interest or principal is covered by other code sections, e.g., gift, compensation, dividend.</a:t>
            </a:r>
          </a:p>
          <a:p>
            <a:endParaRPr lang="en-US" dirty="0"/>
          </a:p>
        </p:txBody>
      </p:sp>
      <p:sp>
        <p:nvSpPr>
          <p:cNvPr id="3" name="Title 2">
            <a:extLst>
              <a:ext uri="{FF2B5EF4-FFF2-40B4-BE49-F238E27FC236}">
                <a16:creationId xmlns:a16="http://schemas.microsoft.com/office/drawing/2014/main" id="{900A31BA-6841-BD55-67F3-11BB5728726D}"/>
              </a:ext>
            </a:extLst>
          </p:cNvPr>
          <p:cNvSpPr>
            <a:spLocks noGrp="1"/>
          </p:cNvSpPr>
          <p:nvPr>
            <p:ph type="title"/>
          </p:nvPr>
        </p:nvSpPr>
        <p:spPr/>
        <p:txBody>
          <a:bodyPr/>
          <a:lstStyle/>
          <a:p>
            <a:r>
              <a:rPr lang="en-US" dirty="0"/>
              <a:t>Section 7872</a:t>
            </a:r>
          </a:p>
        </p:txBody>
      </p:sp>
      <p:sp>
        <p:nvSpPr>
          <p:cNvPr id="4" name="Slide Number Placeholder 3">
            <a:extLst>
              <a:ext uri="{FF2B5EF4-FFF2-40B4-BE49-F238E27FC236}">
                <a16:creationId xmlns:a16="http://schemas.microsoft.com/office/drawing/2014/main" id="{CF3A1E23-C0F8-8BB8-4A07-5F1EADAC3449}"/>
              </a:ext>
            </a:extLst>
          </p:cNvPr>
          <p:cNvSpPr>
            <a:spLocks noGrp="1"/>
          </p:cNvSpPr>
          <p:nvPr>
            <p:ph type="sldNum" sz="quarter" idx="10"/>
          </p:nvPr>
        </p:nvSpPr>
        <p:spPr/>
        <p:txBody>
          <a:bodyPr/>
          <a:lstStyle/>
          <a:p>
            <a:fld id="{7B3E355C-57B9-BC4B-95D8-406A1F834537}" type="slidenum">
              <a:rPr lang="en-US" altLang="en-US" smtClean="0"/>
              <a:pPr/>
              <a:t>14</a:t>
            </a:fld>
            <a:endParaRPr lang="en-US" altLang="en-US"/>
          </a:p>
        </p:txBody>
      </p:sp>
      <p:sp>
        <p:nvSpPr>
          <p:cNvPr id="5" name="Footer Placeholder 4">
            <a:extLst>
              <a:ext uri="{FF2B5EF4-FFF2-40B4-BE49-F238E27FC236}">
                <a16:creationId xmlns:a16="http://schemas.microsoft.com/office/drawing/2014/main" id="{3E2C1F79-BDE9-9798-91E2-8FC4A05C05EC}"/>
              </a:ext>
            </a:extLst>
          </p:cNvPr>
          <p:cNvSpPr>
            <a:spLocks noGrp="1"/>
          </p:cNvSpPr>
          <p:nvPr>
            <p:ph type="ftr" sz="quarter" idx="11"/>
          </p:nvPr>
        </p:nvSpPr>
        <p:spPr/>
        <p:txBody>
          <a:bodyPr/>
          <a:lstStyle/>
          <a:p>
            <a:pPr>
              <a:defRPr/>
            </a:pPr>
            <a:r>
              <a:rPr lang="en-US"/>
              <a:t>Borrorwing and Lending</a:t>
            </a:r>
            <a:endParaRPr lang="en-US" dirty="0"/>
          </a:p>
        </p:txBody>
      </p:sp>
    </p:spTree>
    <p:extLst>
      <p:ext uri="{BB962C8B-B14F-4D97-AF65-F5344CB8AC3E}">
        <p14:creationId xmlns:p14="http://schemas.microsoft.com/office/powerpoint/2010/main" val="1571146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6450EC-4AB7-D486-D116-0B58D7BE19FC}"/>
              </a:ext>
            </a:extLst>
          </p:cNvPr>
          <p:cNvSpPr>
            <a:spLocks noGrp="1"/>
          </p:cNvSpPr>
          <p:nvPr>
            <p:ph idx="1"/>
          </p:nvPr>
        </p:nvSpPr>
        <p:spPr/>
        <p:txBody>
          <a:bodyPr>
            <a:normAutofit fontScale="92500" lnSpcReduction="10000"/>
          </a:bodyPr>
          <a:lstStyle/>
          <a:p>
            <a:r>
              <a:rPr lang="en-US" sz="3200" dirty="0"/>
              <a:t>For the timing of interest paid and received, we first need to identify in a loan payment how much of a payment is interest and how much is principal.</a:t>
            </a:r>
          </a:p>
          <a:p>
            <a:endParaRPr lang="en-US" sz="3200" dirty="0"/>
          </a:p>
          <a:p>
            <a:r>
              <a:rPr lang="en-US" sz="3200" dirty="0"/>
              <a:t>In a loan transaction that requires interest to be paid annually and the principal to be paid when the term of the loan ends, the interest will be includible/deductible generally when paid.  Remember, different rules may apply to below market rate loans.  </a:t>
            </a:r>
            <a:r>
              <a:rPr lang="en-US" sz="3200" i="1" dirty="0"/>
              <a:t>See</a:t>
            </a:r>
            <a:r>
              <a:rPr lang="en-US" sz="3200" dirty="0"/>
              <a:t> </a:t>
            </a:r>
            <a:r>
              <a:rPr lang="en-US" sz="3200" dirty="0">
                <a:effectLst/>
                <a:latin typeface="Calibri" panose="020F0502020204030204" pitchFamily="34" charset="0"/>
                <a:cs typeface="Calibri" panose="020F0502020204030204" pitchFamily="34" charset="0"/>
              </a:rPr>
              <a:t>§7872.</a:t>
            </a:r>
          </a:p>
          <a:p>
            <a:endParaRPr lang="en-US" sz="3200" dirty="0">
              <a:effectLst/>
              <a:latin typeface="Calibri" panose="020F0502020204030204" pitchFamily="34" charset="0"/>
              <a:cs typeface="Calibri" panose="020F0502020204030204" pitchFamily="34" charset="0"/>
            </a:endParaRPr>
          </a:p>
          <a:p>
            <a:r>
              <a:rPr lang="en-US" sz="3200" b="1" dirty="0"/>
              <a:t>Exampl</a:t>
            </a:r>
            <a:r>
              <a:rPr lang="en-US" sz="3200" dirty="0"/>
              <a:t>e: you borrow 50K for 3 years to pay your tuition with an annual interest rate of 10%.  At the end of Y1, Y2, and Y3, you will pay 5K of interest, and at the end of Y3, you will pay 50K of principal.</a:t>
            </a:r>
          </a:p>
        </p:txBody>
      </p:sp>
      <p:sp>
        <p:nvSpPr>
          <p:cNvPr id="3" name="Title 2">
            <a:extLst>
              <a:ext uri="{FF2B5EF4-FFF2-40B4-BE49-F238E27FC236}">
                <a16:creationId xmlns:a16="http://schemas.microsoft.com/office/drawing/2014/main" id="{22A5939A-F7EB-1887-FD6D-2AA31180DFC5}"/>
              </a:ext>
            </a:extLst>
          </p:cNvPr>
          <p:cNvSpPr>
            <a:spLocks noGrp="1"/>
          </p:cNvSpPr>
          <p:nvPr>
            <p:ph type="title"/>
          </p:nvPr>
        </p:nvSpPr>
        <p:spPr/>
        <p:txBody>
          <a:bodyPr/>
          <a:lstStyle/>
          <a:p>
            <a:r>
              <a:rPr lang="en-US" dirty="0"/>
              <a:t>Identifying Principal and Interest</a:t>
            </a:r>
          </a:p>
        </p:txBody>
      </p:sp>
      <p:sp>
        <p:nvSpPr>
          <p:cNvPr id="4" name="Slide Number Placeholder 3">
            <a:extLst>
              <a:ext uri="{FF2B5EF4-FFF2-40B4-BE49-F238E27FC236}">
                <a16:creationId xmlns:a16="http://schemas.microsoft.com/office/drawing/2014/main" id="{AAC86296-B368-75E4-C61C-49C7A4A52662}"/>
              </a:ext>
            </a:extLst>
          </p:cNvPr>
          <p:cNvSpPr>
            <a:spLocks noGrp="1"/>
          </p:cNvSpPr>
          <p:nvPr>
            <p:ph type="sldNum" sz="quarter" idx="10"/>
          </p:nvPr>
        </p:nvSpPr>
        <p:spPr/>
        <p:txBody>
          <a:bodyPr/>
          <a:lstStyle/>
          <a:p>
            <a:fld id="{7B3E355C-57B9-BC4B-95D8-406A1F834537}" type="slidenum">
              <a:rPr lang="en-US" altLang="en-US" smtClean="0"/>
              <a:pPr/>
              <a:t>15</a:t>
            </a:fld>
            <a:endParaRPr lang="en-US" altLang="en-US"/>
          </a:p>
        </p:txBody>
      </p:sp>
      <p:sp>
        <p:nvSpPr>
          <p:cNvPr id="5" name="Footer Placeholder 4">
            <a:extLst>
              <a:ext uri="{FF2B5EF4-FFF2-40B4-BE49-F238E27FC236}">
                <a16:creationId xmlns:a16="http://schemas.microsoft.com/office/drawing/2014/main" id="{2BEEBEE2-8135-3E84-18BF-50FE46ACAD3D}"/>
              </a:ext>
            </a:extLst>
          </p:cNvPr>
          <p:cNvSpPr>
            <a:spLocks noGrp="1"/>
          </p:cNvSpPr>
          <p:nvPr>
            <p:ph type="ftr" sz="quarter" idx="11"/>
          </p:nvPr>
        </p:nvSpPr>
        <p:spPr/>
        <p:txBody>
          <a:bodyPr/>
          <a:lstStyle/>
          <a:p>
            <a:pPr>
              <a:defRPr/>
            </a:pPr>
            <a:r>
              <a:rPr lang="en-US"/>
              <a:t>Borrorwing and Lending</a:t>
            </a:r>
            <a:endParaRPr lang="en-US" dirty="0"/>
          </a:p>
        </p:txBody>
      </p:sp>
    </p:spTree>
    <p:extLst>
      <p:ext uri="{BB962C8B-B14F-4D97-AF65-F5344CB8AC3E}">
        <p14:creationId xmlns:p14="http://schemas.microsoft.com/office/powerpoint/2010/main" val="696649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001BADD-DBC9-8173-9ECD-CEB5E62344F4}"/>
              </a:ext>
            </a:extLst>
          </p:cNvPr>
          <p:cNvSpPr>
            <a:spLocks noGrp="1"/>
          </p:cNvSpPr>
          <p:nvPr>
            <p:ph idx="1"/>
          </p:nvPr>
        </p:nvSpPr>
        <p:spPr/>
        <p:txBody>
          <a:bodyPr/>
          <a:lstStyle/>
          <a:p>
            <a:r>
              <a:rPr lang="en-US" dirty="0"/>
              <a:t>You borrow 50K for the student loan, but the payment schedule is 3 annual payments of 20.1K.  At the end of 3 years the loan balance will be zero.  How much of each payment is interest?</a:t>
            </a:r>
          </a:p>
          <a:p>
            <a:endParaRPr lang="en-US" dirty="0"/>
          </a:p>
        </p:txBody>
      </p:sp>
      <p:sp>
        <p:nvSpPr>
          <p:cNvPr id="3" name="Title 2">
            <a:extLst>
              <a:ext uri="{FF2B5EF4-FFF2-40B4-BE49-F238E27FC236}">
                <a16:creationId xmlns:a16="http://schemas.microsoft.com/office/drawing/2014/main" id="{66AE6E5E-A2C3-88AF-ED8E-BE770AFFEFA1}"/>
              </a:ext>
            </a:extLst>
          </p:cNvPr>
          <p:cNvSpPr>
            <a:spLocks noGrp="1"/>
          </p:cNvSpPr>
          <p:nvPr>
            <p:ph type="title"/>
          </p:nvPr>
        </p:nvSpPr>
        <p:spPr/>
        <p:txBody>
          <a:bodyPr/>
          <a:lstStyle/>
          <a:p>
            <a:r>
              <a:rPr lang="en-US" dirty="0"/>
              <a:t>Identifying Principal and Interest</a:t>
            </a:r>
          </a:p>
        </p:txBody>
      </p:sp>
      <p:sp>
        <p:nvSpPr>
          <p:cNvPr id="4" name="Slide Number Placeholder 3">
            <a:extLst>
              <a:ext uri="{FF2B5EF4-FFF2-40B4-BE49-F238E27FC236}">
                <a16:creationId xmlns:a16="http://schemas.microsoft.com/office/drawing/2014/main" id="{18E813AB-0838-8644-91DE-A0F24406BE30}"/>
              </a:ext>
            </a:extLst>
          </p:cNvPr>
          <p:cNvSpPr>
            <a:spLocks noGrp="1"/>
          </p:cNvSpPr>
          <p:nvPr>
            <p:ph type="sldNum" sz="quarter" idx="10"/>
          </p:nvPr>
        </p:nvSpPr>
        <p:spPr/>
        <p:txBody>
          <a:bodyPr/>
          <a:lstStyle/>
          <a:p>
            <a:fld id="{7B3E355C-57B9-BC4B-95D8-406A1F834537}" type="slidenum">
              <a:rPr lang="en-US" altLang="en-US" smtClean="0"/>
              <a:pPr/>
              <a:t>16</a:t>
            </a:fld>
            <a:endParaRPr lang="en-US" altLang="en-US"/>
          </a:p>
        </p:txBody>
      </p:sp>
      <p:sp>
        <p:nvSpPr>
          <p:cNvPr id="5" name="Footer Placeholder 4">
            <a:extLst>
              <a:ext uri="{FF2B5EF4-FFF2-40B4-BE49-F238E27FC236}">
                <a16:creationId xmlns:a16="http://schemas.microsoft.com/office/drawing/2014/main" id="{E592EEBD-C392-D1BA-2671-CE6C9AC212F9}"/>
              </a:ext>
            </a:extLst>
          </p:cNvPr>
          <p:cNvSpPr>
            <a:spLocks noGrp="1"/>
          </p:cNvSpPr>
          <p:nvPr>
            <p:ph type="ftr" sz="quarter" idx="11"/>
          </p:nvPr>
        </p:nvSpPr>
        <p:spPr/>
        <p:txBody>
          <a:bodyPr/>
          <a:lstStyle/>
          <a:p>
            <a:pPr>
              <a:defRPr/>
            </a:pPr>
            <a:r>
              <a:rPr lang="en-US"/>
              <a:t>Borrorwing and Lending</a:t>
            </a:r>
            <a:endParaRPr lang="en-US" dirty="0"/>
          </a:p>
        </p:txBody>
      </p:sp>
      <p:graphicFrame>
        <p:nvGraphicFramePr>
          <p:cNvPr id="8" name="Table 7">
            <a:extLst>
              <a:ext uri="{FF2B5EF4-FFF2-40B4-BE49-F238E27FC236}">
                <a16:creationId xmlns:a16="http://schemas.microsoft.com/office/drawing/2014/main" id="{96F5F5F3-98CE-AC9E-9C32-4A6A3CD0C935}"/>
              </a:ext>
            </a:extLst>
          </p:cNvPr>
          <p:cNvGraphicFramePr>
            <a:graphicFrameLocks noGrp="1"/>
          </p:cNvGraphicFramePr>
          <p:nvPr>
            <p:extLst>
              <p:ext uri="{D42A27DB-BD31-4B8C-83A1-F6EECF244321}">
                <p14:modId xmlns:p14="http://schemas.microsoft.com/office/powerpoint/2010/main" val="346535654"/>
              </p:ext>
            </p:extLst>
          </p:nvPr>
        </p:nvGraphicFramePr>
        <p:xfrm>
          <a:off x="2934126" y="1637523"/>
          <a:ext cx="5826959" cy="1388745"/>
        </p:xfrm>
        <a:graphic>
          <a:graphicData uri="http://schemas.openxmlformats.org/drawingml/2006/table">
            <a:tbl>
              <a:tblPr>
                <a:tableStyleId>{5C22544A-7EE6-4342-B048-85BDC9FD1C3A}</a:tableStyleId>
              </a:tblPr>
              <a:tblGrid>
                <a:gridCol w="1028538">
                  <a:extLst>
                    <a:ext uri="{9D8B030D-6E8A-4147-A177-3AD203B41FA5}">
                      <a16:colId xmlns:a16="http://schemas.microsoft.com/office/drawing/2014/main" val="2923817641"/>
                    </a:ext>
                  </a:extLst>
                </a:gridCol>
                <a:gridCol w="1986144">
                  <a:extLst>
                    <a:ext uri="{9D8B030D-6E8A-4147-A177-3AD203B41FA5}">
                      <a16:colId xmlns:a16="http://schemas.microsoft.com/office/drawing/2014/main" val="1413510951"/>
                    </a:ext>
                  </a:extLst>
                </a:gridCol>
                <a:gridCol w="1670884">
                  <a:extLst>
                    <a:ext uri="{9D8B030D-6E8A-4147-A177-3AD203B41FA5}">
                      <a16:colId xmlns:a16="http://schemas.microsoft.com/office/drawing/2014/main" val="430230615"/>
                    </a:ext>
                  </a:extLst>
                </a:gridCol>
                <a:gridCol w="112855">
                  <a:extLst>
                    <a:ext uri="{9D8B030D-6E8A-4147-A177-3AD203B41FA5}">
                      <a16:colId xmlns:a16="http://schemas.microsoft.com/office/drawing/2014/main" val="2572532091"/>
                    </a:ext>
                  </a:extLst>
                </a:gridCol>
                <a:gridCol w="1028538">
                  <a:extLst>
                    <a:ext uri="{9D8B030D-6E8A-4147-A177-3AD203B41FA5}">
                      <a16:colId xmlns:a16="http://schemas.microsoft.com/office/drawing/2014/main" val="1318179624"/>
                    </a:ext>
                  </a:extLst>
                </a:gridCol>
              </a:tblGrid>
              <a:tr h="214902">
                <a:tc>
                  <a:txBody>
                    <a:bodyPr/>
                    <a:lstStyle/>
                    <a:p>
                      <a:pPr algn="ctr" fontAlgn="b"/>
                      <a:r>
                        <a:rPr lang="en-US" sz="1600" u="sng" strike="noStrike" dirty="0">
                          <a:effectLst/>
                        </a:rPr>
                        <a:t>Year</a:t>
                      </a:r>
                      <a:endParaRPr lang="en-US" sz="1600" b="1" i="0" u="sng" strike="noStrike" dirty="0">
                        <a:solidFill>
                          <a:srgbClr val="000000"/>
                        </a:solidFill>
                        <a:effectLst/>
                        <a:latin typeface="Verdana" panose="020B0604030504040204" pitchFamily="34" charset="0"/>
                      </a:endParaRPr>
                    </a:p>
                  </a:txBody>
                  <a:tcPr marL="9525" marR="9525" marT="9525" marB="0" anchor="b">
                    <a:noFill/>
                  </a:tcPr>
                </a:tc>
                <a:tc>
                  <a:txBody>
                    <a:bodyPr/>
                    <a:lstStyle/>
                    <a:p>
                      <a:pPr algn="ctr" fontAlgn="b"/>
                      <a:r>
                        <a:rPr lang="en-US" sz="1600" u="sng" strike="noStrike" dirty="0">
                          <a:effectLst/>
                        </a:rPr>
                        <a:t>Amount</a:t>
                      </a:r>
                      <a:endParaRPr lang="en-US" sz="1600" b="1" i="0" u="sng" strike="noStrike" dirty="0">
                        <a:solidFill>
                          <a:srgbClr val="000000"/>
                        </a:solidFill>
                        <a:effectLst/>
                        <a:latin typeface="Verdana" panose="020B0604030504040204" pitchFamily="34" charset="0"/>
                      </a:endParaRPr>
                    </a:p>
                  </a:txBody>
                  <a:tcPr marL="9525" marR="9525" marT="9525" marB="0" anchor="b">
                    <a:noFill/>
                  </a:tcPr>
                </a:tc>
                <a:tc gridSpan="3">
                  <a:txBody>
                    <a:bodyPr/>
                    <a:lstStyle/>
                    <a:p>
                      <a:pPr algn="l" fontAlgn="b"/>
                      <a:r>
                        <a:rPr lang="en-US" sz="1600" u="sng" strike="noStrike" dirty="0">
                          <a:effectLst/>
                        </a:rPr>
                        <a:t>PV at beginning of Y1</a:t>
                      </a:r>
                      <a:endParaRPr lang="en-US" sz="1600" b="1" i="0" u="sng" strike="noStrike" dirty="0">
                        <a:solidFill>
                          <a:srgbClr val="000000"/>
                        </a:solidFill>
                        <a:effectLst/>
                        <a:latin typeface="Verdana" panose="020B0604030504040204" pitchFamily="34" charset="0"/>
                      </a:endParaRPr>
                    </a:p>
                  </a:txBody>
                  <a:tcPr marL="9525" marR="9525" marT="9525" marB="0" anchor="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63854440"/>
                  </a:ext>
                </a:extLst>
              </a:tr>
              <a:tr h="240755">
                <a:tc>
                  <a:txBody>
                    <a:bodyPr/>
                    <a:lstStyle/>
                    <a:p>
                      <a:pPr algn="ctr" fontAlgn="b"/>
                      <a:r>
                        <a:rPr lang="en-US" sz="1600" u="none" strike="noStrike" dirty="0">
                          <a:effectLst/>
                        </a:rPr>
                        <a:t>Y1</a:t>
                      </a:r>
                      <a:endParaRPr lang="en-US" sz="1600" b="0" i="0" u="none" strike="noStrike" dirty="0">
                        <a:solidFill>
                          <a:srgbClr val="000000"/>
                        </a:solidFill>
                        <a:effectLst/>
                        <a:latin typeface="Verdana" panose="020B0604030504040204" pitchFamily="34" charset="0"/>
                      </a:endParaRPr>
                    </a:p>
                  </a:txBody>
                  <a:tcPr marL="9525" marR="9525" marT="9525" marB="0" anchor="b">
                    <a:noFill/>
                  </a:tcPr>
                </a:tc>
                <a:tc>
                  <a:txBody>
                    <a:bodyPr/>
                    <a:lstStyle/>
                    <a:p>
                      <a:pPr algn="ctr" fontAlgn="b"/>
                      <a:r>
                        <a:rPr lang="en-US" sz="1600" u="none" strike="noStrike" dirty="0">
                          <a:effectLst/>
                        </a:rPr>
                        <a:t>20,106</a:t>
                      </a:r>
                      <a:endParaRPr lang="en-US" sz="1600" b="0" i="0" u="none" strike="noStrike" dirty="0">
                        <a:solidFill>
                          <a:srgbClr val="000000"/>
                        </a:solidFill>
                        <a:effectLst/>
                        <a:latin typeface="Verdana" panose="020B0604030504040204" pitchFamily="34" charset="0"/>
                      </a:endParaRPr>
                    </a:p>
                  </a:txBody>
                  <a:tcPr marL="9525" marR="9525" marT="9525" marB="0" anchor="b">
                    <a:noFill/>
                  </a:tcPr>
                </a:tc>
                <a:tc>
                  <a:txBody>
                    <a:bodyPr/>
                    <a:lstStyle/>
                    <a:p>
                      <a:pPr algn="ctr" fontAlgn="b"/>
                      <a:r>
                        <a:rPr lang="en-US" sz="1600" u="none" strike="noStrike" dirty="0">
                          <a:effectLst/>
                        </a:rPr>
                        <a:t>18,278</a:t>
                      </a:r>
                      <a:endParaRPr lang="en-US" sz="1600" b="0" i="0" u="none" strike="noStrike" dirty="0">
                        <a:solidFill>
                          <a:srgbClr val="000000"/>
                        </a:solidFill>
                        <a:effectLst/>
                        <a:latin typeface="Verdana" panose="020B0604030504040204" pitchFamily="34" charset="0"/>
                      </a:endParaRPr>
                    </a:p>
                  </a:txBody>
                  <a:tcPr marL="9525" marR="9525" marT="9525" marB="0" anchor="b">
                    <a:noFill/>
                  </a:tcPr>
                </a:tc>
                <a:tc>
                  <a:txBody>
                    <a:bodyPr/>
                    <a:lstStyle/>
                    <a:p>
                      <a:pPr algn="ctr" fontAlgn="b"/>
                      <a:endParaRPr lang="en-US" sz="1800" b="0" i="0" u="none" strike="noStrike">
                        <a:solidFill>
                          <a:srgbClr val="000000"/>
                        </a:solidFill>
                        <a:effectLst/>
                        <a:latin typeface="Verdana" panose="020B0604030504040204" pitchFamily="34" charset="0"/>
                      </a:endParaRPr>
                    </a:p>
                  </a:txBody>
                  <a:tcPr marL="9525" marR="9525" marT="9525" marB="0" anchor="b">
                    <a:noFill/>
                  </a:tcPr>
                </a:tc>
                <a:tc>
                  <a:txBody>
                    <a:bodyPr/>
                    <a:lstStyle/>
                    <a:p>
                      <a:pPr algn="l" fontAlgn="b"/>
                      <a:endParaRPr lang="en-US" sz="1800" b="0" i="0" u="none" strike="noStrike">
                        <a:solidFill>
                          <a:srgbClr val="000000"/>
                        </a:solidFill>
                        <a:effectLst/>
                        <a:latin typeface="Verdana" panose="020B0604030504040204" pitchFamily="34" charset="0"/>
                      </a:endParaRPr>
                    </a:p>
                  </a:txBody>
                  <a:tcPr marL="9525" marR="9525" marT="9525" marB="0" anchor="b">
                    <a:noFill/>
                  </a:tcPr>
                </a:tc>
                <a:extLst>
                  <a:ext uri="{0D108BD9-81ED-4DB2-BD59-A6C34878D82A}">
                    <a16:rowId xmlns:a16="http://schemas.microsoft.com/office/drawing/2014/main" val="2710215315"/>
                  </a:ext>
                </a:extLst>
              </a:tr>
              <a:tr h="240755">
                <a:tc>
                  <a:txBody>
                    <a:bodyPr/>
                    <a:lstStyle/>
                    <a:p>
                      <a:pPr algn="ctr" fontAlgn="b"/>
                      <a:r>
                        <a:rPr lang="en-US" sz="1600" u="none" strike="noStrike" dirty="0">
                          <a:effectLst/>
                        </a:rPr>
                        <a:t>Y2</a:t>
                      </a:r>
                      <a:endParaRPr lang="en-US" sz="1600" b="0" i="0" u="none" strike="noStrike" dirty="0">
                        <a:solidFill>
                          <a:srgbClr val="000000"/>
                        </a:solidFill>
                        <a:effectLst/>
                        <a:latin typeface="Verdana" panose="020B0604030504040204" pitchFamily="34" charset="0"/>
                      </a:endParaRPr>
                    </a:p>
                  </a:txBody>
                  <a:tcPr marL="9525" marR="9525" marT="9525" marB="0" anchor="b">
                    <a:noFill/>
                  </a:tcPr>
                </a:tc>
                <a:tc>
                  <a:txBody>
                    <a:bodyPr/>
                    <a:lstStyle/>
                    <a:p>
                      <a:pPr algn="ctr" fontAlgn="b"/>
                      <a:r>
                        <a:rPr lang="en-US" sz="1600" u="none" strike="noStrike" dirty="0">
                          <a:effectLst/>
                        </a:rPr>
                        <a:t>20,106</a:t>
                      </a:r>
                      <a:endParaRPr lang="en-US" sz="1600" b="0" i="0" u="none" strike="noStrike" dirty="0">
                        <a:solidFill>
                          <a:srgbClr val="000000"/>
                        </a:solidFill>
                        <a:effectLst/>
                        <a:latin typeface="Verdana" panose="020B0604030504040204" pitchFamily="34" charset="0"/>
                      </a:endParaRPr>
                    </a:p>
                  </a:txBody>
                  <a:tcPr marL="9525" marR="9525" marT="9525" marB="0" anchor="b">
                    <a:noFill/>
                  </a:tcPr>
                </a:tc>
                <a:tc>
                  <a:txBody>
                    <a:bodyPr/>
                    <a:lstStyle/>
                    <a:p>
                      <a:pPr algn="ctr" fontAlgn="b"/>
                      <a:r>
                        <a:rPr lang="en-US" sz="1600" u="none" strike="noStrike" dirty="0">
                          <a:effectLst/>
                        </a:rPr>
                        <a:t>16,616</a:t>
                      </a:r>
                      <a:endParaRPr lang="en-US" sz="1600" b="0" i="0" u="none" strike="noStrike" dirty="0">
                        <a:solidFill>
                          <a:srgbClr val="000000"/>
                        </a:solidFill>
                        <a:effectLst/>
                        <a:latin typeface="Verdana" panose="020B0604030504040204" pitchFamily="34" charset="0"/>
                      </a:endParaRPr>
                    </a:p>
                  </a:txBody>
                  <a:tcPr marL="9525" marR="9525" marT="9525" marB="0" anchor="b">
                    <a:noFill/>
                  </a:tcPr>
                </a:tc>
                <a:tc>
                  <a:txBody>
                    <a:bodyPr/>
                    <a:lstStyle/>
                    <a:p>
                      <a:pPr algn="ctr" fontAlgn="b"/>
                      <a:endParaRPr lang="en-US" sz="1800" b="0" i="0" u="none" strike="noStrike" dirty="0">
                        <a:solidFill>
                          <a:srgbClr val="000000"/>
                        </a:solidFill>
                        <a:effectLst/>
                        <a:latin typeface="Verdana" panose="020B0604030504040204" pitchFamily="34" charset="0"/>
                      </a:endParaRPr>
                    </a:p>
                  </a:txBody>
                  <a:tcPr marL="9525" marR="9525" marT="9525" marB="0" anchor="b">
                    <a:noFill/>
                  </a:tcPr>
                </a:tc>
                <a:tc>
                  <a:txBody>
                    <a:bodyPr/>
                    <a:lstStyle/>
                    <a:p>
                      <a:pPr algn="l" fontAlgn="b"/>
                      <a:endParaRPr lang="en-US" sz="1800" b="0" i="0" u="none" strike="noStrike" dirty="0">
                        <a:solidFill>
                          <a:srgbClr val="000000"/>
                        </a:solidFill>
                        <a:effectLst/>
                        <a:latin typeface="Verdana" panose="020B0604030504040204" pitchFamily="34" charset="0"/>
                      </a:endParaRPr>
                    </a:p>
                  </a:txBody>
                  <a:tcPr marL="9525" marR="9525" marT="9525" marB="0" anchor="b">
                    <a:noFill/>
                  </a:tcPr>
                </a:tc>
                <a:extLst>
                  <a:ext uri="{0D108BD9-81ED-4DB2-BD59-A6C34878D82A}">
                    <a16:rowId xmlns:a16="http://schemas.microsoft.com/office/drawing/2014/main" val="1369776407"/>
                  </a:ext>
                </a:extLst>
              </a:tr>
              <a:tr h="240755">
                <a:tc>
                  <a:txBody>
                    <a:bodyPr/>
                    <a:lstStyle/>
                    <a:p>
                      <a:pPr algn="ctr" fontAlgn="b"/>
                      <a:r>
                        <a:rPr lang="en-US" sz="1600" u="none" strike="noStrike" dirty="0">
                          <a:effectLst/>
                        </a:rPr>
                        <a:t>Y3</a:t>
                      </a:r>
                      <a:endParaRPr lang="en-US" sz="1600" b="0" i="0" u="none" strike="noStrike" dirty="0">
                        <a:solidFill>
                          <a:srgbClr val="000000"/>
                        </a:solidFill>
                        <a:effectLst/>
                        <a:latin typeface="Verdana" panose="020B0604030504040204" pitchFamily="34" charset="0"/>
                      </a:endParaRPr>
                    </a:p>
                  </a:txBody>
                  <a:tcPr marL="9525" marR="9525" marT="9525" marB="0" anchor="b">
                    <a:noFill/>
                  </a:tcPr>
                </a:tc>
                <a:tc>
                  <a:txBody>
                    <a:bodyPr/>
                    <a:lstStyle/>
                    <a:p>
                      <a:pPr algn="ctr" fontAlgn="b"/>
                      <a:r>
                        <a:rPr lang="en-US" sz="1600" u="none" strike="noStrike" dirty="0">
                          <a:effectLst/>
                        </a:rPr>
                        <a:t>20,106</a:t>
                      </a:r>
                      <a:endParaRPr lang="en-US" sz="1600" b="0" i="0" u="none" strike="noStrike" dirty="0">
                        <a:solidFill>
                          <a:srgbClr val="000000"/>
                        </a:solidFill>
                        <a:effectLst/>
                        <a:latin typeface="Verdana" panose="020B0604030504040204" pitchFamily="34" charset="0"/>
                      </a:endParaRPr>
                    </a:p>
                  </a:txBody>
                  <a:tcPr marL="9525" marR="9525" marT="9525" marB="0" anchor="b">
                    <a:noFill/>
                  </a:tcPr>
                </a:tc>
                <a:tc>
                  <a:txBody>
                    <a:bodyPr/>
                    <a:lstStyle/>
                    <a:p>
                      <a:pPr algn="ctr" fontAlgn="b"/>
                      <a:r>
                        <a:rPr lang="en-US" sz="1600" u="none" strike="noStrike" dirty="0">
                          <a:effectLst/>
                        </a:rPr>
                        <a:t>15,106</a:t>
                      </a:r>
                      <a:endParaRPr lang="en-US" sz="1600" b="0" i="0" u="none" strike="noStrike" dirty="0">
                        <a:solidFill>
                          <a:srgbClr val="000000"/>
                        </a:solidFill>
                        <a:effectLst/>
                        <a:latin typeface="Verdana" panose="020B0604030504040204" pitchFamily="34" charset="0"/>
                      </a:endParaRPr>
                    </a:p>
                  </a:txBody>
                  <a:tcPr marL="9525" marR="9525" marT="9525" marB="0" anchor="b">
                    <a:lnB w="12700" cap="flat" cmpd="sng" algn="ctr">
                      <a:solidFill>
                        <a:schemeClr val="tx1"/>
                      </a:solidFill>
                      <a:prstDash val="solid"/>
                      <a:round/>
                      <a:headEnd type="none" w="med" len="med"/>
                      <a:tailEnd type="none" w="med" len="med"/>
                    </a:lnB>
                    <a:noFill/>
                  </a:tcPr>
                </a:tc>
                <a:tc>
                  <a:txBody>
                    <a:bodyPr/>
                    <a:lstStyle/>
                    <a:p>
                      <a:pPr algn="ctr" fontAlgn="b"/>
                      <a:endParaRPr lang="en-US" sz="1800" b="0" i="0" u="none" strike="noStrike" dirty="0">
                        <a:solidFill>
                          <a:srgbClr val="000000"/>
                        </a:solidFill>
                        <a:effectLst/>
                        <a:latin typeface="Verdana" panose="020B0604030504040204" pitchFamily="34" charset="0"/>
                      </a:endParaRPr>
                    </a:p>
                  </a:txBody>
                  <a:tcPr marL="9525" marR="9525" marT="9525" marB="0" anchor="b">
                    <a:noFill/>
                  </a:tcPr>
                </a:tc>
                <a:tc>
                  <a:txBody>
                    <a:bodyPr/>
                    <a:lstStyle/>
                    <a:p>
                      <a:pPr algn="l" fontAlgn="b"/>
                      <a:endParaRPr lang="en-US" sz="1800" b="0" i="0" u="none" strike="noStrike" dirty="0">
                        <a:solidFill>
                          <a:srgbClr val="000000"/>
                        </a:solidFill>
                        <a:effectLst/>
                        <a:latin typeface="Verdana" panose="020B0604030504040204" pitchFamily="34" charset="0"/>
                      </a:endParaRPr>
                    </a:p>
                  </a:txBody>
                  <a:tcPr marL="9525" marR="9525" marT="9525" marB="0" anchor="b">
                    <a:noFill/>
                  </a:tcPr>
                </a:tc>
                <a:extLst>
                  <a:ext uri="{0D108BD9-81ED-4DB2-BD59-A6C34878D82A}">
                    <a16:rowId xmlns:a16="http://schemas.microsoft.com/office/drawing/2014/main" val="1454668143"/>
                  </a:ext>
                </a:extLst>
              </a:tr>
              <a:tr h="240755">
                <a:tc>
                  <a:txBody>
                    <a:bodyPr/>
                    <a:lstStyle/>
                    <a:p>
                      <a:pPr algn="l" fontAlgn="b"/>
                      <a:endParaRPr lang="en-US" sz="1600" b="0" i="0" u="none" strike="noStrike">
                        <a:solidFill>
                          <a:srgbClr val="000000"/>
                        </a:solidFill>
                        <a:effectLst/>
                        <a:latin typeface="Verdana" panose="020B0604030504040204" pitchFamily="34" charset="0"/>
                      </a:endParaRPr>
                    </a:p>
                  </a:txBody>
                  <a:tcPr marL="9525" marR="9525" marT="9525" marB="0" anchor="b">
                    <a:noFill/>
                  </a:tcPr>
                </a:tc>
                <a:tc>
                  <a:txBody>
                    <a:bodyPr/>
                    <a:lstStyle/>
                    <a:p>
                      <a:pPr algn="l" fontAlgn="b"/>
                      <a:endParaRPr lang="en-US" sz="1600" b="0" i="0" u="none" strike="noStrike" dirty="0">
                        <a:solidFill>
                          <a:srgbClr val="000000"/>
                        </a:solidFill>
                        <a:effectLst/>
                        <a:latin typeface="Verdana" panose="020B0604030504040204" pitchFamily="34" charset="0"/>
                      </a:endParaRPr>
                    </a:p>
                  </a:txBody>
                  <a:tcPr marL="9525" marR="9525" marT="9525" marB="0" anchor="b">
                    <a:noFill/>
                  </a:tcPr>
                </a:tc>
                <a:tc>
                  <a:txBody>
                    <a:bodyPr/>
                    <a:lstStyle/>
                    <a:p>
                      <a:pPr algn="ctr" fontAlgn="b"/>
                      <a:r>
                        <a:rPr lang="en-US" sz="1600" b="1" u="none" strike="noStrike" dirty="0">
                          <a:effectLst/>
                        </a:rPr>
                        <a:t>50,000</a:t>
                      </a:r>
                      <a:endParaRPr lang="en-US" sz="1600" b="1" i="0" u="none" strike="noStrike" dirty="0">
                        <a:solidFill>
                          <a:srgbClr val="000000"/>
                        </a:solidFill>
                        <a:effectLst/>
                        <a:latin typeface="Verdana" panose="020B0604030504040204" pitchFamily="34" charset="0"/>
                      </a:endParaRPr>
                    </a:p>
                  </a:txBody>
                  <a:tcPr marL="9525" marR="9525" marT="9525" marB="0" anchor="b">
                    <a:lnT w="12700" cap="flat" cmpd="sng" algn="ctr">
                      <a:solidFill>
                        <a:schemeClr val="tx1"/>
                      </a:solidFill>
                      <a:prstDash val="solid"/>
                      <a:round/>
                      <a:headEnd type="none" w="med" len="med"/>
                      <a:tailEnd type="none" w="med" len="med"/>
                    </a:lnT>
                    <a:noFill/>
                  </a:tcPr>
                </a:tc>
                <a:tc>
                  <a:txBody>
                    <a:bodyPr/>
                    <a:lstStyle/>
                    <a:p>
                      <a:pPr algn="l" fontAlgn="b"/>
                      <a:endParaRPr lang="en-US" sz="1800" b="0" i="0" u="none" strike="noStrike" dirty="0">
                        <a:solidFill>
                          <a:srgbClr val="000000"/>
                        </a:solidFill>
                        <a:effectLst/>
                        <a:latin typeface="Verdana" panose="020B0604030504040204" pitchFamily="34" charset="0"/>
                      </a:endParaRPr>
                    </a:p>
                  </a:txBody>
                  <a:tcPr marL="9525" marR="9525" marT="9525" marB="0" anchor="b">
                    <a:noFill/>
                  </a:tcPr>
                </a:tc>
                <a:tc>
                  <a:txBody>
                    <a:bodyPr/>
                    <a:lstStyle/>
                    <a:p>
                      <a:pPr algn="l" fontAlgn="b"/>
                      <a:endParaRPr lang="en-US" sz="1800" b="0" i="0" u="none" strike="noStrike" dirty="0">
                        <a:solidFill>
                          <a:srgbClr val="000000"/>
                        </a:solidFill>
                        <a:effectLst/>
                        <a:latin typeface="Verdana" panose="020B0604030504040204" pitchFamily="34" charset="0"/>
                      </a:endParaRPr>
                    </a:p>
                  </a:txBody>
                  <a:tcPr marL="9525" marR="9525" marT="9525" marB="0" anchor="b">
                    <a:noFill/>
                  </a:tcPr>
                </a:tc>
                <a:extLst>
                  <a:ext uri="{0D108BD9-81ED-4DB2-BD59-A6C34878D82A}">
                    <a16:rowId xmlns:a16="http://schemas.microsoft.com/office/drawing/2014/main" val="888128775"/>
                  </a:ext>
                </a:extLst>
              </a:tr>
            </a:tbl>
          </a:graphicData>
        </a:graphic>
      </p:graphicFrame>
      <p:graphicFrame>
        <p:nvGraphicFramePr>
          <p:cNvPr id="9" name="Table 8">
            <a:extLst>
              <a:ext uri="{FF2B5EF4-FFF2-40B4-BE49-F238E27FC236}">
                <a16:creationId xmlns:a16="http://schemas.microsoft.com/office/drawing/2014/main" id="{6A03DF39-5F45-0CC1-422E-C530AA327CC4}"/>
              </a:ext>
            </a:extLst>
          </p:cNvPr>
          <p:cNvGraphicFramePr>
            <a:graphicFrameLocks noGrp="1"/>
          </p:cNvGraphicFramePr>
          <p:nvPr>
            <p:extLst>
              <p:ext uri="{D42A27DB-BD31-4B8C-83A1-F6EECF244321}">
                <p14:modId xmlns:p14="http://schemas.microsoft.com/office/powerpoint/2010/main" val="1286875080"/>
              </p:ext>
            </p:extLst>
          </p:nvPr>
        </p:nvGraphicFramePr>
        <p:xfrm>
          <a:off x="3060768" y="3260263"/>
          <a:ext cx="5573673" cy="1016000"/>
        </p:xfrm>
        <a:graphic>
          <a:graphicData uri="http://schemas.openxmlformats.org/drawingml/2006/table">
            <a:tbl>
              <a:tblPr>
                <a:tableStyleId>{5C22544A-7EE6-4342-B048-85BDC9FD1C3A}</a:tableStyleId>
              </a:tblPr>
              <a:tblGrid>
                <a:gridCol w="983830">
                  <a:extLst>
                    <a:ext uri="{9D8B030D-6E8A-4147-A177-3AD203B41FA5}">
                      <a16:colId xmlns:a16="http://schemas.microsoft.com/office/drawing/2014/main" val="2923817641"/>
                    </a:ext>
                  </a:extLst>
                </a:gridCol>
                <a:gridCol w="1899810">
                  <a:extLst>
                    <a:ext uri="{9D8B030D-6E8A-4147-A177-3AD203B41FA5}">
                      <a16:colId xmlns:a16="http://schemas.microsoft.com/office/drawing/2014/main" val="1413510951"/>
                    </a:ext>
                  </a:extLst>
                </a:gridCol>
                <a:gridCol w="1598253">
                  <a:extLst>
                    <a:ext uri="{9D8B030D-6E8A-4147-A177-3AD203B41FA5}">
                      <a16:colId xmlns:a16="http://schemas.microsoft.com/office/drawing/2014/main" val="430230615"/>
                    </a:ext>
                  </a:extLst>
                </a:gridCol>
                <a:gridCol w="107950">
                  <a:extLst>
                    <a:ext uri="{9D8B030D-6E8A-4147-A177-3AD203B41FA5}">
                      <a16:colId xmlns:a16="http://schemas.microsoft.com/office/drawing/2014/main" val="2572532091"/>
                    </a:ext>
                  </a:extLst>
                </a:gridCol>
                <a:gridCol w="983830">
                  <a:extLst>
                    <a:ext uri="{9D8B030D-6E8A-4147-A177-3AD203B41FA5}">
                      <a16:colId xmlns:a16="http://schemas.microsoft.com/office/drawing/2014/main" val="1318179624"/>
                    </a:ext>
                  </a:extLst>
                </a:gridCol>
              </a:tblGrid>
              <a:tr h="254000">
                <a:tc>
                  <a:txBody>
                    <a:bodyPr/>
                    <a:lstStyle/>
                    <a:p>
                      <a:pPr algn="ctr" fontAlgn="b"/>
                      <a:r>
                        <a:rPr lang="en-US" sz="1400" u="sng" strike="noStrike" dirty="0">
                          <a:effectLst/>
                        </a:rPr>
                        <a:t>Year</a:t>
                      </a:r>
                      <a:endParaRPr lang="en-US" sz="1400" b="1" i="0" u="sng" strike="noStrike" dirty="0">
                        <a:solidFill>
                          <a:srgbClr val="000000"/>
                        </a:solidFill>
                        <a:effectLst/>
                        <a:latin typeface="Verdana" panose="020B0604030504040204" pitchFamily="34" charset="0"/>
                      </a:endParaRPr>
                    </a:p>
                  </a:txBody>
                  <a:tcPr marL="9525" marR="9525" marT="9525" marB="0" anchor="b">
                    <a:noFill/>
                  </a:tcPr>
                </a:tc>
                <a:tc>
                  <a:txBody>
                    <a:bodyPr/>
                    <a:lstStyle/>
                    <a:p>
                      <a:pPr algn="ctr" fontAlgn="b"/>
                      <a:r>
                        <a:rPr lang="en-US" sz="1400" u="sng" strike="noStrike" dirty="0">
                          <a:effectLst/>
                        </a:rPr>
                        <a:t>Amount</a:t>
                      </a:r>
                      <a:endParaRPr lang="en-US" sz="1400" b="1" i="0" u="sng" strike="noStrike" dirty="0">
                        <a:solidFill>
                          <a:srgbClr val="000000"/>
                        </a:solidFill>
                        <a:effectLst/>
                        <a:latin typeface="Verdana" panose="020B0604030504040204" pitchFamily="34" charset="0"/>
                      </a:endParaRPr>
                    </a:p>
                  </a:txBody>
                  <a:tcPr marL="9525" marR="9525" marT="9525" marB="0" anchor="b">
                    <a:noFill/>
                  </a:tcPr>
                </a:tc>
                <a:tc gridSpan="3">
                  <a:txBody>
                    <a:bodyPr/>
                    <a:lstStyle/>
                    <a:p>
                      <a:pPr algn="l" fontAlgn="b"/>
                      <a:r>
                        <a:rPr lang="en-US" sz="1400" u="sng" strike="noStrike" dirty="0">
                          <a:effectLst/>
                        </a:rPr>
                        <a:t>PV at beginning of Y2</a:t>
                      </a:r>
                      <a:endParaRPr lang="en-US" sz="1400" b="1" i="0" u="sng" strike="noStrike" dirty="0">
                        <a:solidFill>
                          <a:srgbClr val="000000"/>
                        </a:solidFill>
                        <a:effectLst/>
                        <a:latin typeface="Verdana" panose="020B0604030504040204" pitchFamily="34" charset="0"/>
                      </a:endParaRPr>
                    </a:p>
                  </a:txBody>
                  <a:tcPr marL="9525" marR="9525" marT="9525" marB="0" anchor="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63854440"/>
                  </a:ext>
                </a:extLst>
              </a:tr>
              <a:tr h="254000">
                <a:tc>
                  <a:txBody>
                    <a:bodyPr/>
                    <a:lstStyle/>
                    <a:p>
                      <a:pPr algn="ctr" fontAlgn="b"/>
                      <a:r>
                        <a:rPr lang="en-US" sz="1400" u="none" strike="noStrike" dirty="0">
                          <a:effectLst/>
                        </a:rPr>
                        <a:t>Y2</a:t>
                      </a:r>
                      <a:endParaRPr lang="en-US" sz="1400" b="0" i="0" u="none" strike="noStrike" dirty="0">
                        <a:solidFill>
                          <a:srgbClr val="000000"/>
                        </a:solidFill>
                        <a:effectLst/>
                        <a:latin typeface="Verdana" panose="020B0604030504040204" pitchFamily="34" charset="0"/>
                      </a:endParaRPr>
                    </a:p>
                  </a:txBody>
                  <a:tcPr marL="9525" marR="9525" marT="9525" marB="0" anchor="b">
                    <a:noFill/>
                  </a:tcPr>
                </a:tc>
                <a:tc>
                  <a:txBody>
                    <a:bodyPr/>
                    <a:lstStyle/>
                    <a:p>
                      <a:pPr algn="ctr" fontAlgn="b"/>
                      <a:r>
                        <a:rPr lang="en-US" sz="1400" u="none" strike="noStrike" dirty="0">
                          <a:effectLst/>
                        </a:rPr>
                        <a:t>20,106</a:t>
                      </a:r>
                      <a:endParaRPr lang="en-US" sz="1400" b="0" i="0" u="none" strike="noStrike" dirty="0">
                        <a:solidFill>
                          <a:srgbClr val="000000"/>
                        </a:solidFill>
                        <a:effectLst/>
                        <a:latin typeface="Verdana" panose="020B0604030504040204" pitchFamily="34" charset="0"/>
                      </a:endParaRPr>
                    </a:p>
                  </a:txBody>
                  <a:tcPr marL="9525" marR="9525" marT="9525" marB="0" anchor="b">
                    <a:noFill/>
                  </a:tcPr>
                </a:tc>
                <a:tc>
                  <a:txBody>
                    <a:bodyPr/>
                    <a:lstStyle/>
                    <a:p>
                      <a:pPr algn="ctr" fontAlgn="b"/>
                      <a:r>
                        <a:rPr lang="en-US" sz="1400" u="none" strike="noStrike" dirty="0">
                          <a:effectLst/>
                        </a:rPr>
                        <a:t>18,278</a:t>
                      </a:r>
                      <a:endParaRPr lang="en-US" sz="1400" b="0" i="0" u="none" strike="noStrike" dirty="0">
                        <a:solidFill>
                          <a:srgbClr val="000000"/>
                        </a:solidFill>
                        <a:effectLst/>
                        <a:latin typeface="Verdana" panose="020B0604030504040204" pitchFamily="34" charset="0"/>
                      </a:endParaRPr>
                    </a:p>
                  </a:txBody>
                  <a:tcPr marL="9525" marR="9525" marT="9525" marB="0" anchor="b">
                    <a:noFill/>
                  </a:tcPr>
                </a:tc>
                <a:tc>
                  <a:txBody>
                    <a:bodyPr/>
                    <a:lstStyle/>
                    <a:p>
                      <a:pPr algn="ctr" fontAlgn="b"/>
                      <a:endParaRPr lang="en-US" sz="1600" b="0" i="0" u="none" strike="noStrike">
                        <a:solidFill>
                          <a:srgbClr val="000000"/>
                        </a:solidFill>
                        <a:effectLst/>
                        <a:latin typeface="Verdana" panose="020B0604030504040204" pitchFamily="34" charset="0"/>
                      </a:endParaRPr>
                    </a:p>
                  </a:txBody>
                  <a:tcPr marL="9525" marR="9525" marT="9525" marB="0" anchor="b">
                    <a:noFill/>
                  </a:tcPr>
                </a:tc>
                <a:tc>
                  <a:txBody>
                    <a:bodyPr/>
                    <a:lstStyle/>
                    <a:p>
                      <a:pPr algn="l" fontAlgn="b"/>
                      <a:endParaRPr lang="en-US" sz="1600" b="0" i="0" u="none" strike="noStrike" dirty="0">
                        <a:solidFill>
                          <a:srgbClr val="000000"/>
                        </a:solidFill>
                        <a:effectLst/>
                        <a:latin typeface="Verdana" panose="020B0604030504040204" pitchFamily="34" charset="0"/>
                      </a:endParaRPr>
                    </a:p>
                  </a:txBody>
                  <a:tcPr marL="9525" marR="9525" marT="9525" marB="0" anchor="b">
                    <a:noFill/>
                  </a:tcPr>
                </a:tc>
                <a:extLst>
                  <a:ext uri="{0D108BD9-81ED-4DB2-BD59-A6C34878D82A}">
                    <a16:rowId xmlns:a16="http://schemas.microsoft.com/office/drawing/2014/main" val="2710215315"/>
                  </a:ext>
                </a:extLst>
              </a:tr>
              <a:tr h="254000">
                <a:tc>
                  <a:txBody>
                    <a:bodyPr/>
                    <a:lstStyle/>
                    <a:p>
                      <a:pPr algn="ctr" fontAlgn="b"/>
                      <a:r>
                        <a:rPr lang="en-US" sz="1400" u="none" strike="noStrike" dirty="0">
                          <a:effectLst/>
                        </a:rPr>
                        <a:t>Y3</a:t>
                      </a:r>
                      <a:endParaRPr lang="en-US" sz="1400" b="0" i="0" u="none" strike="noStrike" dirty="0">
                        <a:solidFill>
                          <a:srgbClr val="000000"/>
                        </a:solidFill>
                        <a:effectLst/>
                        <a:latin typeface="Verdana" panose="020B0604030504040204" pitchFamily="34" charset="0"/>
                      </a:endParaRPr>
                    </a:p>
                  </a:txBody>
                  <a:tcPr marL="9525" marR="9525" marT="9525" marB="0" anchor="b">
                    <a:noFill/>
                  </a:tcPr>
                </a:tc>
                <a:tc>
                  <a:txBody>
                    <a:bodyPr/>
                    <a:lstStyle/>
                    <a:p>
                      <a:pPr algn="ctr" fontAlgn="b"/>
                      <a:r>
                        <a:rPr lang="en-US" sz="1400" u="none" strike="noStrike" dirty="0">
                          <a:effectLst/>
                        </a:rPr>
                        <a:t>20,106</a:t>
                      </a:r>
                      <a:endParaRPr lang="en-US" sz="1400" b="0" i="0" u="none" strike="noStrike" dirty="0">
                        <a:solidFill>
                          <a:srgbClr val="000000"/>
                        </a:solidFill>
                        <a:effectLst/>
                        <a:latin typeface="Verdana" panose="020B0604030504040204" pitchFamily="34" charset="0"/>
                      </a:endParaRPr>
                    </a:p>
                  </a:txBody>
                  <a:tcPr marL="9525" marR="9525" marT="9525" marB="0" anchor="b">
                    <a:noFill/>
                  </a:tcPr>
                </a:tc>
                <a:tc>
                  <a:txBody>
                    <a:bodyPr/>
                    <a:lstStyle/>
                    <a:p>
                      <a:pPr algn="ctr" fontAlgn="b"/>
                      <a:r>
                        <a:rPr lang="en-US" sz="1400" u="none" strike="noStrike" dirty="0">
                          <a:effectLst/>
                        </a:rPr>
                        <a:t>16,616</a:t>
                      </a:r>
                      <a:endParaRPr lang="en-US" sz="1400" b="0" i="0" u="none" strike="noStrike" dirty="0">
                        <a:solidFill>
                          <a:srgbClr val="000000"/>
                        </a:solidFill>
                        <a:effectLst/>
                        <a:latin typeface="Verdana" panose="020B0604030504040204" pitchFamily="34" charset="0"/>
                      </a:endParaRPr>
                    </a:p>
                  </a:txBody>
                  <a:tcPr marL="9525" marR="9525" marT="9525" marB="0" anchor="b">
                    <a:lnB w="12700" cap="flat" cmpd="sng" algn="ctr">
                      <a:solidFill>
                        <a:schemeClr val="tx1"/>
                      </a:solidFill>
                      <a:prstDash val="solid"/>
                      <a:round/>
                      <a:headEnd type="none" w="med" len="med"/>
                      <a:tailEnd type="none" w="med" len="med"/>
                    </a:lnB>
                    <a:noFill/>
                  </a:tcPr>
                </a:tc>
                <a:tc>
                  <a:txBody>
                    <a:bodyPr/>
                    <a:lstStyle/>
                    <a:p>
                      <a:pPr algn="ctr" fontAlgn="b"/>
                      <a:endParaRPr lang="en-US" sz="1600" b="0" i="0" u="none" strike="noStrike">
                        <a:solidFill>
                          <a:srgbClr val="000000"/>
                        </a:solidFill>
                        <a:effectLst/>
                        <a:latin typeface="Verdana" panose="020B0604030504040204" pitchFamily="34" charset="0"/>
                      </a:endParaRPr>
                    </a:p>
                  </a:txBody>
                  <a:tcPr marL="9525" marR="9525" marT="9525" marB="0" anchor="b">
                    <a:noFill/>
                  </a:tcPr>
                </a:tc>
                <a:tc>
                  <a:txBody>
                    <a:bodyPr/>
                    <a:lstStyle/>
                    <a:p>
                      <a:pPr algn="l" fontAlgn="b"/>
                      <a:endParaRPr lang="en-US" sz="1600" b="0" i="0" u="none" strike="noStrike">
                        <a:solidFill>
                          <a:srgbClr val="000000"/>
                        </a:solidFill>
                        <a:effectLst/>
                        <a:latin typeface="Verdana" panose="020B0604030504040204" pitchFamily="34" charset="0"/>
                      </a:endParaRPr>
                    </a:p>
                  </a:txBody>
                  <a:tcPr marL="9525" marR="9525" marT="9525" marB="0" anchor="b">
                    <a:noFill/>
                  </a:tcPr>
                </a:tc>
                <a:extLst>
                  <a:ext uri="{0D108BD9-81ED-4DB2-BD59-A6C34878D82A}">
                    <a16:rowId xmlns:a16="http://schemas.microsoft.com/office/drawing/2014/main" val="1369776407"/>
                  </a:ext>
                </a:extLst>
              </a:tr>
              <a:tr h="254000">
                <a:tc>
                  <a:txBody>
                    <a:bodyPr/>
                    <a:lstStyle/>
                    <a:p>
                      <a:pPr algn="l" fontAlgn="b"/>
                      <a:endParaRPr lang="en-US" sz="1400" b="0" i="0" u="none" strike="noStrike">
                        <a:solidFill>
                          <a:srgbClr val="000000"/>
                        </a:solidFill>
                        <a:effectLst/>
                        <a:latin typeface="Verdana" panose="020B0604030504040204" pitchFamily="34" charset="0"/>
                      </a:endParaRPr>
                    </a:p>
                  </a:txBody>
                  <a:tcPr marL="9525" marR="9525" marT="9525" marB="0" anchor="b">
                    <a:noFill/>
                  </a:tcPr>
                </a:tc>
                <a:tc>
                  <a:txBody>
                    <a:bodyPr/>
                    <a:lstStyle/>
                    <a:p>
                      <a:pPr algn="l" fontAlgn="b"/>
                      <a:endParaRPr lang="en-US" sz="1400" b="0" i="0" u="none" strike="noStrike">
                        <a:solidFill>
                          <a:srgbClr val="000000"/>
                        </a:solidFill>
                        <a:effectLst/>
                        <a:latin typeface="Verdana" panose="020B0604030504040204" pitchFamily="34" charset="0"/>
                      </a:endParaRPr>
                    </a:p>
                  </a:txBody>
                  <a:tcPr marL="9525" marR="9525" marT="9525" marB="0" anchor="b">
                    <a:noFill/>
                  </a:tcPr>
                </a:tc>
                <a:tc>
                  <a:txBody>
                    <a:bodyPr/>
                    <a:lstStyle/>
                    <a:p>
                      <a:pPr algn="ctr" fontAlgn="b"/>
                      <a:r>
                        <a:rPr lang="en-US" sz="1400" b="1" u="none" strike="noStrike" dirty="0">
                          <a:effectLst/>
                        </a:rPr>
                        <a:t>34,894</a:t>
                      </a:r>
                      <a:endParaRPr lang="en-US" sz="1400" b="1" i="0" u="none" strike="noStrike" dirty="0">
                        <a:solidFill>
                          <a:srgbClr val="000000"/>
                        </a:solidFill>
                        <a:effectLst/>
                        <a:latin typeface="Verdana" panose="020B0604030504040204" pitchFamily="34" charset="0"/>
                      </a:endParaRPr>
                    </a:p>
                  </a:txBody>
                  <a:tcPr marL="9525" marR="9525" marT="9525" marB="0" anchor="b">
                    <a:lnT w="12700" cap="flat" cmpd="sng" algn="ctr">
                      <a:solidFill>
                        <a:schemeClr val="tx1"/>
                      </a:solidFill>
                      <a:prstDash val="solid"/>
                      <a:round/>
                      <a:headEnd type="none" w="med" len="med"/>
                      <a:tailEnd type="none" w="med" len="med"/>
                    </a:lnT>
                    <a:noFill/>
                  </a:tcPr>
                </a:tc>
                <a:tc>
                  <a:txBody>
                    <a:bodyPr/>
                    <a:lstStyle/>
                    <a:p>
                      <a:pPr algn="l" fontAlgn="b"/>
                      <a:endParaRPr lang="en-US" sz="1600" b="0" i="0" u="none" strike="noStrike" dirty="0">
                        <a:solidFill>
                          <a:srgbClr val="000000"/>
                        </a:solidFill>
                        <a:effectLst/>
                        <a:latin typeface="Verdana" panose="020B0604030504040204" pitchFamily="34" charset="0"/>
                      </a:endParaRPr>
                    </a:p>
                  </a:txBody>
                  <a:tcPr marL="9525" marR="9525" marT="9525" marB="0" anchor="b">
                    <a:noFill/>
                  </a:tcPr>
                </a:tc>
                <a:tc>
                  <a:txBody>
                    <a:bodyPr/>
                    <a:lstStyle/>
                    <a:p>
                      <a:pPr algn="l" fontAlgn="b"/>
                      <a:endParaRPr lang="en-US" sz="1600" b="0" i="0" u="none" strike="noStrike" dirty="0">
                        <a:solidFill>
                          <a:srgbClr val="000000"/>
                        </a:solidFill>
                        <a:effectLst/>
                        <a:latin typeface="Verdana" panose="020B0604030504040204" pitchFamily="34" charset="0"/>
                      </a:endParaRPr>
                    </a:p>
                  </a:txBody>
                  <a:tcPr marL="9525" marR="9525" marT="9525" marB="0" anchor="b">
                    <a:noFill/>
                  </a:tcPr>
                </a:tc>
                <a:extLst>
                  <a:ext uri="{0D108BD9-81ED-4DB2-BD59-A6C34878D82A}">
                    <a16:rowId xmlns:a16="http://schemas.microsoft.com/office/drawing/2014/main" val="888128775"/>
                  </a:ext>
                </a:extLst>
              </a:tr>
            </a:tbl>
          </a:graphicData>
        </a:graphic>
      </p:graphicFrame>
      <p:cxnSp>
        <p:nvCxnSpPr>
          <p:cNvPr id="11" name="Straight Connector 10">
            <a:extLst>
              <a:ext uri="{FF2B5EF4-FFF2-40B4-BE49-F238E27FC236}">
                <a16:creationId xmlns:a16="http://schemas.microsoft.com/office/drawing/2014/main" id="{A1367C30-BAD2-400D-1FF4-2CF05ABCC283}"/>
              </a:ext>
            </a:extLst>
          </p:cNvPr>
          <p:cNvCxnSpPr>
            <a:cxnSpLocks/>
          </p:cNvCxnSpPr>
          <p:nvPr/>
        </p:nvCxnSpPr>
        <p:spPr>
          <a:xfrm>
            <a:off x="3245476" y="3163239"/>
            <a:ext cx="4780924"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B0588ED-DF56-6911-B188-88340081073C}"/>
              </a:ext>
            </a:extLst>
          </p:cNvPr>
          <p:cNvCxnSpPr>
            <a:cxnSpLocks/>
          </p:cNvCxnSpPr>
          <p:nvPr/>
        </p:nvCxnSpPr>
        <p:spPr>
          <a:xfrm flipH="1" flipV="1">
            <a:off x="7314616" y="2909395"/>
            <a:ext cx="2181155" cy="3237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54B6DDE-8DA3-FE57-3E4E-C6CED0BA1D84}"/>
              </a:ext>
            </a:extLst>
          </p:cNvPr>
          <p:cNvCxnSpPr>
            <a:cxnSpLocks/>
          </p:cNvCxnSpPr>
          <p:nvPr/>
        </p:nvCxnSpPr>
        <p:spPr>
          <a:xfrm flipH="1">
            <a:off x="7250806" y="3401959"/>
            <a:ext cx="2211745" cy="7284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037A505C-EB61-40C7-6E42-BF3D809F763E}"/>
              </a:ext>
            </a:extLst>
          </p:cNvPr>
          <p:cNvSpPr txBox="1"/>
          <p:nvPr/>
        </p:nvSpPr>
        <p:spPr>
          <a:xfrm>
            <a:off x="9541574" y="3163239"/>
            <a:ext cx="2202287" cy="369332"/>
          </a:xfrm>
          <a:prstGeom prst="rect">
            <a:avLst/>
          </a:prstGeom>
          <a:noFill/>
          <a:ln w="25400">
            <a:solidFill>
              <a:schemeClr val="accent1">
                <a:shade val="95000"/>
                <a:satMod val="105000"/>
              </a:schemeClr>
            </a:solidFill>
          </a:ln>
        </p:spPr>
        <p:txBody>
          <a:bodyPr wrap="square" rtlCol="0">
            <a:spAutoFit/>
          </a:bodyPr>
          <a:lstStyle/>
          <a:p>
            <a:r>
              <a:rPr lang="en-US" b="1" dirty="0"/>
              <a:t>Difference = 15,106</a:t>
            </a:r>
          </a:p>
        </p:txBody>
      </p:sp>
      <p:cxnSp>
        <p:nvCxnSpPr>
          <p:cNvPr id="28" name="Straight Connector 27">
            <a:extLst>
              <a:ext uri="{FF2B5EF4-FFF2-40B4-BE49-F238E27FC236}">
                <a16:creationId xmlns:a16="http://schemas.microsoft.com/office/drawing/2014/main" id="{D6494947-8A69-DA00-CA60-32337D546479}"/>
              </a:ext>
            </a:extLst>
          </p:cNvPr>
          <p:cNvCxnSpPr>
            <a:cxnSpLocks/>
          </p:cNvCxnSpPr>
          <p:nvPr/>
        </p:nvCxnSpPr>
        <p:spPr>
          <a:xfrm>
            <a:off x="3245476" y="4673820"/>
            <a:ext cx="4918953"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32" name="Table 31">
            <a:extLst>
              <a:ext uri="{FF2B5EF4-FFF2-40B4-BE49-F238E27FC236}">
                <a16:creationId xmlns:a16="http://schemas.microsoft.com/office/drawing/2014/main" id="{8C3EA1FA-1607-EDC2-6A92-0323AAE3A525}"/>
              </a:ext>
            </a:extLst>
          </p:cNvPr>
          <p:cNvGraphicFramePr>
            <a:graphicFrameLocks noGrp="1"/>
          </p:cNvGraphicFramePr>
          <p:nvPr>
            <p:extLst>
              <p:ext uri="{D42A27DB-BD31-4B8C-83A1-F6EECF244321}">
                <p14:modId xmlns:p14="http://schemas.microsoft.com/office/powerpoint/2010/main" val="394120446"/>
              </p:ext>
            </p:extLst>
          </p:nvPr>
        </p:nvGraphicFramePr>
        <p:xfrm>
          <a:off x="2614411" y="4682191"/>
          <a:ext cx="7399375" cy="1615440"/>
        </p:xfrm>
        <a:graphic>
          <a:graphicData uri="http://schemas.openxmlformats.org/drawingml/2006/table">
            <a:tbl>
              <a:tblPr firstRow="1" bandRow="1">
                <a:tableStyleId>{5C22544A-7EE6-4342-B048-85BDC9FD1C3A}</a:tableStyleId>
              </a:tblPr>
              <a:tblGrid>
                <a:gridCol w="1470441">
                  <a:extLst>
                    <a:ext uri="{9D8B030D-6E8A-4147-A177-3AD203B41FA5}">
                      <a16:colId xmlns:a16="http://schemas.microsoft.com/office/drawing/2014/main" val="2749706225"/>
                    </a:ext>
                  </a:extLst>
                </a:gridCol>
                <a:gridCol w="1284034">
                  <a:extLst>
                    <a:ext uri="{9D8B030D-6E8A-4147-A177-3AD203B41FA5}">
                      <a16:colId xmlns:a16="http://schemas.microsoft.com/office/drawing/2014/main" val="1565054342"/>
                    </a:ext>
                  </a:extLst>
                </a:gridCol>
                <a:gridCol w="2206656">
                  <a:extLst>
                    <a:ext uri="{9D8B030D-6E8A-4147-A177-3AD203B41FA5}">
                      <a16:colId xmlns:a16="http://schemas.microsoft.com/office/drawing/2014/main" val="3910751764"/>
                    </a:ext>
                  </a:extLst>
                </a:gridCol>
                <a:gridCol w="730666">
                  <a:extLst>
                    <a:ext uri="{9D8B030D-6E8A-4147-A177-3AD203B41FA5}">
                      <a16:colId xmlns:a16="http://schemas.microsoft.com/office/drawing/2014/main" val="875626919"/>
                    </a:ext>
                  </a:extLst>
                </a:gridCol>
                <a:gridCol w="1707578">
                  <a:extLst>
                    <a:ext uri="{9D8B030D-6E8A-4147-A177-3AD203B41FA5}">
                      <a16:colId xmlns:a16="http://schemas.microsoft.com/office/drawing/2014/main" val="1409638922"/>
                    </a:ext>
                  </a:extLst>
                </a:gridCol>
              </a:tblGrid>
              <a:tr h="207158">
                <a:tc>
                  <a:txBody>
                    <a:bodyPr/>
                    <a:lstStyle/>
                    <a:p>
                      <a:r>
                        <a:rPr lang="en-US" sz="1400" dirty="0">
                          <a:solidFill>
                            <a:schemeClr val="tx1"/>
                          </a:solidFill>
                        </a:rPr>
                        <a:t>Year</a:t>
                      </a:r>
                    </a:p>
                  </a:txBody>
                  <a:tcPr>
                    <a:noFill/>
                  </a:tcPr>
                </a:tc>
                <a:tc>
                  <a:txBody>
                    <a:bodyPr/>
                    <a:lstStyle/>
                    <a:p>
                      <a:r>
                        <a:rPr lang="en-US" sz="1400" dirty="0">
                          <a:solidFill>
                            <a:schemeClr val="tx1"/>
                          </a:solidFill>
                        </a:rPr>
                        <a:t>Payment</a:t>
                      </a:r>
                    </a:p>
                  </a:txBody>
                  <a:tcPr>
                    <a:noFill/>
                  </a:tcPr>
                </a:tc>
                <a:tc>
                  <a:txBody>
                    <a:bodyPr/>
                    <a:lstStyle/>
                    <a:p>
                      <a:r>
                        <a:rPr lang="en-US" sz="1400" dirty="0">
                          <a:solidFill>
                            <a:schemeClr val="tx1"/>
                          </a:solidFill>
                        </a:rPr>
                        <a:t>Principal (Loss PV)</a:t>
                      </a:r>
                    </a:p>
                  </a:txBody>
                  <a:tcPr>
                    <a:noFill/>
                  </a:tcPr>
                </a:tc>
                <a:tc>
                  <a:txBody>
                    <a:bodyPr/>
                    <a:lstStyle/>
                    <a:p>
                      <a:endParaRPr lang="en-US" sz="1400" dirty="0">
                        <a:solidFill>
                          <a:schemeClr val="tx1"/>
                        </a:solidFill>
                      </a:endParaRPr>
                    </a:p>
                  </a:txBody>
                  <a:tcPr>
                    <a:noFill/>
                  </a:tcPr>
                </a:tc>
                <a:tc>
                  <a:txBody>
                    <a:bodyPr/>
                    <a:lstStyle/>
                    <a:p>
                      <a:r>
                        <a:rPr lang="en-US" sz="1400" dirty="0">
                          <a:solidFill>
                            <a:schemeClr val="tx1"/>
                          </a:solidFill>
                        </a:rPr>
                        <a:t>Interest</a:t>
                      </a:r>
                    </a:p>
                  </a:txBody>
                  <a:tcPr>
                    <a:noFill/>
                  </a:tcPr>
                </a:tc>
                <a:extLst>
                  <a:ext uri="{0D108BD9-81ED-4DB2-BD59-A6C34878D82A}">
                    <a16:rowId xmlns:a16="http://schemas.microsoft.com/office/drawing/2014/main" val="3317723004"/>
                  </a:ext>
                </a:extLst>
              </a:tr>
              <a:tr h="264321">
                <a:tc>
                  <a:txBody>
                    <a:bodyPr/>
                    <a:lstStyle/>
                    <a:p>
                      <a:pPr algn="ctr"/>
                      <a:r>
                        <a:rPr lang="en-US" sz="1400" dirty="0"/>
                        <a:t>Year 1</a:t>
                      </a:r>
                    </a:p>
                  </a:txBody>
                  <a:tcPr>
                    <a:noFill/>
                  </a:tcPr>
                </a:tc>
                <a:tc>
                  <a:txBody>
                    <a:bodyPr/>
                    <a:lstStyle/>
                    <a:p>
                      <a:pPr algn="ctr"/>
                      <a:r>
                        <a:rPr lang="en-US" sz="1400" dirty="0"/>
                        <a:t>20,106    </a:t>
                      </a:r>
                      <a:r>
                        <a:rPr lang="en-US" sz="1400" b="1" dirty="0"/>
                        <a:t> --</a:t>
                      </a:r>
                    </a:p>
                  </a:txBody>
                  <a:tcPr>
                    <a:noFill/>
                  </a:tcPr>
                </a:tc>
                <a:tc>
                  <a:txBody>
                    <a:bodyPr/>
                    <a:lstStyle/>
                    <a:p>
                      <a:pPr algn="ctr"/>
                      <a:r>
                        <a:rPr lang="en-US" sz="1400" dirty="0"/>
                        <a:t> 15.1K (50K - 34.8K)</a:t>
                      </a:r>
                    </a:p>
                  </a:txBody>
                  <a:tcPr>
                    <a:noFill/>
                  </a:tcPr>
                </a:tc>
                <a:tc>
                  <a:txBody>
                    <a:bodyPr/>
                    <a:lstStyle/>
                    <a:p>
                      <a:pPr algn="ctr"/>
                      <a:r>
                        <a:rPr lang="en-US" sz="1600" dirty="0"/>
                        <a:t>=</a:t>
                      </a:r>
                    </a:p>
                  </a:txBody>
                  <a:tcPr>
                    <a:noFill/>
                  </a:tcPr>
                </a:tc>
                <a:tc>
                  <a:txBody>
                    <a:bodyPr/>
                    <a:lstStyle/>
                    <a:p>
                      <a:pPr algn="l"/>
                      <a:r>
                        <a:rPr lang="en-US" sz="1400" dirty="0"/>
                        <a:t>5,000</a:t>
                      </a:r>
                    </a:p>
                  </a:txBody>
                  <a:tcPr>
                    <a:noFill/>
                  </a:tcPr>
                </a:tc>
                <a:extLst>
                  <a:ext uri="{0D108BD9-81ED-4DB2-BD59-A6C34878D82A}">
                    <a16:rowId xmlns:a16="http://schemas.microsoft.com/office/drawing/2014/main" val="570201066"/>
                  </a:ext>
                </a:extLst>
              </a:tr>
              <a:tr h="264321">
                <a:tc>
                  <a:txBody>
                    <a:bodyPr/>
                    <a:lstStyle/>
                    <a:p>
                      <a:pPr algn="ctr"/>
                      <a:r>
                        <a:rPr lang="en-US" sz="1400" dirty="0"/>
                        <a:t>Year 2</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20,106    --</a:t>
                      </a:r>
                    </a:p>
                  </a:txBody>
                  <a:tcPr>
                    <a:noFill/>
                  </a:tcPr>
                </a:tc>
                <a:tc>
                  <a:txBody>
                    <a:bodyPr/>
                    <a:lstStyle/>
                    <a:p>
                      <a:pPr algn="ctr"/>
                      <a:r>
                        <a:rPr lang="en-US" sz="1400" dirty="0"/>
                        <a:t>16.6K (34.8K – 18.2K)</a:t>
                      </a:r>
                    </a:p>
                  </a:txBody>
                  <a:tcPr>
                    <a:noFill/>
                  </a:tcPr>
                </a:tc>
                <a:tc>
                  <a:txBody>
                    <a:bodyPr/>
                    <a:lstStyle/>
                    <a:p>
                      <a:pPr algn="ctr"/>
                      <a:r>
                        <a:rPr lang="en-US" sz="1600" dirty="0"/>
                        <a:t>=</a:t>
                      </a:r>
                    </a:p>
                  </a:txBody>
                  <a:tcPr>
                    <a:noFill/>
                  </a:tcPr>
                </a:tc>
                <a:tc>
                  <a:txBody>
                    <a:bodyPr/>
                    <a:lstStyle/>
                    <a:p>
                      <a:pPr algn="l"/>
                      <a:r>
                        <a:rPr lang="en-US" sz="1400" dirty="0"/>
                        <a:t>3,489</a:t>
                      </a:r>
                    </a:p>
                  </a:txBody>
                  <a:tcPr>
                    <a:noFill/>
                  </a:tcPr>
                </a:tc>
                <a:extLst>
                  <a:ext uri="{0D108BD9-81ED-4DB2-BD59-A6C34878D82A}">
                    <a16:rowId xmlns:a16="http://schemas.microsoft.com/office/drawing/2014/main" val="3587519374"/>
                  </a:ext>
                </a:extLst>
              </a:tr>
              <a:tr h="264321">
                <a:tc>
                  <a:txBody>
                    <a:bodyPr/>
                    <a:lstStyle/>
                    <a:p>
                      <a:pPr algn="ctr"/>
                      <a:r>
                        <a:rPr lang="en-US" sz="1400" dirty="0"/>
                        <a:t>Year 3</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20,106    --</a:t>
                      </a:r>
                    </a:p>
                  </a:txBody>
                  <a:tcPr>
                    <a:noFill/>
                  </a:tcPr>
                </a:tc>
                <a:tc>
                  <a:txBody>
                    <a:bodyPr/>
                    <a:lstStyle/>
                    <a:p>
                      <a:pPr algn="ctr"/>
                      <a:r>
                        <a:rPr lang="en-US" sz="1400" dirty="0"/>
                        <a:t>18.2K (18.2K – 0)</a:t>
                      </a:r>
                    </a:p>
                  </a:txBody>
                  <a:tcPr>
                    <a:lnB w="12700" cap="flat" cmpd="sng" algn="ctr">
                      <a:solidFill>
                        <a:schemeClr val="tx1"/>
                      </a:solidFill>
                      <a:prstDash val="solid"/>
                      <a:round/>
                      <a:headEnd type="none" w="med" len="med"/>
                      <a:tailEnd type="none" w="med" len="med"/>
                    </a:lnB>
                    <a:noFill/>
                  </a:tcPr>
                </a:tc>
                <a:tc>
                  <a:txBody>
                    <a:bodyPr/>
                    <a:lstStyle/>
                    <a:p>
                      <a:pPr algn="ctr"/>
                      <a:r>
                        <a:rPr lang="en-US" sz="1600" dirty="0"/>
                        <a:t>=</a:t>
                      </a:r>
                    </a:p>
                  </a:txBody>
                  <a:tcPr>
                    <a:noFill/>
                  </a:tcPr>
                </a:tc>
                <a:tc>
                  <a:txBody>
                    <a:bodyPr/>
                    <a:lstStyle/>
                    <a:p>
                      <a:pPr algn="l"/>
                      <a:r>
                        <a:rPr lang="en-US" sz="1400" dirty="0"/>
                        <a:t>1,827</a:t>
                      </a: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0919808"/>
                  </a:ext>
                </a:extLst>
              </a:tr>
              <a:tr h="264321">
                <a:tc>
                  <a:txBody>
                    <a:bodyPr/>
                    <a:lstStyle/>
                    <a:p>
                      <a:pPr algn="ctr"/>
                      <a:r>
                        <a:rPr lang="en-US" sz="1400" dirty="0"/>
                        <a:t>Totals</a:t>
                      </a:r>
                    </a:p>
                  </a:txBody>
                  <a:tcPr>
                    <a:noFill/>
                  </a:tcPr>
                </a:tc>
                <a:tc>
                  <a:txBody>
                    <a:bodyPr/>
                    <a:lstStyle/>
                    <a:p>
                      <a:pPr algn="ctr"/>
                      <a:endParaRPr lang="en-US" sz="1400" dirty="0"/>
                    </a:p>
                  </a:txBody>
                  <a:tcPr>
                    <a:noFill/>
                  </a:tcPr>
                </a:tc>
                <a:tc>
                  <a:txBody>
                    <a:bodyPr/>
                    <a:lstStyle/>
                    <a:p>
                      <a:pPr algn="ctr"/>
                      <a:r>
                        <a:rPr lang="en-US" sz="1400" dirty="0"/>
                        <a:t>50,000</a:t>
                      </a:r>
                    </a:p>
                  </a:txBody>
                  <a:tcPr>
                    <a:lnT w="12700" cap="flat" cmpd="sng" algn="ctr">
                      <a:solidFill>
                        <a:schemeClr val="tx1"/>
                      </a:solidFill>
                      <a:prstDash val="solid"/>
                      <a:round/>
                      <a:headEnd type="none" w="med" len="med"/>
                      <a:tailEnd type="none" w="med" len="med"/>
                    </a:lnT>
                    <a:noFill/>
                  </a:tcPr>
                </a:tc>
                <a:tc>
                  <a:txBody>
                    <a:bodyPr/>
                    <a:lstStyle/>
                    <a:p>
                      <a:pPr algn="ctr"/>
                      <a:endParaRPr lang="en-US" sz="1400" dirty="0"/>
                    </a:p>
                  </a:txBody>
                  <a:tcPr>
                    <a:noFill/>
                  </a:tcPr>
                </a:tc>
                <a:tc>
                  <a:txBody>
                    <a:bodyPr/>
                    <a:lstStyle/>
                    <a:p>
                      <a:pPr algn="l"/>
                      <a:r>
                        <a:rPr lang="en-US" sz="1400" dirty="0"/>
                        <a:t>10,316</a:t>
                      </a:r>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238978858"/>
                  </a:ext>
                </a:extLst>
              </a:tr>
            </a:tbl>
          </a:graphicData>
        </a:graphic>
      </p:graphicFrame>
    </p:spTree>
    <p:extLst>
      <p:ext uri="{BB962C8B-B14F-4D97-AF65-F5344CB8AC3E}">
        <p14:creationId xmlns:p14="http://schemas.microsoft.com/office/powerpoint/2010/main" val="1225729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CD69BEC-3748-60D3-EC2D-1B656E5A5E89}"/>
              </a:ext>
            </a:extLst>
          </p:cNvPr>
          <p:cNvSpPr>
            <a:spLocks noGrp="1"/>
          </p:cNvSpPr>
          <p:nvPr>
            <p:ph type="title"/>
          </p:nvPr>
        </p:nvSpPr>
        <p:spPr/>
        <p:txBody>
          <a:bodyPr/>
          <a:lstStyle/>
          <a:p>
            <a:r>
              <a:rPr lang="en-US" dirty="0"/>
              <a:t>Identifying Principal and Interest</a:t>
            </a:r>
          </a:p>
        </p:txBody>
      </p:sp>
      <p:sp>
        <p:nvSpPr>
          <p:cNvPr id="4" name="Slide Number Placeholder 3">
            <a:extLst>
              <a:ext uri="{FF2B5EF4-FFF2-40B4-BE49-F238E27FC236}">
                <a16:creationId xmlns:a16="http://schemas.microsoft.com/office/drawing/2014/main" id="{6C10970F-F3D8-C868-A1A0-83C36B7E1DE4}"/>
              </a:ext>
            </a:extLst>
          </p:cNvPr>
          <p:cNvSpPr>
            <a:spLocks noGrp="1"/>
          </p:cNvSpPr>
          <p:nvPr>
            <p:ph type="sldNum" sz="quarter" idx="10"/>
          </p:nvPr>
        </p:nvSpPr>
        <p:spPr/>
        <p:txBody>
          <a:bodyPr/>
          <a:lstStyle/>
          <a:p>
            <a:fld id="{7B3E355C-57B9-BC4B-95D8-406A1F834537}" type="slidenum">
              <a:rPr lang="en-US" altLang="en-US" smtClean="0"/>
              <a:pPr/>
              <a:t>17</a:t>
            </a:fld>
            <a:endParaRPr lang="en-US" altLang="en-US"/>
          </a:p>
        </p:txBody>
      </p:sp>
      <p:sp>
        <p:nvSpPr>
          <p:cNvPr id="5" name="Footer Placeholder 4">
            <a:extLst>
              <a:ext uri="{FF2B5EF4-FFF2-40B4-BE49-F238E27FC236}">
                <a16:creationId xmlns:a16="http://schemas.microsoft.com/office/drawing/2014/main" id="{C59C4D08-CD27-2E6B-B74E-E2D34BEBFC5B}"/>
              </a:ext>
            </a:extLst>
          </p:cNvPr>
          <p:cNvSpPr>
            <a:spLocks noGrp="1"/>
          </p:cNvSpPr>
          <p:nvPr>
            <p:ph type="ftr" sz="quarter" idx="11"/>
          </p:nvPr>
        </p:nvSpPr>
        <p:spPr/>
        <p:txBody>
          <a:bodyPr/>
          <a:lstStyle/>
          <a:p>
            <a:pPr>
              <a:defRPr/>
            </a:pPr>
            <a:r>
              <a:rPr lang="en-US"/>
              <a:t>Borrorwing and Lending</a:t>
            </a:r>
            <a:endParaRPr lang="en-US" dirty="0"/>
          </a:p>
        </p:txBody>
      </p:sp>
      <p:graphicFrame>
        <p:nvGraphicFramePr>
          <p:cNvPr id="6" name="Object 5">
            <a:extLst>
              <a:ext uri="{FF2B5EF4-FFF2-40B4-BE49-F238E27FC236}">
                <a16:creationId xmlns:a16="http://schemas.microsoft.com/office/drawing/2014/main" id="{66C133F1-6ABC-015A-8128-E1843059B736}"/>
              </a:ext>
            </a:extLst>
          </p:cNvPr>
          <p:cNvGraphicFramePr>
            <a:graphicFrameLocks noChangeAspect="1"/>
          </p:cNvGraphicFramePr>
          <p:nvPr>
            <p:extLst>
              <p:ext uri="{D42A27DB-BD31-4B8C-83A1-F6EECF244321}">
                <p14:modId xmlns:p14="http://schemas.microsoft.com/office/powerpoint/2010/main" val="4183883401"/>
              </p:ext>
            </p:extLst>
          </p:nvPr>
        </p:nvGraphicFramePr>
        <p:xfrm>
          <a:off x="944563" y="1160463"/>
          <a:ext cx="9894887" cy="4649787"/>
        </p:xfrm>
        <a:graphic>
          <a:graphicData uri="http://schemas.openxmlformats.org/presentationml/2006/ole">
            <mc:AlternateContent xmlns:mc="http://schemas.openxmlformats.org/markup-compatibility/2006">
              <mc:Choice xmlns:v="urn:schemas-microsoft-com:vml" Requires="v">
                <p:oleObj name="Worksheet" r:id="rId2" imgW="7531100" imgH="3797300" progId="Excel.Sheet.12">
                  <p:embed/>
                </p:oleObj>
              </mc:Choice>
              <mc:Fallback>
                <p:oleObj name="Worksheet" r:id="rId2" imgW="7531100" imgH="3797300" progId="Excel.Sheet.12">
                  <p:embed/>
                  <p:pic>
                    <p:nvPicPr>
                      <p:cNvPr id="6" name="Object 5">
                        <a:extLst>
                          <a:ext uri="{FF2B5EF4-FFF2-40B4-BE49-F238E27FC236}">
                            <a16:creationId xmlns:a16="http://schemas.microsoft.com/office/drawing/2014/main" id="{66C133F1-6ABC-015A-8128-E1843059B736}"/>
                          </a:ext>
                        </a:extLst>
                      </p:cNvPr>
                      <p:cNvPicPr/>
                      <p:nvPr/>
                    </p:nvPicPr>
                    <p:blipFill>
                      <a:blip r:embed="rId3"/>
                      <a:stretch>
                        <a:fillRect/>
                      </a:stretch>
                    </p:blipFill>
                    <p:spPr>
                      <a:xfrm>
                        <a:off x="944563" y="1160463"/>
                        <a:ext cx="9894887" cy="4649787"/>
                      </a:xfrm>
                      <a:prstGeom prst="rect">
                        <a:avLst/>
                      </a:prstGeom>
                    </p:spPr>
                  </p:pic>
                </p:oleObj>
              </mc:Fallback>
            </mc:AlternateContent>
          </a:graphicData>
        </a:graphic>
      </p:graphicFrame>
    </p:spTree>
    <p:extLst>
      <p:ext uri="{BB962C8B-B14F-4D97-AF65-F5344CB8AC3E}">
        <p14:creationId xmlns:p14="http://schemas.microsoft.com/office/powerpoint/2010/main" val="27880170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4F3ED1D-3BB1-240D-35CB-D5E12EE59C1C}"/>
              </a:ext>
            </a:extLst>
          </p:cNvPr>
          <p:cNvSpPr>
            <a:spLocks noGrp="1"/>
          </p:cNvSpPr>
          <p:nvPr>
            <p:ph idx="1"/>
          </p:nvPr>
        </p:nvSpPr>
        <p:spPr/>
        <p:txBody>
          <a:bodyPr/>
          <a:lstStyle/>
          <a:p>
            <a:r>
              <a:rPr lang="en-US" sz="3200" dirty="0"/>
              <a:t>Methods of Accounting—affect the timing inclusions/deductible, but not whether an amount is interest, principal, capital expenditure, etc.</a:t>
            </a:r>
          </a:p>
          <a:p>
            <a:pPr lvl="1"/>
            <a:r>
              <a:rPr lang="en-US" sz="2800" dirty="0"/>
              <a:t>Cash method</a:t>
            </a:r>
          </a:p>
          <a:p>
            <a:pPr lvl="2"/>
            <a:r>
              <a:rPr lang="en-US" sz="2800" dirty="0"/>
              <a:t>When paid or received</a:t>
            </a:r>
          </a:p>
          <a:p>
            <a:pPr lvl="1"/>
            <a:r>
              <a:rPr lang="en-US" sz="2800" dirty="0"/>
              <a:t>Accrual method</a:t>
            </a:r>
          </a:p>
          <a:p>
            <a:pPr lvl="2"/>
            <a:r>
              <a:rPr lang="en-US" sz="2800" dirty="0"/>
              <a:t>All events test—right to receive; establish fact of liability</a:t>
            </a:r>
          </a:p>
          <a:p>
            <a:pPr lvl="2"/>
            <a:r>
              <a:rPr lang="en-US" sz="2800" dirty="0"/>
              <a:t>Accrual of </a:t>
            </a:r>
            <a:r>
              <a:rPr lang="en-US" sz="2800" b="1" dirty="0"/>
              <a:t>interest</a:t>
            </a:r>
            <a:r>
              <a:rPr lang="en-US" sz="2800" dirty="0"/>
              <a:t>: include/deduct as times passes under </a:t>
            </a:r>
            <a:r>
              <a:rPr lang="en-US" sz="2800" i="1" dirty="0"/>
              <a:t>economical accrual of interest</a:t>
            </a:r>
          </a:p>
          <a:p>
            <a:pPr lvl="2"/>
            <a:endParaRPr lang="en-US" dirty="0"/>
          </a:p>
        </p:txBody>
      </p:sp>
      <p:sp>
        <p:nvSpPr>
          <p:cNvPr id="3" name="Title 2">
            <a:extLst>
              <a:ext uri="{FF2B5EF4-FFF2-40B4-BE49-F238E27FC236}">
                <a16:creationId xmlns:a16="http://schemas.microsoft.com/office/drawing/2014/main" id="{88086BB7-EFF2-1F7B-E987-570C2C8D61AE}"/>
              </a:ext>
            </a:extLst>
          </p:cNvPr>
          <p:cNvSpPr>
            <a:spLocks noGrp="1"/>
          </p:cNvSpPr>
          <p:nvPr>
            <p:ph type="title"/>
          </p:nvPr>
        </p:nvSpPr>
        <p:spPr/>
        <p:txBody>
          <a:bodyPr/>
          <a:lstStyle/>
          <a:p>
            <a:r>
              <a:rPr lang="en-US" dirty="0"/>
              <a:t>Methods of Accounting: Economic Accrual of Interest</a:t>
            </a:r>
          </a:p>
        </p:txBody>
      </p:sp>
      <p:sp>
        <p:nvSpPr>
          <p:cNvPr id="4" name="Slide Number Placeholder 3">
            <a:extLst>
              <a:ext uri="{FF2B5EF4-FFF2-40B4-BE49-F238E27FC236}">
                <a16:creationId xmlns:a16="http://schemas.microsoft.com/office/drawing/2014/main" id="{7A032707-8B94-97EA-3813-6BFC9F7BEF21}"/>
              </a:ext>
            </a:extLst>
          </p:cNvPr>
          <p:cNvSpPr>
            <a:spLocks noGrp="1"/>
          </p:cNvSpPr>
          <p:nvPr>
            <p:ph type="sldNum" sz="quarter" idx="10"/>
          </p:nvPr>
        </p:nvSpPr>
        <p:spPr/>
        <p:txBody>
          <a:bodyPr/>
          <a:lstStyle/>
          <a:p>
            <a:fld id="{7B3E355C-57B9-BC4B-95D8-406A1F834537}" type="slidenum">
              <a:rPr lang="en-US" altLang="en-US" smtClean="0"/>
              <a:pPr/>
              <a:t>18</a:t>
            </a:fld>
            <a:endParaRPr lang="en-US" altLang="en-US"/>
          </a:p>
        </p:txBody>
      </p:sp>
      <p:sp>
        <p:nvSpPr>
          <p:cNvPr id="5" name="Footer Placeholder 4">
            <a:extLst>
              <a:ext uri="{FF2B5EF4-FFF2-40B4-BE49-F238E27FC236}">
                <a16:creationId xmlns:a16="http://schemas.microsoft.com/office/drawing/2014/main" id="{575F9EBA-1EF6-4C14-AC6F-228FDD9229B7}"/>
              </a:ext>
            </a:extLst>
          </p:cNvPr>
          <p:cNvSpPr>
            <a:spLocks noGrp="1"/>
          </p:cNvSpPr>
          <p:nvPr>
            <p:ph type="ftr" sz="quarter" idx="11"/>
          </p:nvPr>
        </p:nvSpPr>
        <p:spPr/>
        <p:txBody>
          <a:bodyPr/>
          <a:lstStyle/>
          <a:p>
            <a:pPr>
              <a:defRPr/>
            </a:pPr>
            <a:r>
              <a:rPr lang="en-US"/>
              <a:t>Borrorwing and Lending</a:t>
            </a:r>
            <a:endParaRPr lang="en-US" dirty="0"/>
          </a:p>
        </p:txBody>
      </p:sp>
    </p:spTree>
    <p:extLst>
      <p:ext uri="{BB962C8B-B14F-4D97-AF65-F5344CB8AC3E}">
        <p14:creationId xmlns:p14="http://schemas.microsoft.com/office/powerpoint/2010/main" val="3021341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F2A9CE0-F14C-DB23-BA91-0092681A46B5}"/>
              </a:ext>
            </a:extLst>
          </p:cNvPr>
          <p:cNvSpPr>
            <a:spLocks noGrp="1"/>
          </p:cNvSpPr>
          <p:nvPr>
            <p:ph idx="1"/>
          </p:nvPr>
        </p:nvSpPr>
        <p:spPr/>
        <p:txBody>
          <a:bodyPr/>
          <a:lstStyle/>
          <a:p>
            <a:r>
              <a:rPr lang="en-US" sz="3200" dirty="0"/>
              <a:t>Corp A wants to issue a bond that offers a 10% return for 3 years.  </a:t>
            </a:r>
          </a:p>
          <a:p>
            <a:r>
              <a:rPr lang="en-US" sz="3200" dirty="0"/>
              <a:t>Corp A wants to save cash, so it says that it won’t pay any interest before the maturity of the bond. </a:t>
            </a:r>
          </a:p>
          <a:p>
            <a:r>
              <a:rPr lang="en-US" sz="3200" dirty="0"/>
              <a:t>Amy likes the promised return and talks to her broker who says that the bond will be sold (issued) for $751.31 today and will pay off $1,000 three years from now.</a:t>
            </a:r>
          </a:p>
          <a:p>
            <a:r>
              <a:rPr lang="en-US" sz="3200" dirty="0"/>
              <a:t>Can Amy defer including the interest in income until Y3 when she received the $1,000?</a:t>
            </a:r>
          </a:p>
          <a:p>
            <a:endParaRPr lang="en-US" dirty="0"/>
          </a:p>
        </p:txBody>
      </p:sp>
      <p:sp>
        <p:nvSpPr>
          <p:cNvPr id="3" name="Title 2">
            <a:extLst>
              <a:ext uri="{FF2B5EF4-FFF2-40B4-BE49-F238E27FC236}">
                <a16:creationId xmlns:a16="http://schemas.microsoft.com/office/drawing/2014/main" id="{3AD01DBA-2273-776A-6835-C395DE581BF7}"/>
              </a:ext>
            </a:extLst>
          </p:cNvPr>
          <p:cNvSpPr>
            <a:spLocks noGrp="1"/>
          </p:cNvSpPr>
          <p:nvPr>
            <p:ph type="title"/>
          </p:nvPr>
        </p:nvSpPr>
        <p:spPr/>
        <p:txBody>
          <a:bodyPr/>
          <a:lstStyle/>
          <a:p>
            <a:r>
              <a:rPr lang="en-US" dirty="0"/>
              <a:t>Original Issue Discount</a:t>
            </a:r>
          </a:p>
        </p:txBody>
      </p:sp>
      <p:sp>
        <p:nvSpPr>
          <p:cNvPr id="4" name="Slide Number Placeholder 3">
            <a:extLst>
              <a:ext uri="{FF2B5EF4-FFF2-40B4-BE49-F238E27FC236}">
                <a16:creationId xmlns:a16="http://schemas.microsoft.com/office/drawing/2014/main" id="{08FCD26B-2F25-FB68-87D9-855480B212E5}"/>
              </a:ext>
            </a:extLst>
          </p:cNvPr>
          <p:cNvSpPr>
            <a:spLocks noGrp="1"/>
          </p:cNvSpPr>
          <p:nvPr>
            <p:ph type="sldNum" sz="quarter" idx="10"/>
          </p:nvPr>
        </p:nvSpPr>
        <p:spPr/>
        <p:txBody>
          <a:bodyPr/>
          <a:lstStyle/>
          <a:p>
            <a:fld id="{7B3E355C-57B9-BC4B-95D8-406A1F834537}" type="slidenum">
              <a:rPr lang="en-US" altLang="en-US" smtClean="0"/>
              <a:pPr/>
              <a:t>19</a:t>
            </a:fld>
            <a:endParaRPr lang="en-US" altLang="en-US"/>
          </a:p>
        </p:txBody>
      </p:sp>
      <p:sp>
        <p:nvSpPr>
          <p:cNvPr id="5" name="Footer Placeholder 4">
            <a:extLst>
              <a:ext uri="{FF2B5EF4-FFF2-40B4-BE49-F238E27FC236}">
                <a16:creationId xmlns:a16="http://schemas.microsoft.com/office/drawing/2014/main" id="{ED3C9078-4EA6-6F89-BF44-69B325A1A2D2}"/>
              </a:ext>
            </a:extLst>
          </p:cNvPr>
          <p:cNvSpPr>
            <a:spLocks noGrp="1"/>
          </p:cNvSpPr>
          <p:nvPr>
            <p:ph type="ftr" sz="quarter" idx="11"/>
          </p:nvPr>
        </p:nvSpPr>
        <p:spPr/>
        <p:txBody>
          <a:bodyPr/>
          <a:lstStyle/>
          <a:p>
            <a:pPr>
              <a:defRPr/>
            </a:pPr>
            <a:r>
              <a:rPr lang="en-US"/>
              <a:t>Borrorwing and Lending</a:t>
            </a:r>
            <a:endParaRPr lang="en-US" dirty="0"/>
          </a:p>
        </p:txBody>
      </p:sp>
    </p:spTree>
    <p:extLst>
      <p:ext uri="{BB962C8B-B14F-4D97-AF65-F5344CB8AC3E}">
        <p14:creationId xmlns:p14="http://schemas.microsoft.com/office/powerpoint/2010/main" val="3993890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DD5BAEE-0716-CB86-68EB-22EA2951D60B}"/>
              </a:ext>
            </a:extLst>
          </p:cNvPr>
          <p:cNvSpPr>
            <a:spLocks noGrp="1"/>
          </p:cNvSpPr>
          <p:nvPr>
            <p:ph idx="1"/>
          </p:nvPr>
        </p:nvSpPr>
        <p:spPr/>
        <p:txBody>
          <a:bodyPr/>
          <a:lstStyle/>
          <a:p>
            <a:r>
              <a:rPr lang="en-US" dirty="0"/>
              <a:t>A holder of a debt instrument with OID must include each year the OID that accrues on the debt instrument. </a:t>
            </a:r>
            <a:r>
              <a:rPr lang="en-US" dirty="0">
                <a:latin typeface="Calibri" panose="020F0502020204030204" pitchFamily="34" charset="0"/>
                <a:cs typeface="Calibri" panose="020F0502020204030204" pitchFamily="34" charset="0"/>
              </a:rPr>
              <a:t>§1272(a)(1).  </a:t>
            </a:r>
          </a:p>
          <a:p>
            <a:r>
              <a:rPr lang="en-US" dirty="0">
                <a:latin typeface="Calibri" panose="020F0502020204030204" pitchFamily="34" charset="0"/>
                <a:cs typeface="Calibri" panose="020F0502020204030204" pitchFamily="34" charset="0"/>
              </a:rPr>
              <a:t>The issuer deducts the same amount. §163(e) </a:t>
            </a:r>
            <a:endParaRPr lang="en-US" dirty="0"/>
          </a:p>
          <a:p>
            <a:r>
              <a:rPr lang="en-US" dirty="0"/>
              <a:t>OID:  Stated Redemption Price at Maturity (SRPM) over the Issue Price (IP)</a:t>
            </a:r>
          </a:p>
          <a:p>
            <a:pPr lvl="1"/>
            <a:r>
              <a:rPr lang="en-US" dirty="0"/>
              <a:t>In prior example:  SRPM = 1,000 and IP = 751.31</a:t>
            </a:r>
          </a:p>
          <a:p>
            <a:r>
              <a:rPr lang="en-US" dirty="0"/>
              <a:t>OID Accrual: Adjusted IP times yield to maturity</a:t>
            </a:r>
          </a:p>
          <a:p>
            <a:pPr lvl="1"/>
            <a:r>
              <a:rPr lang="en-US" dirty="0"/>
              <a:t>Adjusted IP = IP plus any OID adjustment</a:t>
            </a:r>
          </a:p>
          <a:p>
            <a:pPr lvl="1"/>
            <a:endParaRPr lang="en-US" dirty="0"/>
          </a:p>
        </p:txBody>
      </p:sp>
      <p:sp>
        <p:nvSpPr>
          <p:cNvPr id="3" name="Title 2">
            <a:extLst>
              <a:ext uri="{FF2B5EF4-FFF2-40B4-BE49-F238E27FC236}">
                <a16:creationId xmlns:a16="http://schemas.microsoft.com/office/drawing/2014/main" id="{4A009934-CABF-C339-131C-3D413DCF8B42}"/>
              </a:ext>
            </a:extLst>
          </p:cNvPr>
          <p:cNvSpPr>
            <a:spLocks noGrp="1"/>
          </p:cNvSpPr>
          <p:nvPr>
            <p:ph type="title"/>
          </p:nvPr>
        </p:nvSpPr>
        <p:spPr/>
        <p:txBody>
          <a:bodyPr/>
          <a:lstStyle/>
          <a:p>
            <a:r>
              <a:rPr lang="en-US"/>
              <a:t>Original Issue </a:t>
            </a:r>
            <a:r>
              <a:rPr lang="en-US" dirty="0"/>
              <a:t>Discount</a:t>
            </a:r>
          </a:p>
        </p:txBody>
      </p:sp>
      <p:sp>
        <p:nvSpPr>
          <p:cNvPr id="4" name="Slide Number Placeholder 3">
            <a:extLst>
              <a:ext uri="{FF2B5EF4-FFF2-40B4-BE49-F238E27FC236}">
                <a16:creationId xmlns:a16="http://schemas.microsoft.com/office/drawing/2014/main" id="{2525EE7E-B802-2CDB-C15E-8A54699ABA02}"/>
              </a:ext>
            </a:extLst>
          </p:cNvPr>
          <p:cNvSpPr>
            <a:spLocks noGrp="1"/>
          </p:cNvSpPr>
          <p:nvPr>
            <p:ph type="sldNum" sz="quarter" idx="10"/>
          </p:nvPr>
        </p:nvSpPr>
        <p:spPr/>
        <p:txBody>
          <a:bodyPr/>
          <a:lstStyle/>
          <a:p>
            <a:fld id="{7B3E355C-57B9-BC4B-95D8-406A1F834537}" type="slidenum">
              <a:rPr lang="en-US" altLang="en-US" smtClean="0"/>
              <a:pPr/>
              <a:t>20</a:t>
            </a:fld>
            <a:endParaRPr lang="en-US" altLang="en-US"/>
          </a:p>
        </p:txBody>
      </p:sp>
      <p:sp>
        <p:nvSpPr>
          <p:cNvPr id="5" name="Footer Placeholder 4">
            <a:extLst>
              <a:ext uri="{FF2B5EF4-FFF2-40B4-BE49-F238E27FC236}">
                <a16:creationId xmlns:a16="http://schemas.microsoft.com/office/drawing/2014/main" id="{BD98DA57-9499-8A04-145C-5947A5F430A9}"/>
              </a:ext>
            </a:extLst>
          </p:cNvPr>
          <p:cNvSpPr>
            <a:spLocks noGrp="1"/>
          </p:cNvSpPr>
          <p:nvPr>
            <p:ph type="ftr" sz="quarter" idx="11"/>
          </p:nvPr>
        </p:nvSpPr>
        <p:spPr/>
        <p:txBody>
          <a:bodyPr/>
          <a:lstStyle/>
          <a:p>
            <a:pPr>
              <a:defRPr/>
            </a:pPr>
            <a:r>
              <a:rPr lang="en-US"/>
              <a:t>Borrorwing and Lending</a:t>
            </a:r>
            <a:endParaRPr lang="en-US" dirty="0"/>
          </a:p>
        </p:txBody>
      </p:sp>
      <p:graphicFrame>
        <p:nvGraphicFramePr>
          <p:cNvPr id="8" name="Object 7">
            <a:extLst>
              <a:ext uri="{FF2B5EF4-FFF2-40B4-BE49-F238E27FC236}">
                <a16:creationId xmlns:a16="http://schemas.microsoft.com/office/drawing/2014/main" id="{FFF630B2-3585-05C3-9DE0-E500275F778E}"/>
              </a:ext>
            </a:extLst>
          </p:cNvPr>
          <p:cNvGraphicFramePr>
            <a:graphicFrameLocks noChangeAspect="1"/>
          </p:cNvGraphicFramePr>
          <p:nvPr>
            <p:extLst>
              <p:ext uri="{D42A27DB-BD31-4B8C-83A1-F6EECF244321}">
                <p14:modId xmlns:p14="http://schemas.microsoft.com/office/powerpoint/2010/main" val="1707855432"/>
              </p:ext>
            </p:extLst>
          </p:nvPr>
        </p:nvGraphicFramePr>
        <p:xfrm>
          <a:off x="1625600" y="3635829"/>
          <a:ext cx="7797800" cy="2612571"/>
        </p:xfrm>
        <a:graphic>
          <a:graphicData uri="http://schemas.openxmlformats.org/presentationml/2006/ole">
            <mc:AlternateContent xmlns:mc="http://schemas.openxmlformats.org/markup-compatibility/2006">
              <mc:Choice xmlns:v="urn:schemas-microsoft-com:vml" Requires="v">
                <p:oleObj name="Worksheet" r:id="rId2" imgW="7797800" imgH="3797300" progId="Excel.Sheet.12">
                  <p:embed/>
                </p:oleObj>
              </mc:Choice>
              <mc:Fallback>
                <p:oleObj name="Worksheet" r:id="rId2" imgW="7797800" imgH="3797300" progId="Excel.Sheet.12">
                  <p:embed/>
                  <p:pic>
                    <p:nvPicPr>
                      <p:cNvPr id="8" name="Object 7">
                        <a:extLst>
                          <a:ext uri="{FF2B5EF4-FFF2-40B4-BE49-F238E27FC236}">
                            <a16:creationId xmlns:a16="http://schemas.microsoft.com/office/drawing/2014/main" id="{FFF630B2-3585-05C3-9DE0-E500275F778E}"/>
                          </a:ext>
                        </a:extLst>
                      </p:cNvPr>
                      <p:cNvPicPr/>
                      <p:nvPr/>
                    </p:nvPicPr>
                    <p:blipFill>
                      <a:blip r:embed="rId3"/>
                      <a:stretch>
                        <a:fillRect/>
                      </a:stretch>
                    </p:blipFill>
                    <p:spPr>
                      <a:xfrm>
                        <a:off x="1625600" y="3635829"/>
                        <a:ext cx="7797800" cy="2612571"/>
                      </a:xfrm>
                      <a:prstGeom prst="rect">
                        <a:avLst/>
                      </a:prstGeom>
                    </p:spPr>
                  </p:pic>
                </p:oleObj>
              </mc:Fallback>
            </mc:AlternateContent>
          </a:graphicData>
        </a:graphic>
      </p:graphicFrame>
    </p:spTree>
    <p:extLst>
      <p:ext uri="{BB962C8B-B14F-4D97-AF65-F5344CB8AC3E}">
        <p14:creationId xmlns:p14="http://schemas.microsoft.com/office/powerpoint/2010/main" val="2752755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close-up of a loan document&#10;&#10;AI-generated content may be incorrect.">
            <a:extLst>
              <a:ext uri="{FF2B5EF4-FFF2-40B4-BE49-F238E27FC236}">
                <a16:creationId xmlns:a16="http://schemas.microsoft.com/office/drawing/2014/main" id="{59B2E9E5-EBB5-22C9-1593-481A1A72C7B6}"/>
              </a:ext>
            </a:extLst>
          </p:cNvPr>
          <p:cNvPicPr>
            <a:picLocks noGrp="1" noChangeAspect="1"/>
          </p:cNvPicPr>
          <p:nvPr>
            <p:ph idx="1"/>
          </p:nvPr>
        </p:nvPicPr>
        <p:blipFill>
          <a:blip r:embed="rId2"/>
          <a:stretch>
            <a:fillRect/>
          </a:stretch>
        </p:blipFill>
        <p:spPr>
          <a:xfrm>
            <a:off x="1004341" y="749508"/>
            <a:ext cx="10353470" cy="5482849"/>
          </a:xfrm>
          <a:prstGeom prst="rect">
            <a:avLst/>
          </a:prstGeom>
        </p:spPr>
      </p:pic>
      <p:sp>
        <p:nvSpPr>
          <p:cNvPr id="3" name="Title 2">
            <a:extLst>
              <a:ext uri="{FF2B5EF4-FFF2-40B4-BE49-F238E27FC236}">
                <a16:creationId xmlns:a16="http://schemas.microsoft.com/office/drawing/2014/main" id="{D2BC11EE-E826-EC6A-5C61-8B8FEF881EFE}"/>
              </a:ext>
            </a:extLst>
          </p:cNvPr>
          <p:cNvSpPr>
            <a:spLocks noGrp="1"/>
          </p:cNvSpPr>
          <p:nvPr>
            <p:ph type="title"/>
          </p:nvPr>
        </p:nvSpPr>
        <p:spPr/>
        <p:txBody>
          <a:bodyPr/>
          <a:lstStyle/>
          <a:p>
            <a:r>
              <a:rPr lang="en-US" dirty="0"/>
              <a:t>Section 7872: OID</a:t>
            </a:r>
          </a:p>
        </p:txBody>
      </p:sp>
      <p:sp>
        <p:nvSpPr>
          <p:cNvPr id="4" name="Slide Number Placeholder 3">
            <a:extLst>
              <a:ext uri="{FF2B5EF4-FFF2-40B4-BE49-F238E27FC236}">
                <a16:creationId xmlns:a16="http://schemas.microsoft.com/office/drawing/2014/main" id="{E54819E4-A789-B494-3BEE-18F0C9F3B0E2}"/>
              </a:ext>
            </a:extLst>
          </p:cNvPr>
          <p:cNvSpPr>
            <a:spLocks noGrp="1"/>
          </p:cNvSpPr>
          <p:nvPr>
            <p:ph type="sldNum" sz="quarter" idx="10"/>
          </p:nvPr>
        </p:nvSpPr>
        <p:spPr/>
        <p:txBody>
          <a:bodyPr/>
          <a:lstStyle/>
          <a:p>
            <a:fld id="{7B3E355C-57B9-BC4B-95D8-406A1F834537}" type="slidenum">
              <a:rPr lang="en-US" altLang="en-US" smtClean="0"/>
              <a:pPr/>
              <a:t>21</a:t>
            </a:fld>
            <a:endParaRPr lang="en-US" altLang="en-US"/>
          </a:p>
        </p:txBody>
      </p:sp>
      <p:sp>
        <p:nvSpPr>
          <p:cNvPr id="5" name="Footer Placeholder 4">
            <a:extLst>
              <a:ext uri="{FF2B5EF4-FFF2-40B4-BE49-F238E27FC236}">
                <a16:creationId xmlns:a16="http://schemas.microsoft.com/office/drawing/2014/main" id="{394865B0-234A-B1D2-FFF6-FC48BD6FC134}"/>
              </a:ext>
            </a:extLst>
          </p:cNvPr>
          <p:cNvSpPr>
            <a:spLocks noGrp="1"/>
          </p:cNvSpPr>
          <p:nvPr>
            <p:ph type="ftr" sz="quarter" idx="11"/>
          </p:nvPr>
        </p:nvSpPr>
        <p:spPr/>
        <p:txBody>
          <a:bodyPr/>
          <a:lstStyle/>
          <a:p>
            <a:pPr>
              <a:defRPr/>
            </a:pPr>
            <a:r>
              <a:rPr lang="en-US"/>
              <a:t>Borrorwing and Lending</a:t>
            </a:r>
            <a:endParaRPr lang="en-US" dirty="0"/>
          </a:p>
        </p:txBody>
      </p:sp>
    </p:spTree>
    <p:extLst>
      <p:ext uri="{BB962C8B-B14F-4D97-AF65-F5344CB8AC3E}">
        <p14:creationId xmlns:p14="http://schemas.microsoft.com/office/powerpoint/2010/main" val="25517710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A03778F-9CA3-F165-FBB5-71C5CC4AE52C}"/>
              </a:ext>
            </a:extLst>
          </p:cNvPr>
          <p:cNvSpPr>
            <a:spLocks noGrp="1"/>
          </p:cNvSpPr>
          <p:nvPr>
            <p:ph idx="1"/>
          </p:nvPr>
        </p:nvSpPr>
        <p:spPr/>
        <p:txBody>
          <a:bodyPr>
            <a:normAutofit lnSpcReduction="10000"/>
          </a:bodyPr>
          <a:lstStyle/>
          <a:p>
            <a:r>
              <a:rPr lang="en-US" dirty="0"/>
              <a:t>Amy buys an annuity that pays her $60,000 per year for the rest of her life.  She is 65 years old, and the cost of the annuity is $900,000.  How much, if any, of each payment can she exclude?</a:t>
            </a:r>
          </a:p>
          <a:p>
            <a:r>
              <a:rPr lang="en-US" dirty="0"/>
              <a:t>Gross income includes any amount received as an annuity. </a:t>
            </a:r>
            <a:r>
              <a:rPr lang="en-US" dirty="0">
                <a:latin typeface="Calibri" panose="020F0502020204030204" pitchFamily="34" charset="0"/>
                <a:cs typeface="Calibri" panose="020F0502020204030204" pitchFamily="34" charset="0"/>
              </a:rPr>
              <a:t>§72(a)(1)</a:t>
            </a:r>
          </a:p>
          <a:p>
            <a:r>
              <a:rPr lang="en-US" u="sng" dirty="0">
                <a:latin typeface="Calibri" panose="020F0502020204030204" pitchFamily="34" charset="0"/>
                <a:cs typeface="Calibri" panose="020F0502020204030204" pitchFamily="34" charset="0"/>
              </a:rPr>
              <a:t>But</a:t>
            </a:r>
            <a:r>
              <a:rPr lang="en-US" dirty="0">
                <a:latin typeface="Calibri" panose="020F0502020204030204" pitchFamily="34" charset="0"/>
                <a:cs typeface="Calibri" panose="020F0502020204030204" pitchFamily="34" charset="0"/>
              </a:rPr>
              <a:t> under §72(b)(1), annuity holder can exclude from each payment: </a:t>
            </a:r>
          </a:p>
          <a:p>
            <a:pPr lvl="1"/>
            <a:r>
              <a:rPr lang="en-US" dirty="0">
                <a:latin typeface="Calibri" panose="020F0502020204030204" pitchFamily="34" charset="0"/>
                <a:cs typeface="Calibri" panose="020F0502020204030204" pitchFamily="34" charset="0"/>
              </a:rPr>
              <a:t>Payment * (Contract Investment / Expected Return Under the Contract)</a:t>
            </a:r>
          </a:p>
          <a:p>
            <a:r>
              <a:rPr lang="en-US" dirty="0"/>
              <a:t>Contract Expected Return: computed to reference to mortality tables. Reg. </a:t>
            </a:r>
            <a:r>
              <a:rPr lang="en-US" dirty="0">
                <a:latin typeface="Calibri" panose="020F0502020204030204" pitchFamily="34" charset="0"/>
                <a:cs typeface="Calibri" panose="020F0502020204030204" pitchFamily="34" charset="0"/>
              </a:rPr>
              <a:t>§1.72-9 [20 years]</a:t>
            </a:r>
          </a:p>
          <a:p>
            <a:pPr lvl="1"/>
            <a:r>
              <a:rPr lang="en-US" dirty="0">
                <a:latin typeface="Calibri" panose="020F0502020204030204" pitchFamily="34" charset="0"/>
                <a:cs typeface="Calibri" panose="020F0502020204030204" pitchFamily="34" charset="0"/>
              </a:rPr>
              <a:t>60K * (900K / 1.2MM) or 45K is recovered tax-free</a:t>
            </a:r>
          </a:p>
          <a:p>
            <a:r>
              <a:rPr lang="en-US" dirty="0">
                <a:latin typeface="Calibri" panose="020F0502020204030204" pitchFamily="34" charset="0"/>
                <a:cs typeface="Calibri" panose="020F0502020204030204" pitchFamily="34" charset="0"/>
              </a:rPr>
              <a:t>What happens if </a:t>
            </a:r>
            <a:r>
              <a:rPr lang="en-US" dirty="0"/>
              <a:t>Amy lives past 85?</a:t>
            </a:r>
          </a:p>
          <a:p>
            <a:r>
              <a:rPr lang="en-US" dirty="0">
                <a:latin typeface="Calibri" panose="020F0502020204030204" pitchFamily="34" charset="0"/>
                <a:cs typeface="Calibri" panose="020F0502020204030204" pitchFamily="34" charset="0"/>
              </a:rPr>
              <a:t>What happens if Amy dies early and there is unrecovered basis? §72(b)(3)(A)</a:t>
            </a:r>
          </a:p>
          <a:p>
            <a:r>
              <a:rPr lang="en-US" dirty="0">
                <a:latin typeface="Calibri" panose="020F0502020204030204" pitchFamily="34" charset="0"/>
                <a:cs typeface="Calibri" panose="020F0502020204030204" pitchFamily="34" charset="0"/>
              </a:rPr>
              <a:t>Loans under annuity treated as distributions of inside buildup (taxable) and not as a loan. §72(e)(4)(A)</a:t>
            </a:r>
          </a:p>
          <a:p>
            <a:r>
              <a:rPr lang="en-US" dirty="0">
                <a:latin typeface="Calibri" panose="020F0502020204030204" pitchFamily="34" charset="0"/>
                <a:cs typeface="Calibri" panose="020F0502020204030204" pitchFamily="34" charset="0"/>
              </a:rPr>
              <a:t>10% penalty (of taxable amount) for withdrawals before reaching 59</a:t>
            </a:r>
            <a:r>
              <a:rPr lang="en-US" baseline="30000" dirty="0">
                <a:latin typeface="Calibri" panose="020F0502020204030204" pitchFamily="34" charset="0"/>
                <a:cs typeface="Calibri" panose="020F0502020204030204" pitchFamily="34" charset="0"/>
              </a:rPr>
              <a:t>½</a:t>
            </a:r>
            <a:r>
              <a:rPr lang="en-US" dirty="0">
                <a:latin typeface="Calibri" panose="020F0502020204030204" pitchFamily="34" charset="0"/>
                <a:cs typeface="Calibri" panose="020F0502020204030204" pitchFamily="34" charset="0"/>
              </a:rPr>
              <a:t> years old. §72(q)(1) and (2); §72(t)(1)(2)  </a:t>
            </a:r>
          </a:p>
        </p:txBody>
      </p:sp>
      <p:sp>
        <p:nvSpPr>
          <p:cNvPr id="3" name="Title 2">
            <a:extLst>
              <a:ext uri="{FF2B5EF4-FFF2-40B4-BE49-F238E27FC236}">
                <a16:creationId xmlns:a16="http://schemas.microsoft.com/office/drawing/2014/main" id="{270089C3-7792-4DEE-E616-313E55F2A9AA}"/>
              </a:ext>
            </a:extLst>
          </p:cNvPr>
          <p:cNvSpPr>
            <a:spLocks noGrp="1"/>
          </p:cNvSpPr>
          <p:nvPr>
            <p:ph type="title"/>
          </p:nvPr>
        </p:nvSpPr>
        <p:spPr/>
        <p:txBody>
          <a:bodyPr/>
          <a:lstStyle/>
          <a:p>
            <a:r>
              <a:rPr lang="en-US" dirty="0"/>
              <a:t>Section 72—Recovery of Annuity Basis</a:t>
            </a:r>
          </a:p>
        </p:txBody>
      </p:sp>
      <p:sp>
        <p:nvSpPr>
          <p:cNvPr id="4" name="Slide Number Placeholder 3">
            <a:extLst>
              <a:ext uri="{FF2B5EF4-FFF2-40B4-BE49-F238E27FC236}">
                <a16:creationId xmlns:a16="http://schemas.microsoft.com/office/drawing/2014/main" id="{8564696B-7156-EBB9-2189-7F326A3FCBF0}"/>
              </a:ext>
            </a:extLst>
          </p:cNvPr>
          <p:cNvSpPr>
            <a:spLocks noGrp="1"/>
          </p:cNvSpPr>
          <p:nvPr>
            <p:ph type="sldNum" sz="quarter" idx="10"/>
          </p:nvPr>
        </p:nvSpPr>
        <p:spPr/>
        <p:txBody>
          <a:bodyPr/>
          <a:lstStyle/>
          <a:p>
            <a:fld id="{7B3E355C-57B9-BC4B-95D8-406A1F834537}" type="slidenum">
              <a:rPr lang="en-US" altLang="en-US" smtClean="0"/>
              <a:pPr/>
              <a:t>22</a:t>
            </a:fld>
            <a:endParaRPr lang="en-US" altLang="en-US"/>
          </a:p>
        </p:txBody>
      </p:sp>
      <p:sp>
        <p:nvSpPr>
          <p:cNvPr id="5" name="Footer Placeholder 4">
            <a:extLst>
              <a:ext uri="{FF2B5EF4-FFF2-40B4-BE49-F238E27FC236}">
                <a16:creationId xmlns:a16="http://schemas.microsoft.com/office/drawing/2014/main" id="{AD7AE65F-51E3-8051-4BC5-D2AFCB8D2768}"/>
              </a:ext>
            </a:extLst>
          </p:cNvPr>
          <p:cNvSpPr>
            <a:spLocks noGrp="1"/>
          </p:cNvSpPr>
          <p:nvPr>
            <p:ph type="ftr" sz="quarter" idx="11"/>
          </p:nvPr>
        </p:nvSpPr>
        <p:spPr/>
        <p:txBody>
          <a:bodyPr/>
          <a:lstStyle/>
          <a:p>
            <a:pPr>
              <a:defRPr/>
            </a:pPr>
            <a:r>
              <a:rPr lang="en-US"/>
              <a:t>Borrorwing and Lending</a:t>
            </a:r>
            <a:endParaRPr lang="en-US" dirty="0"/>
          </a:p>
        </p:txBody>
      </p:sp>
    </p:spTree>
    <p:extLst>
      <p:ext uri="{BB962C8B-B14F-4D97-AF65-F5344CB8AC3E}">
        <p14:creationId xmlns:p14="http://schemas.microsoft.com/office/powerpoint/2010/main" val="4293651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3071F64-AF71-EA1B-3E6F-0C65C4D81ADB}"/>
              </a:ext>
            </a:extLst>
          </p:cNvPr>
          <p:cNvSpPr>
            <a:spLocks noGrp="1"/>
          </p:cNvSpPr>
          <p:nvPr>
            <p:ph idx="1"/>
          </p:nvPr>
        </p:nvSpPr>
        <p:spPr>
          <a:xfrm>
            <a:off x="512064" y="583469"/>
            <a:ext cx="8466836" cy="5859017"/>
          </a:xfrm>
        </p:spPr>
        <p:txBody>
          <a:bodyPr>
            <a:normAutofit/>
          </a:bodyPr>
          <a:lstStyle/>
          <a:p>
            <a:r>
              <a:rPr lang="en-US" dirty="0"/>
              <a:t>James embezzled &gt;738K [8.4MM in 2025] from 1951 through 1954 from employer union and insurance company w/ which union was doing business.  3 years in prison for willful evasion of income tax.</a:t>
            </a:r>
          </a:p>
          <a:p>
            <a:r>
              <a:rPr lang="en-US" dirty="0"/>
              <a:t>Why did James argue that the embezzled funds were not income in the year of embezzlement?</a:t>
            </a:r>
          </a:p>
          <a:p>
            <a:pPr lvl="1"/>
            <a:r>
              <a:rPr lang="en-US" i="1" dirty="0"/>
              <a:t>Wilcox: held embezzled money without any semblance of a bona fide claim of right and was therefore at all times under an unqualified duty and obligation to repay money to employer</a:t>
            </a:r>
          </a:p>
          <a:p>
            <a:pPr lvl="1"/>
            <a:r>
              <a:rPr lang="en-US" i="1" dirty="0"/>
              <a:t>When a taxpayer acquires earnings, lawfully or unlawfully, without the consensual recognition, express or implied, of an obligation to repay and without restriction as to their disposition, “he has received income which he is required to return, even though it may still be claimed that he is not entitled to retain the money, and even though he may still be adjudged liable to restore its equivalent.”</a:t>
            </a:r>
          </a:p>
          <a:p>
            <a:endParaRPr lang="en-US" dirty="0"/>
          </a:p>
        </p:txBody>
      </p:sp>
      <p:sp>
        <p:nvSpPr>
          <p:cNvPr id="3" name="Title 2">
            <a:extLst>
              <a:ext uri="{FF2B5EF4-FFF2-40B4-BE49-F238E27FC236}">
                <a16:creationId xmlns:a16="http://schemas.microsoft.com/office/drawing/2014/main" id="{DDA9FD5C-8E42-259D-3BE5-25FFDA564B79}"/>
              </a:ext>
            </a:extLst>
          </p:cNvPr>
          <p:cNvSpPr>
            <a:spLocks noGrp="1"/>
          </p:cNvSpPr>
          <p:nvPr>
            <p:ph type="title"/>
          </p:nvPr>
        </p:nvSpPr>
        <p:spPr/>
        <p:txBody>
          <a:bodyPr/>
          <a:lstStyle/>
          <a:p>
            <a:r>
              <a:rPr lang="en-US" i="1" dirty="0"/>
              <a:t>James v. US</a:t>
            </a:r>
            <a:r>
              <a:rPr lang="en-US" dirty="0"/>
              <a:t>, 366 U.S. 213 (1961)</a:t>
            </a:r>
          </a:p>
        </p:txBody>
      </p:sp>
      <p:sp>
        <p:nvSpPr>
          <p:cNvPr id="4" name="Slide Number Placeholder 3">
            <a:extLst>
              <a:ext uri="{FF2B5EF4-FFF2-40B4-BE49-F238E27FC236}">
                <a16:creationId xmlns:a16="http://schemas.microsoft.com/office/drawing/2014/main" id="{FD235D49-2FB9-362E-06C1-AEAA56AB9EA0}"/>
              </a:ext>
            </a:extLst>
          </p:cNvPr>
          <p:cNvSpPr>
            <a:spLocks noGrp="1"/>
          </p:cNvSpPr>
          <p:nvPr>
            <p:ph type="sldNum" sz="quarter" idx="10"/>
          </p:nvPr>
        </p:nvSpPr>
        <p:spPr/>
        <p:txBody>
          <a:bodyPr/>
          <a:lstStyle/>
          <a:p>
            <a:fld id="{7B3E355C-57B9-BC4B-95D8-406A1F834537}" type="slidenum">
              <a:rPr lang="en-US" altLang="en-US" smtClean="0"/>
              <a:pPr/>
              <a:t>23</a:t>
            </a:fld>
            <a:endParaRPr lang="en-US" altLang="en-US"/>
          </a:p>
        </p:txBody>
      </p:sp>
      <p:sp>
        <p:nvSpPr>
          <p:cNvPr id="5" name="Footer Placeholder 4">
            <a:extLst>
              <a:ext uri="{FF2B5EF4-FFF2-40B4-BE49-F238E27FC236}">
                <a16:creationId xmlns:a16="http://schemas.microsoft.com/office/drawing/2014/main" id="{4E459B09-0377-B267-7789-046969E708D3}"/>
              </a:ext>
            </a:extLst>
          </p:cNvPr>
          <p:cNvSpPr>
            <a:spLocks noGrp="1"/>
          </p:cNvSpPr>
          <p:nvPr>
            <p:ph type="ftr" sz="quarter" idx="11"/>
          </p:nvPr>
        </p:nvSpPr>
        <p:spPr/>
        <p:txBody>
          <a:bodyPr/>
          <a:lstStyle/>
          <a:p>
            <a:pPr>
              <a:defRPr/>
            </a:pPr>
            <a:r>
              <a:rPr lang="en-US"/>
              <a:t>Borrorwing and Lending</a:t>
            </a:r>
            <a:endParaRPr lang="en-US" dirty="0"/>
          </a:p>
        </p:txBody>
      </p:sp>
      <p:pic>
        <p:nvPicPr>
          <p:cNvPr id="3074" name="Picture 2" descr="Corrupt Official Stock Illustrations – 230 Corrupt Official Stock  Illustrations, Vectors &amp; Clipart - Dreamstime">
            <a:extLst>
              <a:ext uri="{FF2B5EF4-FFF2-40B4-BE49-F238E27FC236}">
                <a16:creationId xmlns:a16="http://schemas.microsoft.com/office/drawing/2014/main" id="{10EDE868-0992-9022-BC43-B488607880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80728" y="583469"/>
            <a:ext cx="2104136" cy="18030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00035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C2504F-6524-29CA-5506-D5F86ED52C84}"/>
              </a:ext>
            </a:extLst>
          </p:cNvPr>
          <p:cNvSpPr>
            <a:spLocks noGrp="1"/>
          </p:cNvSpPr>
          <p:nvPr>
            <p:ph type="title"/>
          </p:nvPr>
        </p:nvSpPr>
        <p:spPr/>
        <p:txBody>
          <a:bodyPr/>
          <a:lstStyle/>
          <a:p>
            <a:r>
              <a:rPr lang="en-US" i="1" dirty="0"/>
              <a:t>North American Oil Consolidated v. Burnet</a:t>
            </a:r>
            <a:r>
              <a:rPr lang="en-US" dirty="0"/>
              <a:t>, 286 U.S. 417 (1932)</a:t>
            </a:r>
            <a:endParaRPr lang="en-US" i="1" dirty="0"/>
          </a:p>
        </p:txBody>
      </p:sp>
      <p:sp>
        <p:nvSpPr>
          <p:cNvPr id="4" name="Slide Number Placeholder 3">
            <a:extLst>
              <a:ext uri="{FF2B5EF4-FFF2-40B4-BE49-F238E27FC236}">
                <a16:creationId xmlns:a16="http://schemas.microsoft.com/office/drawing/2014/main" id="{7343FF9E-D76C-81EF-CA3A-E4D7E68E61CC}"/>
              </a:ext>
            </a:extLst>
          </p:cNvPr>
          <p:cNvSpPr>
            <a:spLocks noGrp="1"/>
          </p:cNvSpPr>
          <p:nvPr>
            <p:ph type="sldNum" sz="quarter" idx="10"/>
          </p:nvPr>
        </p:nvSpPr>
        <p:spPr/>
        <p:txBody>
          <a:bodyPr/>
          <a:lstStyle/>
          <a:p>
            <a:fld id="{7B3E355C-57B9-BC4B-95D8-406A1F834537}" type="slidenum">
              <a:rPr lang="en-US" altLang="en-US" smtClean="0"/>
              <a:pPr/>
              <a:t>24</a:t>
            </a:fld>
            <a:endParaRPr lang="en-US" altLang="en-US"/>
          </a:p>
        </p:txBody>
      </p:sp>
      <p:sp>
        <p:nvSpPr>
          <p:cNvPr id="5" name="Footer Placeholder 4">
            <a:extLst>
              <a:ext uri="{FF2B5EF4-FFF2-40B4-BE49-F238E27FC236}">
                <a16:creationId xmlns:a16="http://schemas.microsoft.com/office/drawing/2014/main" id="{54C25759-6050-F286-7837-F99CD8BDA9FB}"/>
              </a:ext>
            </a:extLst>
          </p:cNvPr>
          <p:cNvSpPr>
            <a:spLocks noGrp="1"/>
          </p:cNvSpPr>
          <p:nvPr>
            <p:ph type="ftr" sz="quarter" idx="11"/>
          </p:nvPr>
        </p:nvSpPr>
        <p:spPr/>
        <p:txBody>
          <a:bodyPr/>
          <a:lstStyle/>
          <a:p>
            <a:pPr>
              <a:defRPr/>
            </a:pPr>
            <a:r>
              <a:rPr lang="en-US"/>
              <a:t>Borrorwing and Lending</a:t>
            </a:r>
            <a:endParaRPr lang="en-US" dirty="0"/>
          </a:p>
        </p:txBody>
      </p:sp>
      <p:sp>
        <p:nvSpPr>
          <p:cNvPr id="7" name="Content Placeholder 6">
            <a:extLst>
              <a:ext uri="{FF2B5EF4-FFF2-40B4-BE49-F238E27FC236}">
                <a16:creationId xmlns:a16="http://schemas.microsoft.com/office/drawing/2014/main" id="{D5849F9E-26C9-5232-B073-7AEDBDBEC71C}"/>
              </a:ext>
            </a:extLst>
          </p:cNvPr>
          <p:cNvSpPr>
            <a:spLocks noGrp="1"/>
          </p:cNvSpPr>
          <p:nvPr>
            <p:ph idx="1"/>
          </p:nvPr>
        </p:nvSpPr>
        <p:spPr>
          <a:xfrm>
            <a:off x="512064" y="558800"/>
            <a:ext cx="7349891" cy="5786664"/>
          </a:xfrm>
          <a:ln>
            <a:solidFill>
              <a:schemeClr val="accent1"/>
            </a:solidFill>
          </a:ln>
        </p:spPr>
        <p:txBody>
          <a:bodyPr/>
          <a:lstStyle/>
          <a:p>
            <a:r>
              <a:rPr lang="en-US" dirty="0"/>
              <a:t>NA operated oil land, legal title of which was held by the US.  US gov’t instituted a suit to oust NA, and in 1916, a receiver was appointed to operate the property and hold the net income.</a:t>
            </a:r>
          </a:p>
          <a:p>
            <a:r>
              <a:rPr lang="en-US" dirty="0"/>
              <a:t>171K was paid to NA by receiver in 1917.  The gov’t appealed, and the suit was finally dismissed by the S. Ct. in 1922.</a:t>
            </a:r>
          </a:p>
          <a:p>
            <a:r>
              <a:rPr lang="en-US" dirty="0"/>
              <a:t>Issue:  When were the profits taxable to NA? 1916, 1917, or 1922?</a:t>
            </a:r>
          </a:p>
          <a:p>
            <a:pPr lvl="1"/>
            <a:r>
              <a:rPr lang="en-US" i="1" dirty="0"/>
              <a:t>If a taxpayer receives earnings under a </a:t>
            </a:r>
            <a:r>
              <a:rPr lang="en-US" b="1" i="1" dirty="0"/>
              <a:t>claim of right </a:t>
            </a:r>
            <a:r>
              <a:rPr lang="en-US" i="1" dirty="0"/>
              <a:t>and without restriction as to their disposition, he has received income which he is required to return, even though it may still be claimed that he is not entitled to retain the money, and even though he may still be adjudged liable to restore its equivalent.</a:t>
            </a:r>
          </a:p>
          <a:p>
            <a:endParaRPr lang="en-US" dirty="0"/>
          </a:p>
        </p:txBody>
      </p:sp>
      <p:pic>
        <p:nvPicPr>
          <p:cNvPr id="2052" name="Picture 4" descr="Abandoned oil well counts are exploding — now that there's ...">
            <a:extLst>
              <a:ext uri="{FF2B5EF4-FFF2-40B4-BE49-F238E27FC236}">
                <a16:creationId xmlns:a16="http://schemas.microsoft.com/office/drawing/2014/main" id="{871E7EDA-54CB-B778-D524-97A9388572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93836" y="2484973"/>
            <a:ext cx="3086100" cy="187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671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8B70521-9AF7-8024-2814-64561FB3AFE2}"/>
              </a:ext>
            </a:extLst>
          </p:cNvPr>
          <p:cNvSpPr>
            <a:spLocks noGrp="1"/>
          </p:cNvSpPr>
          <p:nvPr>
            <p:ph idx="1"/>
          </p:nvPr>
        </p:nvSpPr>
        <p:spPr/>
        <p:txBody>
          <a:bodyPr/>
          <a:lstStyle/>
          <a:p>
            <a:r>
              <a:rPr lang="en-US" sz="2800" dirty="0"/>
              <a:t>What are the tax consequences to James or NA if either must return the funds on which they were taxed?</a:t>
            </a:r>
          </a:p>
          <a:p>
            <a:r>
              <a:rPr lang="en-US" sz="2800" dirty="0"/>
              <a:t>If the TP is entitled to a deduction, what if the rates have changed between the time the income was included and deducted?  What if, for example, the income was originally taxed at 50% but only generated a deduction of 20%, or vice versa?</a:t>
            </a:r>
          </a:p>
          <a:p>
            <a:r>
              <a:rPr lang="en-US" sz="2800" dirty="0"/>
              <a:t>Under </a:t>
            </a:r>
            <a:r>
              <a:rPr lang="en-US" sz="2800" dirty="0">
                <a:latin typeface="Calibri" panose="020F0502020204030204" pitchFamily="34" charset="0"/>
                <a:cs typeface="Calibri" panose="020F0502020204030204" pitchFamily="34" charset="0"/>
              </a:rPr>
              <a:t>§1341, if:</a:t>
            </a:r>
          </a:p>
          <a:p>
            <a:pPr lvl="1"/>
            <a:r>
              <a:rPr lang="en-US" sz="2400" dirty="0">
                <a:latin typeface="Calibri" panose="020F0502020204030204" pitchFamily="34" charset="0"/>
                <a:cs typeface="Calibri" panose="020F0502020204030204" pitchFamily="34" charset="0"/>
              </a:rPr>
              <a:t>(1) TP has GI in a </a:t>
            </a:r>
            <a:r>
              <a:rPr lang="en-US" sz="2400" i="1" dirty="0">
                <a:latin typeface="Calibri" panose="020F0502020204030204" pitchFamily="34" charset="0"/>
                <a:cs typeface="Calibri" panose="020F0502020204030204" pitchFamily="34" charset="0"/>
              </a:rPr>
              <a:t>prior year</a:t>
            </a:r>
            <a:r>
              <a:rPr lang="en-US" sz="2400" dirty="0">
                <a:latin typeface="Calibri" panose="020F0502020204030204" pitchFamily="34" charset="0"/>
                <a:cs typeface="Calibri" panose="020F0502020204030204" pitchFamily="34" charset="0"/>
              </a:rPr>
              <a:t> because it appeared that the TP had </a:t>
            </a:r>
            <a:r>
              <a:rPr lang="en-US" sz="2400" i="1" dirty="0">
                <a:latin typeface="Calibri" panose="020F0502020204030204" pitchFamily="34" charset="0"/>
                <a:cs typeface="Calibri" panose="020F0502020204030204" pitchFamily="34" charset="0"/>
              </a:rPr>
              <a:t>an unrestricted right to the income, </a:t>
            </a:r>
            <a:r>
              <a:rPr lang="en-US" sz="2400" dirty="0">
                <a:latin typeface="Calibri" panose="020F0502020204030204" pitchFamily="34" charset="0"/>
                <a:cs typeface="Calibri" panose="020F0502020204030204" pitchFamily="34" charset="0"/>
              </a:rPr>
              <a:t>and (2) a deduction is allowable in the current year because the TP did </a:t>
            </a:r>
            <a:r>
              <a:rPr lang="en-US" sz="2400" b="1" dirty="0">
                <a:latin typeface="Calibri" panose="020F0502020204030204" pitchFamily="34" charset="0"/>
                <a:cs typeface="Calibri" panose="020F0502020204030204" pitchFamily="34" charset="0"/>
              </a:rPr>
              <a:t>not</a:t>
            </a:r>
            <a:r>
              <a:rPr lang="en-US" sz="2400" dirty="0">
                <a:latin typeface="Calibri" panose="020F0502020204030204" pitchFamily="34" charset="0"/>
                <a:cs typeface="Calibri" panose="020F0502020204030204" pitchFamily="34" charset="0"/>
              </a:rPr>
              <a:t> have an unrestricted right to the GI, then the TP can:</a:t>
            </a:r>
          </a:p>
          <a:p>
            <a:pPr lvl="2"/>
            <a:r>
              <a:rPr lang="en-US" sz="2400" dirty="0">
                <a:latin typeface="Calibri" panose="020F0502020204030204" pitchFamily="34" charset="0"/>
                <a:cs typeface="Calibri" panose="020F0502020204030204" pitchFamily="34" charset="0"/>
              </a:rPr>
              <a:t>(1) take the deduction; or (2) not take a deduction an instead take a credit for the additional tax paid in the prior year because of the GI inclusion.</a:t>
            </a:r>
          </a:p>
          <a:p>
            <a:pPr lvl="1"/>
            <a:endParaRPr lang="en-US" sz="2400" dirty="0">
              <a:latin typeface="Calibri" panose="020F0502020204030204" pitchFamily="34" charset="0"/>
              <a:cs typeface="Calibri" panose="020F0502020204030204" pitchFamily="34" charset="0"/>
            </a:endParaRPr>
          </a:p>
          <a:p>
            <a:pPr lvl="1"/>
            <a:endParaRPr lang="en-US" dirty="0">
              <a:latin typeface="Calibri" panose="020F0502020204030204" pitchFamily="34" charset="0"/>
              <a:cs typeface="Calibri" panose="020F0502020204030204" pitchFamily="34" charset="0"/>
            </a:endParaRPr>
          </a:p>
        </p:txBody>
      </p:sp>
      <p:sp>
        <p:nvSpPr>
          <p:cNvPr id="3" name="Title 2">
            <a:extLst>
              <a:ext uri="{FF2B5EF4-FFF2-40B4-BE49-F238E27FC236}">
                <a16:creationId xmlns:a16="http://schemas.microsoft.com/office/drawing/2014/main" id="{38979CBD-5414-2374-0000-8632F8F1D0D5}"/>
              </a:ext>
            </a:extLst>
          </p:cNvPr>
          <p:cNvSpPr>
            <a:spLocks noGrp="1"/>
          </p:cNvSpPr>
          <p:nvPr>
            <p:ph type="title"/>
          </p:nvPr>
        </p:nvSpPr>
        <p:spPr/>
        <p:txBody>
          <a:bodyPr/>
          <a:lstStyle/>
          <a:p>
            <a:r>
              <a:rPr lang="en-US" dirty="0"/>
              <a:t>Section 1341</a:t>
            </a:r>
          </a:p>
        </p:txBody>
      </p:sp>
      <p:sp>
        <p:nvSpPr>
          <p:cNvPr id="4" name="Slide Number Placeholder 3">
            <a:extLst>
              <a:ext uri="{FF2B5EF4-FFF2-40B4-BE49-F238E27FC236}">
                <a16:creationId xmlns:a16="http://schemas.microsoft.com/office/drawing/2014/main" id="{79FFE08D-A434-C07D-5DB7-ED4E45496619}"/>
              </a:ext>
            </a:extLst>
          </p:cNvPr>
          <p:cNvSpPr>
            <a:spLocks noGrp="1"/>
          </p:cNvSpPr>
          <p:nvPr>
            <p:ph type="sldNum" sz="quarter" idx="10"/>
          </p:nvPr>
        </p:nvSpPr>
        <p:spPr/>
        <p:txBody>
          <a:bodyPr/>
          <a:lstStyle/>
          <a:p>
            <a:fld id="{7B3E355C-57B9-BC4B-95D8-406A1F834537}" type="slidenum">
              <a:rPr lang="en-US" altLang="en-US" smtClean="0"/>
              <a:pPr/>
              <a:t>25</a:t>
            </a:fld>
            <a:endParaRPr lang="en-US" altLang="en-US"/>
          </a:p>
        </p:txBody>
      </p:sp>
      <p:sp>
        <p:nvSpPr>
          <p:cNvPr id="5" name="Footer Placeholder 4">
            <a:extLst>
              <a:ext uri="{FF2B5EF4-FFF2-40B4-BE49-F238E27FC236}">
                <a16:creationId xmlns:a16="http://schemas.microsoft.com/office/drawing/2014/main" id="{97BD28FE-13F3-09FC-ADFC-5098D3341DBD}"/>
              </a:ext>
            </a:extLst>
          </p:cNvPr>
          <p:cNvSpPr>
            <a:spLocks noGrp="1"/>
          </p:cNvSpPr>
          <p:nvPr>
            <p:ph type="ftr" sz="quarter" idx="11"/>
          </p:nvPr>
        </p:nvSpPr>
        <p:spPr/>
        <p:txBody>
          <a:bodyPr/>
          <a:lstStyle/>
          <a:p>
            <a:pPr>
              <a:defRPr/>
            </a:pPr>
            <a:r>
              <a:rPr lang="en-US"/>
              <a:t>Borrorwing and Lending</a:t>
            </a:r>
            <a:endParaRPr lang="en-US" dirty="0"/>
          </a:p>
        </p:txBody>
      </p:sp>
    </p:spTree>
    <p:extLst>
      <p:ext uri="{BB962C8B-B14F-4D97-AF65-F5344CB8AC3E}">
        <p14:creationId xmlns:p14="http://schemas.microsoft.com/office/powerpoint/2010/main" val="2055085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4E78D9F-DBCA-DA95-8FA1-5E1A2402A2EB}"/>
              </a:ext>
            </a:extLst>
          </p:cNvPr>
          <p:cNvSpPr>
            <a:spLocks noGrp="1"/>
          </p:cNvSpPr>
          <p:nvPr>
            <p:ph idx="1"/>
          </p:nvPr>
        </p:nvSpPr>
        <p:spPr/>
        <p:txBody>
          <a:bodyPr/>
          <a:lstStyle/>
          <a:p>
            <a:r>
              <a:rPr lang="en-US" dirty="0"/>
              <a:t>IPL receives deposits for certain customers to assure payment of future bills for electric service.</a:t>
            </a:r>
          </a:p>
          <a:p>
            <a:pPr lvl="1"/>
            <a:r>
              <a:rPr lang="en-US" sz="2400" dirty="0"/>
              <a:t>Customers selected based on formula, and IPL paid interest on the deposits only if held for more than 12 months.</a:t>
            </a:r>
          </a:p>
          <a:p>
            <a:pPr lvl="1"/>
            <a:r>
              <a:rPr lang="en-US" sz="2400" dirty="0"/>
              <a:t>Deposits refunded if customer made timely payments for a certain number of months.</a:t>
            </a:r>
          </a:p>
          <a:p>
            <a:pPr lvl="1"/>
            <a:r>
              <a:rPr lang="en-US" sz="2400" dirty="0"/>
              <a:t>A customer could receive a refund by satisfying a credit test or terminating service.</a:t>
            </a:r>
          </a:p>
          <a:p>
            <a:pPr lvl="1"/>
            <a:r>
              <a:rPr lang="en-US" sz="2400" dirty="0"/>
              <a:t>Customer could use deposit to pay for electricity.</a:t>
            </a:r>
          </a:p>
          <a:p>
            <a:r>
              <a:rPr lang="en-US" dirty="0"/>
              <a:t>IPL treated deposits as liabilities and recognized income when it mailed monthly bill.</a:t>
            </a:r>
          </a:p>
          <a:p>
            <a:pPr lvl="1"/>
            <a:r>
              <a:rPr lang="en-US" sz="2400" dirty="0"/>
              <a:t>If deposit was used to offset a bill, accounting adjustments were made.</a:t>
            </a:r>
          </a:p>
          <a:p>
            <a:r>
              <a:rPr lang="en-US" dirty="0"/>
              <a:t>Deposits not physically segregated; commingled with other receipts and subject to IPL’s unfettered use and control.</a:t>
            </a:r>
          </a:p>
          <a:p>
            <a:r>
              <a:rPr lang="en-US" b="1" dirty="0"/>
              <a:t>Issue:  Loan or advance payments for electricity?</a:t>
            </a:r>
          </a:p>
        </p:txBody>
      </p:sp>
      <p:sp>
        <p:nvSpPr>
          <p:cNvPr id="3" name="Title 2">
            <a:extLst>
              <a:ext uri="{FF2B5EF4-FFF2-40B4-BE49-F238E27FC236}">
                <a16:creationId xmlns:a16="http://schemas.microsoft.com/office/drawing/2014/main" id="{04E1F411-5CEA-5033-3EFA-2E09B8CFA604}"/>
              </a:ext>
            </a:extLst>
          </p:cNvPr>
          <p:cNvSpPr>
            <a:spLocks noGrp="1"/>
          </p:cNvSpPr>
          <p:nvPr>
            <p:ph type="title"/>
          </p:nvPr>
        </p:nvSpPr>
        <p:spPr/>
        <p:txBody>
          <a:bodyPr/>
          <a:lstStyle/>
          <a:p>
            <a:r>
              <a:rPr lang="en-US" i="1" dirty="0"/>
              <a:t>CIR v. Indianapolis Power &amp; Light</a:t>
            </a:r>
          </a:p>
        </p:txBody>
      </p:sp>
      <p:sp>
        <p:nvSpPr>
          <p:cNvPr id="4" name="Slide Number Placeholder 3">
            <a:extLst>
              <a:ext uri="{FF2B5EF4-FFF2-40B4-BE49-F238E27FC236}">
                <a16:creationId xmlns:a16="http://schemas.microsoft.com/office/drawing/2014/main" id="{F313CD11-AE25-4061-FAE1-245DB0655430}"/>
              </a:ext>
            </a:extLst>
          </p:cNvPr>
          <p:cNvSpPr>
            <a:spLocks noGrp="1"/>
          </p:cNvSpPr>
          <p:nvPr>
            <p:ph type="sldNum" sz="quarter" idx="10"/>
          </p:nvPr>
        </p:nvSpPr>
        <p:spPr/>
        <p:txBody>
          <a:bodyPr/>
          <a:lstStyle/>
          <a:p>
            <a:fld id="{7B3E355C-57B9-BC4B-95D8-406A1F834537}" type="slidenum">
              <a:rPr lang="en-US" altLang="en-US" smtClean="0"/>
              <a:pPr/>
              <a:t>26</a:t>
            </a:fld>
            <a:endParaRPr lang="en-US" altLang="en-US"/>
          </a:p>
        </p:txBody>
      </p:sp>
      <p:sp>
        <p:nvSpPr>
          <p:cNvPr id="5" name="Footer Placeholder 4">
            <a:extLst>
              <a:ext uri="{FF2B5EF4-FFF2-40B4-BE49-F238E27FC236}">
                <a16:creationId xmlns:a16="http://schemas.microsoft.com/office/drawing/2014/main" id="{8E567E83-EE15-5256-70E3-D95C1F766558}"/>
              </a:ext>
            </a:extLst>
          </p:cNvPr>
          <p:cNvSpPr>
            <a:spLocks noGrp="1"/>
          </p:cNvSpPr>
          <p:nvPr>
            <p:ph type="ftr" sz="quarter" idx="11"/>
          </p:nvPr>
        </p:nvSpPr>
        <p:spPr/>
        <p:txBody>
          <a:bodyPr/>
          <a:lstStyle/>
          <a:p>
            <a:pPr>
              <a:defRPr/>
            </a:pPr>
            <a:r>
              <a:rPr lang="en-US"/>
              <a:t>Borrorwing and Lending</a:t>
            </a:r>
            <a:endParaRPr lang="en-US" dirty="0"/>
          </a:p>
        </p:txBody>
      </p:sp>
    </p:spTree>
    <p:extLst>
      <p:ext uri="{BB962C8B-B14F-4D97-AF65-F5344CB8AC3E}">
        <p14:creationId xmlns:p14="http://schemas.microsoft.com/office/powerpoint/2010/main" val="3053075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G Body - Standard">
  <a:themeElements>
    <a:clrScheme name="CGSH">
      <a:dk1>
        <a:sysClr val="windowText" lastClr="000000"/>
      </a:dk1>
      <a:lt1>
        <a:sysClr val="window" lastClr="FFFFFF"/>
      </a:lt1>
      <a:dk2>
        <a:srgbClr val="000000"/>
      </a:dk2>
      <a:lt2>
        <a:srgbClr val="FFFFFF"/>
      </a:lt2>
      <a:accent1>
        <a:srgbClr val="B01C2E"/>
      </a:accent1>
      <a:accent2>
        <a:srgbClr val="4B2942"/>
      </a:accent2>
      <a:accent3>
        <a:srgbClr val="002F5F"/>
      </a:accent3>
      <a:accent4>
        <a:srgbClr val="495B25"/>
      </a:accent4>
      <a:accent5>
        <a:srgbClr val="E66402"/>
      </a:accent5>
      <a:accent6>
        <a:srgbClr val="FF9933"/>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T_COE_16" id="{671586AA-9BBF-BE44-880F-D824A4D8FE5E}" vid="{5A5CEC7A-9E78-BE40-8F14-2D245F9926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28072</TotalTime>
  <Words>2905</Words>
  <Application>Microsoft Macintosh PowerPoint</Application>
  <PresentationFormat>Widescreen</PresentationFormat>
  <Paragraphs>261</Paragraphs>
  <Slides>26</Slides>
  <Notes>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26</vt:i4>
      </vt:variant>
    </vt:vector>
  </HeadingPairs>
  <TitlesOfParts>
    <vt:vector size="36" baseType="lpstr">
      <vt:lpstr>NSimSun</vt:lpstr>
      <vt:lpstr>Arial</vt:lpstr>
      <vt:lpstr>Calibri</vt:lpstr>
      <vt:lpstr>Courier New</vt:lpstr>
      <vt:lpstr>Times New Roman</vt:lpstr>
      <vt:lpstr>Verdana</vt:lpstr>
      <vt:lpstr>Wingdings</vt:lpstr>
      <vt:lpstr>Wingdings 2</vt:lpstr>
      <vt:lpstr>CG Body - Standard</vt:lpstr>
      <vt:lpstr>Worksheet</vt:lpstr>
      <vt:lpstr>Federal Income Taxation Borrowing and Lending</vt:lpstr>
      <vt:lpstr>Borrowing and Lending</vt:lpstr>
      <vt:lpstr>Benefits and Possible Detriments of Debt</vt:lpstr>
      <vt:lpstr>Benefits and Possible Detriments of Debt</vt:lpstr>
      <vt:lpstr>Debt Basics </vt:lpstr>
      <vt:lpstr>Debt Basics </vt:lpstr>
      <vt:lpstr>Debt Basics: Present Value and Future Value </vt:lpstr>
      <vt:lpstr>Debt Basics: Using the Loan Exclusion to Play Games </vt:lpstr>
      <vt:lpstr>Debt Basics: Using the Loan Exclusion to Play Some No-Interest Games </vt:lpstr>
      <vt:lpstr>Section 7872</vt:lpstr>
      <vt:lpstr>Section 7872</vt:lpstr>
      <vt:lpstr>Section 7872</vt:lpstr>
      <vt:lpstr>Section 7872</vt:lpstr>
      <vt:lpstr>Section 7872</vt:lpstr>
      <vt:lpstr>Identifying Principal and Interest</vt:lpstr>
      <vt:lpstr>Identifying Principal and Interest</vt:lpstr>
      <vt:lpstr>Identifying Principal and Interest</vt:lpstr>
      <vt:lpstr>Methods of Accounting: Economic Accrual of Interest</vt:lpstr>
      <vt:lpstr>Original Issue Discount</vt:lpstr>
      <vt:lpstr>Original Issue Discount</vt:lpstr>
      <vt:lpstr>Section 7872: OID</vt:lpstr>
      <vt:lpstr>Section 72—Recovery of Annuity Basis</vt:lpstr>
      <vt:lpstr>James v. US, 366 U.S. 213 (1961)</vt:lpstr>
      <vt:lpstr>North American Oil Consolidated v. Burnet, 286 U.S. 417 (1932)</vt:lpstr>
      <vt:lpstr>Section 1341</vt:lpstr>
      <vt:lpstr>CIR v. Indianapolis Power &amp; Light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subject/>
  <dc:creator>J Colon</dc:creator>
  <cp:keywords/>
  <dc:description/>
  <cp:lastModifiedBy>Colon, Jeffrey M.</cp:lastModifiedBy>
  <cp:revision>205</cp:revision>
  <cp:lastPrinted>2020-11-30T15:41:57Z</cp:lastPrinted>
  <dcterms:created xsi:type="dcterms:W3CDTF">2016-08-01T04:04:31Z</dcterms:created>
  <dcterms:modified xsi:type="dcterms:W3CDTF">2026-02-27T01:00:59Z</dcterms:modified>
  <cp:category/>
</cp:coreProperties>
</file>