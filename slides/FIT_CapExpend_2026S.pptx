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sldIdLst>
    <p:sldId id="295" r:id="rId2"/>
    <p:sldId id="256" r:id="rId3"/>
    <p:sldId id="296" r:id="rId4"/>
    <p:sldId id="297" r:id="rId5"/>
    <p:sldId id="298" r:id="rId6"/>
    <p:sldId id="299" r:id="rId7"/>
    <p:sldId id="300" r:id="rId8"/>
    <p:sldId id="301" r:id="rId9"/>
    <p:sldId id="302" r:id="rId10"/>
    <p:sldId id="303" r:id="rId11"/>
  </p:sldIdLst>
  <p:sldSz cx="12192000" cy="6858000"/>
  <p:notesSz cx="7010400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542"/>
    <p:restoredTop sz="96060"/>
  </p:normalViewPr>
  <p:slideViewPr>
    <p:cSldViewPr snapToGrid="0" snapToObjects="1">
      <p:cViewPr varScale="1">
        <p:scale>
          <a:sx n="128" d="100"/>
          <a:sy n="128" d="100"/>
        </p:scale>
        <p:origin x="192" y="1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on, Jeffrey M." userId="615143b1-cdee-493d-9a9d-1565ce8666d9" providerId="ADAL" clId="{DC1DB158-BAB1-5930-B714-AEF472873853}"/>
    <pc:docChg chg="modSld">
      <pc:chgData name="Colon, Jeffrey M." userId="615143b1-cdee-493d-9a9d-1565ce8666d9" providerId="ADAL" clId="{DC1DB158-BAB1-5930-B714-AEF472873853}" dt="2026-09-08T16:51:50.256" v="0" actId="120"/>
      <pc:docMkLst>
        <pc:docMk/>
      </pc:docMkLst>
      <pc:sldChg chg="modSp">
        <pc:chgData name="Colon, Jeffrey M." userId="615143b1-cdee-493d-9a9d-1565ce8666d9" providerId="ADAL" clId="{DC1DB158-BAB1-5930-B714-AEF472873853}" dt="2026-09-08T16:51:50.256" v="0" actId="120"/>
        <pc:sldMkLst>
          <pc:docMk/>
          <pc:sldMk cId="231222038" sldId="256"/>
        </pc:sldMkLst>
        <pc:spChg chg="mod">
          <ac:chgData name="Colon, Jeffrey M." userId="615143b1-cdee-493d-9a9d-1565ce8666d9" providerId="ADAL" clId="{DC1DB158-BAB1-5930-B714-AEF472873853}" dt="2026-09-08T16:51:50.256" v="0" actId="120"/>
          <ac:spMkLst>
            <pc:docMk/>
            <pc:sldMk cId="231222038" sldId="256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3408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1"/>
            <a:ext cx="3037840" cy="463408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>
              <a:defRPr sz="1200"/>
            </a:lvl1pPr>
          </a:lstStyle>
          <a:p>
            <a:fld id="{83BC67FA-3E26-304D-BDBD-530C6272A0E0}" type="datetimeFigureOut">
              <a:rPr lang="en-US" smtClean="0"/>
              <a:t>9/8/26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54113"/>
            <a:ext cx="5543550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830" tIns="46415" rIns="92830" bIns="4641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44862"/>
            <a:ext cx="5608320" cy="3636705"/>
          </a:xfrm>
          <a:prstGeom prst="rect">
            <a:avLst/>
          </a:prstGeom>
        </p:spPr>
        <p:txBody>
          <a:bodyPr vert="horz" lIns="92830" tIns="46415" rIns="92830" bIns="4641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70"/>
            <a:ext cx="3037840" cy="463407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772670"/>
            <a:ext cx="3037840" cy="463407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>
              <a:defRPr sz="1200"/>
            </a:lvl1pPr>
          </a:lstStyle>
          <a:p>
            <a:fld id="{BF72E6F7-09F5-B04E-8141-9A414430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690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73258D-F88C-F440-AD20-53E2DCDDB8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84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2E6F7-09F5-B04E-8141-9A4144300CC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433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1"/>
          <p:cNvSpPr txBox="1">
            <a:spLocks noChangeArrowheads="1"/>
          </p:cNvSpPr>
          <p:nvPr userDrawn="1"/>
        </p:nvSpPr>
        <p:spPr bwMode="auto">
          <a:xfrm>
            <a:off x="0" y="914400"/>
            <a:ext cx="12192000" cy="36988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alpha val="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22D706CB-156B-8643-9A07-D8448DABBCBD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474733"/>
            <a:ext cx="3860800" cy="2889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Capital Expenditures and Expenses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9251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512064" y="533400"/>
            <a:ext cx="11277600" cy="5812064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spcBef>
                <a:spcPct val="20000"/>
              </a:spcBef>
              <a:buClr>
                <a:srgbClr val="B01C2E"/>
              </a:buClr>
              <a:buSzPct val="60000"/>
              <a:buFont typeface="Wingdings 2" pitchFamily="18" charset="2"/>
              <a:buChar char=""/>
              <a:defRPr lang="en-US" sz="2400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-228600" algn="just">
              <a:buClr>
                <a:srgbClr val="B01C2E"/>
              </a:buClr>
              <a:buSzPct val="60000"/>
              <a:buFont typeface="Wingdings" charset="2"/>
              <a:buChar char="Ø"/>
              <a:defRPr lang="en-US" sz="22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 algn="just">
              <a:buClr>
                <a:srgbClr val="B01C2E"/>
              </a:buClr>
              <a:buSzPct val="60000"/>
              <a:buFont typeface="Courier New" charset="0"/>
              <a:buChar char="o"/>
              <a:defRPr lang="en-US" sz="22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914400" indent="-228600" algn="just">
              <a:buClr>
                <a:srgbClr val="B01C2E"/>
              </a:buClr>
              <a:buSzPct val="60000"/>
              <a:buFont typeface="Arial" charset="0"/>
              <a:buChar char="•"/>
              <a:defRPr lang="en-US" sz="20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143000" algn="just">
              <a:buClr>
                <a:srgbClr val="B01C2E"/>
              </a:buClr>
              <a:buSzPct val="60000"/>
              <a:buFont typeface="Calibri" pitchFamily="34" charset="0"/>
              <a:buChar char="–"/>
              <a:defRPr lang="en-US" sz="20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12064" y="41933"/>
            <a:ext cx="11277600" cy="365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marL="0" indent="0" algn="l">
              <a:tabLst>
                <a:tab pos="395288" algn="l"/>
              </a:tabLst>
              <a:defRPr sz="220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0"/>
          </p:nvPr>
        </p:nvSpPr>
        <p:spPr>
          <a:xfrm>
            <a:off x="11180064" y="6471105"/>
            <a:ext cx="609600" cy="365125"/>
          </a:xfrm>
        </p:spPr>
        <p:txBody>
          <a:bodyPr/>
          <a:lstStyle>
            <a:lvl1pPr algn="r">
              <a:defRPr/>
            </a:lvl1pPr>
          </a:lstStyle>
          <a:p>
            <a:fld id="{7B3E355C-57B9-BC4B-95D8-406A1F834537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 smtClean="0"/>
            </a:lvl1pPr>
          </a:lstStyle>
          <a:p>
            <a:pPr>
              <a:defRPr/>
            </a:pPr>
            <a:r>
              <a:rPr lang="en-US"/>
              <a:t>Capital Expenditures and Expenses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512064" y="407060"/>
            <a:ext cx="112776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1056713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0"/>
          <p:cNvSpPr>
            <a:spLocks noGrp="1"/>
          </p:cNvSpPr>
          <p:nvPr>
            <p:ph sz="quarter" idx="16"/>
          </p:nvPr>
        </p:nvSpPr>
        <p:spPr>
          <a:xfrm>
            <a:off x="508000" y="1417320"/>
            <a:ext cx="5486400" cy="45720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600">
                <a:latin typeface="Calibri" charset="0"/>
                <a:ea typeface="Calibri" charset="0"/>
                <a:cs typeface="Calibri" charset="0"/>
              </a:defRPr>
            </a:lvl1pPr>
            <a:lvl2pPr marL="457200" indent="-228600">
              <a:buClr>
                <a:schemeClr val="accent1"/>
              </a:buClr>
              <a:buSzPct val="60000"/>
              <a:buFont typeface="Wingdings" charset="2"/>
              <a:buChar char="Ø"/>
              <a:defRPr lang="en-US" sz="16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>
              <a:buClr>
                <a:schemeClr val="accent1"/>
              </a:buClr>
              <a:buSzPct val="60000"/>
              <a:buFont typeface="Courier New" charset="0"/>
              <a:buChar char="o"/>
              <a:defRPr sz="1600">
                <a:latin typeface="Calibri" charset="0"/>
                <a:ea typeface="Calibri" charset="0"/>
                <a:cs typeface="Calibri" charset="0"/>
              </a:defRPr>
            </a:lvl3pPr>
            <a:lvl4pPr marL="914400" indent="-228600">
              <a:buClr>
                <a:schemeClr val="accent1"/>
              </a:buClr>
              <a:buSzPct val="60000"/>
              <a:buFont typeface="Arial" charset="0"/>
              <a:buChar char="•"/>
              <a:defRPr sz="1600">
                <a:latin typeface="Calibri" charset="0"/>
                <a:ea typeface="Calibri" charset="0"/>
                <a:cs typeface="Calibri" charset="0"/>
              </a:defRPr>
            </a:lvl4pPr>
            <a:lvl5pPr marL="1143000">
              <a:buClr>
                <a:schemeClr val="accent1"/>
              </a:buClr>
              <a:buSzPct val="60000"/>
              <a:buFont typeface="Arial" pitchFamily="34" charset="0"/>
              <a:buChar char="–"/>
              <a:defRPr sz="16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45720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600">
                <a:latin typeface="Calibri" charset="0"/>
                <a:ea typeface="Calibri" charset="0"/>
                <a:cs typeface="Calibri" charset="0"/>
              </a:defRPr>
            </a:lvl1pPr>
            <a:lvl2pPr marL="457200" indent="-228600">
              <a:buClr>
                <a:schemeClr val="accent1"/>
              </a:buClr>
              <a:buSzPct val="60000"/>
              <a:buFont typeface="Wingdings" charset="2"/>
              <a:buChar char="Ø"/>
              <a:defRPr lang="en-US" sz="16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>
              <a:buClr>
                <a:schemeClr val="accent1"/>
              </a:buClr>
              <a:buSzPct val="60000"/>
              <a:buFont typeface="Courier New" charset="0"/>
              <a:buChar char="o"/>
              <a:defRPr sz="1600">
                <a:latin typeface="Calibri" charset="0"/>
                <a:ea typeface="Calibri" charset="0"/>
                <a:cs typeface="Calibri" charset="0"/>
              </a:defRPr>
            </a:lvl3pPr>
            <a:lvl4pPr marL="914400" indent="-228600">
              <a:buClr>
                <a:schemeClr val="accent1"/>
              </a:buClr>
              <a:buSzPct val="60000"/>
              <a:buFont typeface="Arial" charset="0"/>
              <a:buChar char="•"/>
              <a:defRPr sz="1600">
                <a:latin typeface="Calibri" charset="0"/>
                <a:ea typeface="Calibri" charset="0"/>
                <a:cs typeface="Calibri" charset="0"/>
              </a:defRPr>
            </a:lvl4pPr>
            <a:lvl5pPr marL="1143000">
              <a:buClr>
                <a:schemeClr val="accent1"/>
              </a:buClr>
              <a:buSzPct val="60000"/>
              <a:buFont typeface="Arial" pitchFamily="34" charset="0"/>
              <a:buChar char="–"/>
              <a:defRPr sz="16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463EAD6B-1B79-144E-A805-1CA6FF1F03F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2748039" y="5370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874899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/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5080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508000" y="3886200"/>
            <a:ext cx="111760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DBDD9035-58B9-F243-8D2E-5AB7C416733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193750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Left / On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4800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8"/>
          </p:nvPr>
        </p:nvSpPr>
        <p:spPr>
          <a:xfrm>
            <a:off x="5080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2"/>
          <p:cNvSpPr>
            <a:spLocks noGrp="1"/>
          </p:cNvSpPr>
          <p:nvPr>
            <p:ph sz="quarter" idx="19"/>
          </p:nvPr>
        </p:nvSpPr>
        <p:spPr>
          <a:xfrm>
            <a:off x="508000" y="39319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fld id="{6C93E8D5-2692-0D44-9EA4-C6015F0C54D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620875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5527EB-3756-C241-BFD3-DBB1E111190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898184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2064" y="805002"/>
            <a:ext cx="5386917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299200" y="814835"/>
            <a:ext cx="5386917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195227"/>
            <a:ext cx="5388864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6299200" y="1195227"/>
            <a:ext cx="5388864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512064" y="407060"/>
            <a:ext cx="112776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12064" y="2"/>
            <a:ext cx="11277600" cy="389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70938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5386917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299200" y="1371600"/>
            <a:ext cx="5386917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5388864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6299200" y="1807534"/>
            <a:ext cx="5388864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62543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Arrow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>
            <a:off x="5384800" y="3046413"/>
            <a:ext cx="1320800" cy="1009650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705600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21"/>
          </p:nvPr>
        </p:nvSpPr>
        <p:spPr>
          <a:xfrm>
            <a:off x="6705600" y="1828800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652385A1-7A9F-1D44-AA51-16856D64E5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9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2024520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Double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/>
          <p:cNvSpPr/>
          <p:nvPr userDrawn="1"/>
        </p:nvSpPr>
        <p:spPr bwMode="auto">
          <a:xfrm>
            <a:off x="5359125" y="2692959"/>
            <a:ext cx="1326383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2" name="Right Arrow 11"/>
          <p:cNvSpPr/>
          <p:nvPr userDrawn="1"/>
        </p:nvSpPr>
        <p:spPr bwMode="auto">
          <a:xfrm rot="10800000">
            <a:off x="5427337" y="3778176"/>
            <a:ext cx="1353183" cy="102228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705600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1"/>
          </p:nvPr>
        </p:nvSpPr>
        <p:spPr>
          <a:xfrm>
            <a:off x="6705600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0A6B8188-A85F-5349-B14D-08361E6A724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1210112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op Arrow to Two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5768941" y="3106216"/>
            <a:ext cx="654118" cy="136305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609600" y="4479952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400800" y="4479952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1807534"/>
            <a:ext cx="10972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1417320"/>
            <a:ext cx="109728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09600" y="4114800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6400800" y="4114800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7C6F7C23-5FF9-2A4B-BF08-C1294322DB5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50769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Arrow to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5768941" y="3106216"/>
            <a:ext cx="654118" cy="136305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609600" y="1783080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400800" y="1783080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4505014"/>
            <a:ext cx="10972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4114800"/>
            <a:ext cx="109728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09600" y="1417928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6400800" y="1417928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06494A95-A7E5-E34F-8DB1-F10A4839B0B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12760613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Six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6191251" y="4627745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501651" y="4627745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501651" y="3015622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6191251" y="3015622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6191251" y="1403499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501651" y="1403499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501651" y="167640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501651" y="3302419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501651" y="491499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6191251" y="167640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6191251" y="3302418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6191251" y="491499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>
              <a:defRPr/>
            </a:lvl1pPr>
          </a:lstStyle>
          <a:p>
            <a:fld id="{A23329EE-AB34-E748-89A3-8E74FFF398F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2"/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2117993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Five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601565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844800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5130360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7"/>
          </p:nvPr>
        </p:nvSpPr>
        <p:spPr>
          <a:xfrm>
            <a:off x="7408972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38"/>
          </p:nvPr>
        </p:nvSpPr>
        <p:spPr>
          <a:xfrm>
            <a:off x="9747251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9"/>
          </p:nvPr>
        </p:nvSpPr>
        <p:spPr>
          <a:xfrm>
            <a:off x="601565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40"/>
          </p:nvPr>
        </p:nvSpPr>
        <p:spPr>
          <a:xfrm>
            <a:off x="2844800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41"/>
          </p:nvPr>
        </p:nvSpPr>
        <p:spPr>
          <a:xfrm>
            <a:off x="5130360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42"/>
          </p:nvPr>
        </p:nvSpPr>
        <p:spPr>
          <a:xfrm>
            <a:off x="7408972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43"/>
          </p:nvPr>
        </p:nvSpPr>
        <p:spPr>
          <a:xfrm>
            <a:off x="9747251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1EB3DA79-8920-3645-A529-9AD16B41E65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9" name="Footer Placeholder 12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2448545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jor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609600" y="1417320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09600" y="3065544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609600" y="4713767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44800" y="1417320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44800" y="3065543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44800" y="4713767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055F7767-1EA1-1B4C-AF44-6A3FCE36527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1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7416052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563034" y="1397000"/>
            <a:ext cx="2317751" cy="1155700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747434" y="1397000"/>
            <a:ext cx="2315633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114120" y="1397000"/>
            <a:ext cx="2317749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931834" y="1397000"/>
            <a:ext cx="2315633" cy="1155700"/>
          </a:xfrm>
          <a:prstGeom prst="chevron">
            <a:avLst>
              <a:gd name="adj" fmla="val 1868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9298521" y="1397000"/>
            <a:ext cx="2315633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18"/>
          </p:nvPr>
        </p:nvSpPr>
        <p:spPr>
          <a:xfrm>
            <a:off x="563033" y="2954338"/>
            <a:ext cx="2863851" cy="1155700"/>
          </a:xfrm>
          <a:prstGeom prst="homePlate">
            <a:avLst>
              <a:gd name="adj" fmla="val 1955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291418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9"/>
          <p:cNvSpPr>
            <a:spLocks noGrp="1"/>
          </p:cNvSpPr>
          <p:nvPr>
            <p:ph type="body" sz="quarter" idx="20"/>
          </p:nvPr>
        </p:nvSpPr>
        <p:spPr>
          <a:xfrm>
            <a:off x="8748186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6019802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1"/>
          <p:cNvSpPr>
            <a:spLocks noGrp="1"/>
          </p:cNvSpPr>
          <p:nvPr>
            <p:ph type="body" sz="quarter" idx="22"/>
          </p:nvPr>
        </p:nvSpPr>
        <p:spPr>
          <a:xfrm>
            <a:off x="575734" y="4497388"/>
            <a:ext cx="3754967" cy="1154112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23"/>
          </p:nvPr>
        </p:nvSpPr>
        <p:spPr>
          <a:xfrm>
            <a:off x="4226985" y="4497388"/>
            <a:ext cx="3754967" cy="1154112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3"/>
          <p:cNvSpPr>
            <a:spLocks noGrp="1"/>
          </p:cNvSpPr>
          <p:nvPr>
            <p:ph type="body" sz="quarter" idx="25"/>
          </p:nvPr>
        </p:nvSpPr>
        <p:spPr>
          <a:xfrm>
            <a:off x="7878234" y="4497388"/>
            <a:ext cx="3754967" cy="1154112"/>
          </a:xfrm>
          <a:prstGeom prst="chevron">
            <a:avLst>
              <a:gd name="adj" fmla="val 1871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fld id="{48E524AC-D0C7-2340-84EA-A4DF70E8214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334481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 Blocks - Major Points -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44800" y="1344304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44800" y="2360778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44800" y="3377252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2844800" y="4393726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844800" y="5410200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609600" y="1344304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09600" y="2357366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24"/>
          </p:nvPr>
        </p:nvSpPr>
        <p:spPr>
          <a:xfrm>
            <a:off x="609600" y="3370428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26"/>
          </p:nvPr>
        </p:nvSpPr>
        <p:spPr>
          <a:xfrm>
            <a:off x="609600" y="4383490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8"/>
          </p:nvPr>
        </p:nvSpPr>
        <p:spPr>
          <a:xfrm>
            <a:off x="609600" y="5396552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19846C2F-D19C-FA45-A159-B087F18BCDE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8787942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ine 105"/>
          <p:cNvSpPr>
            <a:spLocks noChangeShapeType="1"/>
          </p:cNvSpPr>
          <p:nvPr/>
        </p:nvSpPr>
        <p:spPr bwMode="gray">
          <a:xfrm>
            <a:off x="58928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16" name="Line 115"/>
          <p:cNvSpPr>
            <a:spLocks noChangeShapeType="1"/>
          </p:cNvSpPr>
          <p:nvPr userDrawn="1"/>
        </p:nvSpPr>
        <p:spPr bwMode="gray">
          <a:xfrm>
            <a:off x="30480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17" name="Line 118"/>
          <p:cNvSpPr>
            <a:spLocks noChangeShapeType="1"/>
          </p:cNvSpPr>
          <p:nvPr/>
        </p:nvSpPr>
        <p:spPr bwMode="gray">
          <a:xfrm>
            <a:off x="90043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grpSp>
        <p:nvGrpSpPr>
          <p:cNvPr id="18" name="Group 123"/>
          <p:cNvGrpSpPr>
            <a:grpSpLocks/>
          </p:cNvGrpSpPr>
          <p:nvPr userDrawn="1"/>
        </p:nvGrpSpPr>
        <p:grpSpPr bwMode="auto">
          <a:xfrm>
            <a:off x="611718" y="3478213"/>
            <a:ext cx="10358967" cy="182562"/>
            <a:chOff x="289" y="2191"/>
            <a:chExt cx="4894" cy="115"/>
          </a:xfrm>
        </p:grpSpPr>
        <p:grpSp>
          <p:nvGrpSpPr>
            <p:cNvPr id="19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53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4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5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6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7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8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9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0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1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2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3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4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5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20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40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1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2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3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4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5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6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7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8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9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0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1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2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21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27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28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29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0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1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2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3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4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5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6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7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8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9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sp>
          <p:nvSpPr>
            <p:cNvPr id="22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3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4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5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6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</p:grpSp>
      <p:sp>
        <p:nvSpPr>
          <p:cNvPr id="66" name="Line 125"/>
          <p:cNvSpPr>
            <a:spLocks noChangeShapeType="1"/>
          </p:cNvSpPr>
          <p:nvPr userDrawn="1"/>
        </p:nvSpPr>
        <p:spPr bwMode="gray">
          <a:xfrm>
            <a:off x="4572000" y="3651251"/>
            <a:ext cx="0" cy="175736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67" name="Line 4"/>
          <p:cNvSpPr>
            <a:spLocks noChangeShapeType="1"/>
          </p:cNvSpPr>
          <p:nvPr userDrawn="1"/>
        </p:nvSpPr>
        <p:spPr bwMode="gray">
          <a:xfrm>
            <a:off x="22352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68" name="Line 108"/>
          <p:cNvSpPr>
            <a:spLocks noChangeShapeType="1"/>
          </p:cNvSpPr>
          <p:nvPr userDrawn="1"/>
        </p:nvSpPr>
        <p:spPr bwMode="gray">
          <a:xfrm>
            <a:off x="74168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69" name="Line 111"/>
          <p:cNvSpPr>
            <a:spLocks noChangeShapeType="1"/>
          </p:cNvSpPr>
          <p:nvPr userDrawn="1"/>
        </p:nvSpPr>
        <p:spPr bwMode="gray">
          <a:xfrm>
            <a:off x="102616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70" name="Line 139"/>
          <p:cNvSpPr>
            <a:spLocks noChangeShapeType="1"/>
          </p:cNvSpPr>
          <p:nvPr userDrawn="1"/>
        </p:nvSpPr>
        <p:spPr bwMode="gray">
          <a:xfrm>
            <a:off x="4375151" y="2074863"/>
            <a:ext cx="0" cy="14144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71" name="AutoShape 3"/>
          <p:cNvSpPr>
            <a:spLocks noChangeArrowheads="1"/>
          </p:cNvSpPr>
          <p:nvPr userDrawn="1"/>
        </p:nvSpPr>
        <p:spPr bwMode="gray">
          <a:xfrm>
            <a:off x="603251" y="3413125"/>
            <a:ext cx="10985500" cy="311150"/>
          </a:xfrm>
          <a:prstGeom prst="rightArrow">
            <a:avLst>
              <a:gd name="adj1" fmla="val 52037"/>
              <a:gd name="adj2" fmla="val 96479"/>
            </a:avLst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91440" bIns="91440" anchor="ctr"/>
          <a:lstStyle>
            <a:lvl1pPr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nl-NL" altLang="en-US" sz="1000" b="1">
              <a:solidFill>
                <a:srgbClr val="4D4D4D"/>
              </a:solidFill>
              <a:latin typeface="Arial" charset="0"/>
            </a:endParaRPr>
          </a:p>
        </p:txBody>
      </p:sp>
      <p:grpSp>
        <p:nvGrpSpPr>
          <p:cNvPr id="72" name="Group 123"/>
          <p:cNvGrpSpPr>
            <a:grpSpLocks/>
          </p:cNvGrpSpPr>
          <p:nvPr userDrawn="1"/>
        </p:nvGrpSpPr>
        <p:grpSpPr bwMode="auto">
          <a:xfrm>
            <a:off x="814918" y="3460751"/>
            <a:ext cx="10358967" cy="182563"/>
            <a:chOff x="289" y="2191"/>
            <a:chExt cx="4894" cy="115"/>
          </a:xfrm>
        </p:grpSpPr>
        <p:grpSp>
          <p:nvGrpSpPr>
            <p:cNvPr id="73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107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8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9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0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1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2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3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4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5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6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7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8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9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74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94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5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6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7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8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9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0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1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2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3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4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5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6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75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81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2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3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4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5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6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7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8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9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0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1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2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3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sp>
          <p:nvSpPr>
            <p:cNvPr id="76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77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78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79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80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</p:grpSp>
      <p:sp>
        <p:nvSpPr>
          <p:cNvPr id="248" name="Text Placeholder 246"/>
          <p:cNvSpPr>
            <a:spLocks noGrp="1"/>
          </p:cNvSpPr>
          <p:nvPr>
            <p:ph type="body" sz="quarter" idx="11"/>
          </p:nvPr>
        </p:nvSpPr>
        <p:spPr>
          <a:xfrm>
            <a:off x="3381155" y="12954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3" name="Text Placeholder 142"/>
          <p:cNvSpPr>
            <a:spLocks noGrp="1"/>
          </p:cNvSpPr>
          <p:nvPr>
            <p:ph type="body" sz="quarter" idx="19"/>
          </p:nvPr>
        </p:nvSpPr>
        <p:spPr>
          <a:xfrm>
            <a:off x="142240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4" name="Text Placeholder 142"/>
          <p:cNvSpPr>
            <a:spLocks noGrp="1"/>
          </p:cNvSpPr>
          <p:nvPr>
            <p:ph type="body" sz="quarter" idx="20"/>
          </p:nvPr>
        </p:nvSpPr>
        <p:spPr>
          <a:xfrm>
            <a:off x="477520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6" name="Text Placeholder 142"/>
          <p:cNvSpPr>
            <a:spLocks noGrp="1"/>
          </p:cNvSpPr>
          <p:nvPr>
            <p:ph type="body" sz="quarter" idx="21"/>
          </p:nvPr>
        </p:nvSpPr>
        <p:spPr>
          <a:xfrm>
            <a:off x="707136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7" name="Text Placeholder 142"/>
          <p:cNvSpPr>
            <a:spLocks noGrp="1"/>
          </p:cNvSpPr>
          <p:nvPr>
            <p:ph type="body" sz="quarter" idx="22"/>
          </p:nvPr>
        </p:nvSpPr>
        <p:spPr>
          <a:xfrm>
            <a:off x="963168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2" name="Text Placeholder 246"/>
          <p:cNvSpPr>
            <a:spLocks noGrp="1"/>
          </p:cNvSpPr>
          <p:nvPr>
            <p:ph type="body" sz="quarter" idx="23"/>
          </p:nvPr>
        </p:nvSpPr>
        <p:spPr>
          <a:xfrm>
            <a:off x="12192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8" name="Text Placeholder 246"/>
          <p:cNvSpPr>
            <a:spLocks noGrp="1"/>
          </p:cNvSpPr>
          <p:nvPr>
            <p:ph type="body" sz="quarter" idx="24"/>
          </p:nvPr>
        </p:nvSpPr>
        <p:spPr>
          <a:xfrm>
            <a:off x="92456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9" name="Text Placeholder 246"/>
          <p:cNvSpPr>
            <a:spLocks noGrp="1"/>
          </p:cNvSpPr>
          <p:nvPr>
            <p:ph type="body" sz="quarter" idx="25"/>
          </p:nvPr>
        </p:nvSpPr>
        <p:spPr>
          <a:xfrm>
            <a:off x="20320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0" name="Text Placeholder 246"/>
          <p:cNvSpPr>
            <a:spLocks noGrp="1"/>
          </p:cNvSpPr>
          <p:nvPr>
            <p:ph type="body" sz="quarter" idx="26"/>
          </p:nvPr>
        </p:nvSpPr>
        <p:spPr>
          <a:xfrm>
            <a:off x="64008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1" name="Text Placeholder 246"/>
          <p:cNvSpPr>
            <a:spLocks noGrp="1"/>
          </p:cNvSpPr>
          <p:nvPr>
            <p:ph type="body" sz="quarter" idx="27"/>
          </p:nvPr>
        </p:nvSpPr>
        <p:spPr>
          <a:xfrm>
            <a:off x="3556000" y="5181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2" name="Text Placeholder 246"/>
          <p:cNvSpPr>
            <a:spLocks noGrp="1"/>
          </p:cNvSpPr>
          <p:nvPr>
            <p:ph type="body" sz="quarter" idx="28"/>
          </p:nvPr>
        </p:nvSpPr>
        <p:spPr>
          <a:xfrm>
            <a:off x="79883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3" name="Text Placeholder 246"/>
          <p:cNvSpPr>
            <a:spLocks noGrp="1"/>
          </p:cNvSpPr>
          <p:nvPr>
            <p:ph type="body" sz="quarter" idx="29"/>
          </p:nvPr>
        </p:nvSpPr>
        <p:spPr>
          <a:xfrm>
            <a:off x="48768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0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132B4441-E44F-854A-A9C3-46F08E0FCFC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1" name="Footer Placeholder 133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13170367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/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/>
          <p:cNvSpPr>
            <a:spLocks noGrp="1"/>
          </p:cNvSpPr>
          <p:nvPr>
            <p:ph type="body" sz="quarter" idx="21"/>
          </p:nvPr>
        </p:nvSpPr>
        <p:spPr>
          <a:xfrm>
            <a:off x="1219201" y="1295400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7"/>
          <p:cNvSpPr>
            <a:spLocks noGrp="1"/>
          </p:cNvSpPr>
          <p:nvPr>
            <p:ph type="body" sz="quarter" idx="22"/>
          </p:nvPr>
        </p:nvSpPr>
        <p:spPr>
          <a:xfrm>
            <a:off x="1219201" y="1800013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7"/>
          <p:cNvSpPr>
            <a:spLocks noGrp="1"/>
          </p:cNvSpPr>
          <p:nvPr>
            <p:ph type="body" sz="quarter" idx="23"/>
          </p:nvPr>
        </p:nvSpPr>
        <p:spPr>
          <a:xfrm>
            <a:off x="1219201" y="2304626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7"/>
          <p:cNvSpPr>
            <a:spLocks noGrp="1"/>
          </p:cNvSpPr>
          <p:nvPr>
            <p:ph type="body" sz="quarter" idx="24"/>
          </p:nvPr>
        </p:nvSpPr>
        <p:spPr>
          <a:xfrm>
            <a:off x="1219201" y="2809239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7"/>
          <p:cNvSpPr>
            <a:spLocks noGrp="1"/>
          </p:cNvSpPr>
          <p:nvPr>
            <p:ph type="body" sz="quarter" idx="25"/>
          </p:nvPr>
        </p:nvSpPr>
        <p:spPr>
          <a:xfrm>
            <a:off x="1219201" y="3313852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7"/>
          <p:cNvSpPr>
            <a:spLocks noGrp="1"/>
          </p:cNvSpPr>
          <p:nvPr>
            <p:ph type="body" sz="quarter" idx="26"/>
          </p:nvPr>
        </p:nvSpPr>
        <p:spPr>
          <a:xfrm>
            <a:off x="1219201" y="3818465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7"/>
          <p:cNvSpPr>
            <a:spLocks noGrp="1"/>
          </p:cNvSpPr>
          <p:nvPr>
            <p:ph type="body" sz="quarter" idx="27"/>
          </p:nvPr>
        </p:nvSpPr>
        <p:spPr>
          <a:xfrm>
            <a:off x="1219201" y="4323078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7"/>
          <p:cNvSpPr>
            <a:spLocks noGrp="1"/>
          </p:cNvSpPr>
          <p:nvPr>
            <p:ph type="body" sz="quarter" idx="28"/>
          </p:nvPr>
        </p:nvSpPr>
        <p:spPr>
          <a:xfrm>
            <a:off x="1219201" y="4827691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609600" y="1295400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609600" y="1800013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609600" y="2304626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609600" y="2809239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609600" y="3313852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609600" y="3818465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5"/>
          </p:nvPr>
        </p:nvSpPr>
        <p:spPr>
          <a:xfrm>
            <a:off x="609600" y="4323078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6"/>
          </p:nvPr>
        </p:nvSpPr>
        <p:spPr>
          <a:xfrm>
            <a:off x="609600" y="4827691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22"/>
          <p:cNvSpPr>
            <a:spLocks noGrp="1"/>
          </p:cNvSpPr>
          <p:nvPr>
            <p:ph type="body" sz="quarter" idx="37"/>
          </p:nvPr>
        </p:nvSpPr>
        <p:spPr>
          <a:xfrm>
            <a:off x="10972800" y="1295400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2"/>
          <p:cNvSpPr>
            <a:spLocks noGrp="1"/>
          </p:cNvSpPr>
          <p:nvPr>
            <p:ph type="body" sz="quarter" idx="38"/>
          </p:nvPr>
        </p:nvSpPr>
        <p:spPr>
          <a:xfrm>
            <a:off x="10972800" y="1800013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2"/>
          <p:cNvSpPr>
            <a:spLocks noGrp="1"/>
          </p:cNvSpPr>
          <p:nvPr>
            <p:ph type="body" sz="quarter" idx="39"/>
          </p:nvPr>
        </p:nvSpPr>
        <p:spPr>
          <a:xfrm>
            <a:off x="10972800" y="2304626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40"/>
          </p:nvPr>
        </p:nvSpPr>
        <p:spPr>
          <a:xfrm>
            <a:off x="10972800" y="2809239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2"/>
          <p:cNvSpPr>
            <a:spLocks noGrp="1"/>
          </p:cNvSpPr>
          <p:nvPr>
            <p:ph type="body" sz="quarter" idx="41"/>
          </p:nvPr>
        </p:nvSpPr>
        <p:spPr>
          <a:xfrm>
            <a:off x="10972800" y="3313852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2"/>
          <p:cNvSpPr>
            <a:spLocks noGrp="1"/>
          </p:cNvSpPr>
          <p:nvPr>
            <p:ph type="body" sz="quarter" idx="42"/>
          </p:nvPr>
        </p:nvSpPr>
        <p:spPr>
          <a:xfrm>
            <a:off x="10972800" y="3818465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2"/>
          <p:cNvSpPr>
            <a:spLocks noGrp="1"/>
          </p:cNvSpPr>
          <p:nvPr>
            <p:ph type="body" sz="quarter" idx="43"/>
          </p:nvPr>
        </p:nvSpPr>
        <p:spPr>
          <a:xfrm>
            <a:off x="10972800" y="4323078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2"/>
          <p:cNvSpPr>
            <a:spLocks noGrp="1"/>
          </p:cNvSpPr>
          <p:nvPr>
            <p:ph type="body" sz="quarter" idx="44"/>
          </p:nvPr>
        </p:nvSpPr>
        <p:spPr>
          <a:xfrm>
            <a:off x="10972800" y="4827691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7"/>
          <p:cNvSpPr>
            <a:spLocks noGrp="1"/>
          </p:cNvSpPr>
          <p:nvPr>
            <p:ph type="body" sz="quarter" idx="45"/>
          </p:nvPr>
        </p:nvSpPr>
        <p:spPr>
          <a:xfrm>
            <a:off x="1215702" y="5332304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22"/>
          <p:cNvSpPr>
            <a:spLocks noGrp="1"/>
          </p:cNvSpPr>
          <p:nvPr>
            <p:ph type="body" sz="quarter" idx="46"/>
          </p:nvPr>
        </p:nvSpPr>
        <p:spPr>
          <a:xfrm>
            <a:off x="606100" y="5332304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2"/>
          <p:cNvSpPr>
            <a:spLocks noGrp="1"/>
          </p:cNvSpPr>
          <p:nvPr>
            <p:ph type="body" sz="quarter" idx="47"/>
          </p:nvPr>
        </p:nvSpPr>
        <p:spPr>
          <a:xfrm>
            <a:off x="10969300" y="5332304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7"/>
          <p:cNvSpPr>
            <a:spLocks noGrp="1"/>
          </p:cNvSpPr>
          <p:nvPr>
            <p:ph type="body" sz="quarter" idx="48"/>
          </p:nvPr>
        </p:nvSpPr>
        <p:spPr>
          <a:xfrm>
            <a:off x="1215702" y="5836920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22"/>
          <p:cNvSpPr>
            <a:spLocks noGrp="1"/>
          </p:cNvSpPr>
          <p:nvPr>
            <p:ph type="body" sz="quarter" idx="49"/>
          </p:nvPr>
        </p:nvSpPr>
        <p:spPr>
          <a:xfrm>
            <a:off x="606100" y="5836920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22"/>
          <p:cNvSpPr>
            <a:spLocks noGrp="1"/>
          </p:cNvSpPr>
          <p:nvPr>
            <p:ph type="body" sz="quarter" idx="50"/>
          </p:nvPr>
        </p:nvSpPr>
        <p:spPr>
          <a:xfrm>
            <a:off x="10969300" y="5836920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Slide Number Placeholder 9"/>
          <p:cNvSpPr>
            <a:spLocks noGrp="1"/>
          </p:cNvSpPr>
          <p:nvPr>
            <p:ph type="sldNum" sz="quarter" idx="51"/>
          </p:nvPr>
        </p:nvSpPr>
        <p:spPr/>
        <p:txBody>
          <a:bodyPr/>
          <a:lstStyle>
            <a:lvl1pPr>
              <a:defRPr/>
            </a:lvl1pPr>
          </a:lstStyle>
          <a:p>
            <a:fld id="{4A9EBD57-3091-C548-9F5E-83F63CC3338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3" name="Footer Placeholder 12"/>
          <p:cNvSpPr>
            <a:spLocks noGrp="1"/>
          </p:cNvSpPr>
          <p:nvPr>
            <p:ph type="ftr" sz="quarter" idx="5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4455457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Major and Sub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609600" y="1335024"/>
            <a:ext cx="18288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22"/>
          </p:nvPr>
        </p:nvSpPr>
        <p:spPr>
          <a:xfrm>
            <a:off x="609600" y="3744363"/>
            <a:ext cx="18288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2540000" y="1348565"/>
            <a:ext cx="12192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2540000" y="3763963"/>
            <a:ext cx="12192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25"/>
          </p:nvPr>
        </p:nvSpPr>
        <p:spPr>
          <a:xfrm>
            <a:off x="2540000" y="2199167"/>
            <a:ext cx="12192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5"/>
          <p:cNvSpPr>
            <a:spLocks noGrp="1"/>
          </p:cNvSpPr>
          <p:nvPr>
            <p:ph type="body" sz="quarter" idx="26"/>
          </p:nvPr>
        </p:nvSpPr>
        <p:spPr>
          <a:xfrm>
            <a:off x="2540000" y="4619625"/>
            <a:ext cx="12192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3759200" y="1348565"/>
            <a:ext cx="7827264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759200" y="3763963"/>
            <a:ext cx="7827264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3759200" y="2199167"/>
            <a:ext cx="7827264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3759200" y="4619625"/>
            <a:ext cx="7827264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1622A13A-1CFD-CA4E-A8DD-C641C07281E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3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17444763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4"/>
          <p:cNvSpPr>
            <a:spLocks/>
          </p:cNvSpPr>
          <p:nvPr userDrawn="1"/>
        </p:nvSpPr>
        <p:spPr bwMode="auto">
          <a:xfrm>
            <a:off x="6195484" y="1914525"/>
            <a:ext cx="48768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2880" tIns="365760" rIns="182880" bIns="182880"/>
          <a:lstStyle/>
          <a:p>
            <a:endParaRPr lang="en-US" sz="1800"/>
          </a:p>
        </p:txBody>
      </p:sp>
      <p:sp>
        <p:nvSpPr>
          <p:cNvPr id="8" name="Freeform 4"/>
          <p:cNvSpPr>
            <a:spLocks/>
          </p:cNvSpPr>
          <p:nvPr userDrawn="1"/>
        </p:nvSpPr>
        <p:spPr bwMode="auto">
          <a:xfrm>
            <a:off x="1003300" y="1914525"/>
            <a:ext cx="48768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2880" tIns="365760" rIns="182880" bIns="182880"/>
          <a:lstStyle/>
          <a:p>
            <a:endParaRPr lang="en-US" sz="180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3122762" y="-699446"/>
            <a:ext cx="636898" cy="48768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5"/>
          </p:nvPr>
        </p:nvSpPr>
        <p:spPr>
          <a:xfrm rot="5400000">
            <a:off x="8315844" y="-699446"/>
            <a:ext cx="636898" cy="48768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1002811" y="2282953"/>
            <a:ext cx="48768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6195893" y="2282953"/>
            <a:ext cx="48768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9B3A2EF8-18A0-3548-8284-3CDE95E84B9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0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324026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4"/>
          <p:cNvSpPr>
            <a:spLocks/>
          </p:cNvSpPr>
          <p:nvPr userDrawn="1"/>
        </p:nvSpPr>
        <p:spPr bwMode="auto">
          <a:xfrm>
            <a:off x="588434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2" name="Freeform 4"/>
          <p:cNvSpPr>
            <a:spLocks/>
          </p:cNvSpPr>
          <p:nvPr userDrawn="1"/>
        </p:nvSpPr>
        <p:spPr bwMode="auto">
          <a:xfrm>
            <a:off x="3403600" y="1911351"/>
            <a:ext cx="2559051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3" name="Freeform 4"/>
          <p:cNvSpPr>
            <a:spLocks/>
          </p:cNvSpPr>
          <p:nvPr userDrawn="1"/>
        </p:nvSpPr>
        <p:spPr bwMode="auto">
          <a:xfrm>
            <a:off x="6197601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4" name="Freeform 4"/>
          <p:cNvSpPr>
            <a:spLocks/>
          </p:cNvSpPr>
          <p:nvPr userDrawn="1"/>
        </p:nvSpPr>
        <p:spPr bwMode="auto">
          <a:xfrm>
            <a:off x="9027585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1563115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27"/>
          </p:nvPr>
        </p:nvSpPr>
        <p:spPr>
          <a:xfrm rot="5400000">
            <a:off x="4377013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sz="quarter" idx="28"/>
          </p:nvPr>
        </p:nvSpPr>
        <p:spPr>
          <a:xfrm rot="5400000">
            <a:off x="7171436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29"/>
          </p:nvPr>
        </p:nvSpPr>
        <p:spPr>
          <a:xfrm rot="5400000">
            <a:off x="10002267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589279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403177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6197600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9028431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6D75ED15-758A-614E-A17B-56CD5E692F6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2525267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451104" y="1450181"/>
            <a:ext cx="3462528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l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4364739" y="1447805"/>
            <a:ext cx="3534833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29"/>
          </p:nvPr>
        </p:nvSpPr>
        <p:spPr>
          <a:xfrm>
            <a:off x="8278372" y="1447805"/>
            <a:ext cx="3534833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4364736" y="2057400"/>
            <a:ext cx="3364992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8278368" y="2057400"/>
            <a:ext cx="3364992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451104" y="2057402"/>
            <a:ext cx="3364992" cy="276999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>
            <a:spAutoFit/>
          </a:bodyPr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8A4AF9FF-8501-8442-BA34-6C86C862CF8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17784782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rg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8"/>
          <p:cNvSpPr>
            <a:spLocks noGrp="1"/>
          </p:cNvSpPr>
          <p:nvPr>
            <p:ph type="body" sz="quarter" idx="29"/>
          </p:nvPr>
        </p:nvSpPr>
        <p:spPr>
          <a:xfrm>
            <a:off x="9505696" y="1493520"/>
            <a:ext cx="1975104" cy="47548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lIns="45720" anchor="t"/>
          <a:lstStyle>
            <a:lvl1pPr marL="164592" indent="-164592" algn="l">
              <a:lnSpc>
                <a:spcPts val="14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§"/>
              <a:defRPr sz="1200" b="0">
                <a:solidFill>
                  <a:srgbClr val="000000"/>
                </a:solidFill>
              </a:defRPr>
            </a:lvl1pPr>
            <a:lvl2pPr marL="164592" indent="0" algn="l">
              <a:spcBef>
                <a:spcPts val="700"/>
              </a:spcBef>
              <a:buNone/>
              <a:defRPr sz="1200" b="0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609600" y="16002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C0C0"/>
              </a:buClr>
              <a:buSzTx/>
              <a:buFont typeface="Wingdings 2" pitchFamily="18" charset="2"/>
              <a:buChar char="¡"/>
              <a:tabLst/>
              <a:defRPr sz="1200" b="1" baseline="0">
                <a:solidFill>
                  <a:srgbClr val="FFFFFF"/>
                </a:solidFill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609600" y="48768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12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609600" y="32385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12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2922016" y="16002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922016" y="32385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922016" y="48768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00398512-78EB-D84B-88E3-8EFD360D49E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4004918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Two palettes moving forw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/>
          <p:cNvSpPr>
            <a:spLocks noChangeArrowheads="1"/>
          </p:cNvSpPr>
          <p:nvPr userDrawn="1"/>
        </p:nvSpPr>
        <p:spPr bwMode="auto">
          <a:xfrm>
            <a:off x="912284" y="2635250"/>
            <a:ext cx="10369549" cy="1587500"/>
          </a:xfrm>
          <a:prstGeom prst="homePlate">
            <a:avLst>
              <a:gd name="adj" fmla="val 32592"/>
            </a:avLst>
          </a:prstGeom>
          <a:gradFill rotWithShape="1">
            <a:gsLst>
              <a:gs pos="0">
                <a:srgbClr val="9E9E9E"/>
              </a:gs>
              <a:gs pos="50000">
                <a:srgbClr val="C4C4C4"/>
              </a:gs>
              <a:gs pos="100000">
                <a:srgbClr val="E3E3E3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91440" bIns="9144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 sz="1800">
              <a:latin typeface="Arial" charset="0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402080" y="1417320"/>
            <a:ext cx="438912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6096000" y="1417320"/>
            <a:ext cx="438912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0"/>
          </p:nvPr>
        </p:nvSpPr>
        <p:spPr>
          <a:xfrm>
            <a:off x="1402080" y="1874520"/>
            <a:ext cx="43891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0"/>
          <p:cNvSpPr>
            <a:spLocks noGrp="1"/>
          </p:cNvSpPr>
          <p:nvPr>
            <p:ph sz="quarter" idx="24"/>
          </p:nvPr>
        </p:nvSpPr>
        <p:spPr>
          <a:xfrm>
            <a:off x="6096000" y="1874520"/>
            <a:ext cx="43891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B47071-B393-DC4F-9921-408D035EE57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4209844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li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>
            <a:spLocks/>
          </p:cNvSpPr>
          <p:nvPr userDrawn="1"/>
        </p:nvSpPr>
        <p:spPr bwMode="auto">
          <a:xfrm>
            <a:off x="5846233" y="3341688"/>
            <a:ext cx="501651" cy="1403350"/>
          </a:xfrm>
          <a:custGeom>
            <a:avLst/>
            <a:gdLst>
              <a:gd name="T0" fmla="*/ 2147483647 w 176"/>
              <a:gd name="T1" fmla="*/ 0 h 608"/>
              <a:gd name="T2" fmla="*/ 0 w 176"/>
              <a:gd name="T3" fmla="*/ 2147483647 h 608"/>
              <a:gd name="T4" fmla="*/ 2147483647 w 176"/>
              <a:gd name="T5" fmla="*/ 2147483647 h 608"/>
              <a:gd name="T6" fmla="*/ 0 w 176"/>
              <a:gd name="T7" fmla="*/ 2147483647 h 608"/>
              <a:gd name="T8" fmla="*/ 2147483647 w 176"/>
              <a:gd name="T9" fmla="*/ 2147483647 h 608"/>
              <a:gd name="T10" fmla="*/ 2147483647 w 176"/>
              <a:gd name="T11" fmla="*/ 2147483647 h 608"/>
              <a:gd name="T12" fmla="*/ 0 w 176"/>
              <a:gd name="T13" fmla="*/ 2147483647 h 608"/>
              <a:gd name="T14" fmla="*/ 0 w 176"/>
              <a:gd name="T15" fmla="*/ 2147483647 h 608"/>
              <a:gd name="T16" fmla="*/ 2147483647 w 176"/>
              <a:gd name="T17" fmla="*/ 2147483647 h 608"/>
              <a:gd name="T18" fmla="*/ 2147483647 w 176"/>
              <a:gd name="T19" fmla="*/ 2147483647 h 608"/>
              <a:gd name="T20" fmla="*/ 2147483647 w 176"/>
              <a:gd name="T21" fmla="*/ 2147483647 h 608"/>
              <a:gd name="T22" fmla="*/ 2147483647 w 176"/>
              <a:gd name="T23" fmla="*/ 2147483647 h 608"/>
              <a:gd name="T24" fmla="*/ 2147483647 w 176"/>
              <a:gd name="T25" fmla="*/ 2147483647 h 608"/>
              <a:gd name="T26" fmla="*/ 2147483647 w 176"/>
              <a:gd name="T27" fmla="*/ 2147483647 h 608"/>
              <a:gd name="T28" fmla="*/ 2147483647 w 176"/>
              <a:gd name="T29" fmla="*/ 0 h 608"/>
              <a:gd name="T30" fmla="*/ 2147483647 w 176"/>
              <a:gd name="T31" fmla="*/ 0 h 60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76" h="608">
                <a:moveTo>
                  <a:pt x="72" y="0"/>
                </a:moveTo>
                <a:lnTo>
                  <a:pt x="0" y="232"/>
                </a:lnTo>
                <a:lnTo>
                  <a:pt x="48" y="232"/>
                </a:lnTo>
                <a:lnTo>
                  <a:pt x="0" y="376"/>
                </a:lnTo>
                <a:lnTo>
                  <a:pt x="72" y="376"/>
                </a:lnTo>
                <a:lnTo>
                  <a:pt x="32" y="504"/>
                </a:lnTo>
                <a:lnTo>
                  <a:pt x="0" y="504"/>
                </a:lnTo>
                <a:lnTo>
                  <a:pt x="0" y="608"/>
                </a:lnTo>
                <a:lnTo>
                  <a:pt x="96" y="496"/>
                </a:lnTo>
                <a:lnTo>
                  <a:pt x="48" y="504"/>
                </a:lnTo>
                <a:lnTo>
                  <a:pt x="144" y="336"/>
                </a:lnTo>
                <a:lnTo>
                  <a:pt x="72" y="336"/>
                </a:lnTo>
                <a:lnTo>
                  <a:pt x="144" y="192"/>
                </a:lnTo>
                <a:lnTo>
                  <a:pt x="88" y="192"/>
                </a:lnTo>
                <a:lnTo>
                  <a:pt x="176" y="0"/>
                </a:lnTo>
                <a:lnTo>
                  <a:pt x="72" y="0"/>
                </a:lnTo>
                <a:close/>
              </a:path>
            </a:pathLst>
          </a:custGeom>
          <a:solidFill>
            <a:srgbClr val="B01C2E"/>
          </a:solidFill>
          <a:ln w="6350" cap="flat" cmpd="sng">
            <a:solidFill>
              <a:srgbClr val="B01C2E"/>
            </a:solidFill>
            <a:prstDash val="solid"/>
            <a:round/>
            <a:headEnd/>
            <a:tailEnd/>
          </a:ln>
        </p:spPr>
        <p:txBody>
          <a:bodyPr lIns="72000" tIns="72000" rIns="72000" bIns="72000" anchor="ctr"/>
          <a:lstStyle/>
          <a:p>
            <a:endParaRPr lang="en-US" sz="180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13536" y="1417320"/>
            <a:ext cx="4047744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7022169" y="1417320"/>
            <a:ext cx="4072128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1113536" y="1874520"/>
            <a:ext cx="4389120" cy="4343400"/>
          </a:xfrm>
          <a:prstGeom prst="homePlate">
            <a:avLst>
              <a:gd name="adj" fmla="val 7684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4"/>
          </p:nvPr>
        </p:nvSpPr>
        <p:spPr>
          <a:xfrm flipH="1">
            <a:off x="6705177" y="1874520"/>
            <a:ext cx="4389120" cy="4343400"/>
          </a:xfrm>
          <a:prstGeom prst="homePlate">
            <a:avLst>
              <a:gd name="adj" fmla="val 7343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2286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637242-61C1-4C47-AFEF-079B86936FE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1179405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0"/>
          <p:cNvSpPr>
            <a:spLocks noGrp="1"/>
          </p:cNvSpPr>
          <p:nvPr>
            <p:ph sz="quarter" idx="35"/>
          </p:nvPr>
        </p:nvSpPr>
        <p:spPr>
          <a:xfrm>
            <a:off x="8242300" y="1577977"/>
            <a:ext cx="3316224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0" rIns="9144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10"/>
          <p:cNvSpPr>
            <a:spLocks noGrp="1"/>
          </p:cNvSpPr>
          <p:nvPr>
            <p:ph sz="quarter" idx="20"/>
          </p:nvPr>
        </p:nvSpPr>
        <p:spPr>
          <a:xfrm>
            <a:off x="646176" y="1577977"/>
            <a:ext cx="3316224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0"/>
          </p:nvPr>
        </p:nvSpPr>
        <p:spPr>
          <a:xfrm>
            <a:off x="3556000" y="182880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3"/>
          <p:cNvSpPr>
            <a:spLocks noGrp="1"/>
          </p:cNvSpPr>
          <p:nvPr>
            <p:ph type="body" sz="quarter" idx="21"/>
          </p:nvPr>
        </p:nvSpPr>
        <p:spPr>
          <a:xfrm>
            <a:off x="3556000" y="242316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22"/>
          </p:nvPr>
        </p:nvSpPr>
        <p:spPr>
          <a:xfrm>
            <a:off x="3556000" y="301752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3"/>
          <p:cNvSpPr>
            <a:spLocks noGrp="1"/>
          </p:cNvSpPr>
          <p:nvPr>
            <p:ph type="body" sz="quarter" idx="23"/>
          </p:nvPr>
        </p:nvSpPr>
        <p:spPr>
          <a:xfrm>
            <a:off x="3556000" y="361188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3"/>
          <p:cNvSpPr>
            <a:spLocks noGrp="1"/>
          </p:cNvSpPr>
          <p:nvPr>
            <p:ph type="body" sz="quarter" idx="24"/>
          </p:nvPr>
        </p:nvSpPr>
        <p:spPr>
          <a:xfrm>
            <a:off x="3556000" y="420624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3"/>
          <p:cNvSpPr>
            <a:spLocks noGrp="1"/>
          </p:cNvSpPr>
          <p:nvPr>
            <p:ph type="body" sz="quarter" idx="25"/>
          </p:nvPr>
        </p:nvSpPr>
        <p:spPr>
          <a:xfrm>
            <a:off x="3556000" y="480060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3352800" y="1981200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3352800" y="2570074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3352800" y="3158948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3352800" y="3747822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3352800" y="4336696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3352800" y="4925568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6F716D94-026E-1240-A247-91A0127FD88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8477543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Horizont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528320" y="160020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3495040" y="160020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528320" y="274828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3495040" y="274828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528320" y="389636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3495040" y="389636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536355" y="504444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35"/>
          </p:nvPr>
        </p:nvSpPr>
        <p:spPr>
          <a:xfrm>
            <a:off x="3503075" y="504444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DDD5FA0E-3EAB-CB47-B428-C2E5915BFD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8657053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Vertic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3"/>
          <p:cNvSpPr>
            <a:spLocks noGrp="1"/>
          </p:cNvSpPr>
          <p:nvPr>
            <p:ph type="body" sz="quarter" idx="17"/>
          </p:nvPr>
        </p:nvSpPr>
        <p:spPr>
          <a:xfrm rot="5400000">
            <a:off x="1187196" y="794005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3149600" y="1371600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3149600" y="2474977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3149600" y="3578353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3149600" y="4681728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33"/>
          </p:nvPr>
        </p:nvSpPr>
        <p:spPr>
          <a:xfrm rot="5400000">
            <a:off x="1187196" y="1897381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3"/>
          <p:cNvSpPr>
            <a:spLocks noGrp="1"/>
          </p:cNvSpPr>
          <p:nvPr>
            <p:ph type="body" sz="quarter" idx="34"/>
          </p:nvPr>
        </p:nvSpPr>
        <p:spPr>
          <a:xfrm rot="5400000">
            <a:off x="1187196" y="3000757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3"/>
          <p:cNvSpPr>
            <a:spLocks noGrp="1"/>
          </p:cNvSpPr>
          <p:nvPr>
            <p:ph type="body" sz="quarter" idx="35"/>
          </p:nvPr>
        </p:nvSpPr>
        <p:spPr>
          <a:xfrm rot="5400000">
            <a:off x="1187196" y="4104132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4835DA82-056E-9542-8819-BE1B86DFF07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1131279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8"/>
          <p:cNvSpPr>
            <a:spLocks noChangeArrowheads="1"/>
          </p:cNvSpPr>
          <p:nvPr userDrawn="1"/>
        </p:nvSpPr>
        <p:spPr bwMode="auto">
          <a:xfrm rot="5400000">
            <a:off x="7797801" y="3117850"/>
            <a:ext cx="4406900" cy="18288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2" name="AutoShape 4"/>
          <p:cNvSpPr>
            <a:spLocks noChangeArrowheads="1"/>
          </p:cNvSpPr>
          <p:nvPr userDrawn="1"/>
        </p:nvSpPr>
        <p:spPr bwMode="auto">
          <a:xfrm rot="5400000">
            <a:off x="-277813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3" name="AutoShape 5"/>
          <p:cNvSpPr>
            <a:spLocks noChangeArrowheads="1"/>
          </p:cNvSpPr>
          <p:nvPr userDrawn="1"/>
        </p:nvSpPr>
        <p:spPr bwMode="auto">
          <a:xfrm rot="5400000">
            <a:off x="1741488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4" name="AutoShape 6"/>
          <p:cNvSpPr>
            <a:spLocks noChangeArrowheads="1"/>
          </p:cNvSpPr>
          <p:nvPr userDrawn="1"/>
        </p:nvSpPr>
        <p:spPr bwMode="auto">
          <a:xfrm rot="5400000">
            <a:off x="3758672" y="3122613"/>
            <a:ext cx="4416425" cy="18288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5" name="AutoShape 7"/>
          <p:cNvSpPr>
            <a:spLocks noChangeArrowheads="1"/>
          </p:cNvSpPr>
          <p:nvPr userDrawn="1"/>
        </p:nvSpPr>
        <p:spPr bwMode="auto">
          <a:xfrm rot="5400000">
            <a:off x="5777972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1016000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1"/>
          </p:nvPr>
        </p:nvSpPr>
        <p:spPr>
          <a:xfrm>
            <a:off x="3035300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052484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7071784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9086851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812800" y="2133601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812800" y="3390901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812800" y="4648200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fld id="{4755A724-3117-D848-90FF-6F79FEC2065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18719421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resulting Fr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4364736" y="1444752"/>
            <a:ext cx="3462528" cy="3968496"/>
          </a:xfrm>
          <a:prstGeom prst="rect">
            <a:avLst/>
          </a:prstGeom>
        </p:spPr>
        <p:txBody>
          <a:bodyPr wrap="square" lIns="640080" rIns="640080" anchor="ctr" anchorCtr="1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7160768" y="152400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 flipH="1">
            <a:off x="812800" y="152400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7160768" y="255016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 flipH="1">
            <a:off x="812800" y="255016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7160768" y="357632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35"/>
          </p:nvPr>
        </p:nvSpPr>
        <p:spPr>
          <a:xfrm flipH="1">
            <a:off x="812800" y="357632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6"/>
          </p:nvPr>
        </p:nvSpPr>
        <p:spPr>
          <a:xfrm>
            <a:off x="7160768" y="460248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Text Placeholder 19"/>
          <p:cNvSpPr>
            <a:spLocks noGrp="1"/>
          </p:cNvSpPr>
          <p:nvPr>
            <p:ph type="body" sz="quarter" idx="37"/>
          </p:nvPr>
        </p:nvSpPr>
        <p:spPr>
          <a:xfrm flipH="1">
            <a:off x="812800" y="460248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9"/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/>
            </a:lvl1pPr>
          </a:lstStyle>
          <a:p>
            <a:fld id="{BA6B416F-5AE6-D74C-AE38-5D34E63DFA9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" name="Footer Placeholder 12"/>
          <p:cNvSpPr>
            <a:spLocks noGrp="1"/>
          </p:cNvSpPr>
          <p:nvPr>
            <p:ph type="ftr" sz="quarter" idx="3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12354106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331200" y="1420504"/>
            <a:ext cx="3450336" cy="48006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1115568">
              <a:buClr>
                <a:srgbClr val="B01C1A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670560" y="15544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670560" y="27482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70560" y="39420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23"/>
          </p:nvPr>
        </p:nvSpPr>
        <p:spPr>
          <a:xfrm>
            <a:off x="670560" y="51358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/>
            </a:lvl1pPr>
          </a:lstStyle>
          <a:p>
            <a:fld id="{12EFD6B5-614C-464C-AC16-8E45A0815B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17069551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406400" y="2362200"/>
            <a:ext cx="8156448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406400" y="3491484"/>
            <a:ext cx="8128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406400" y="4620768"/>
            <a:ext cx="8128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21"/>
          </p:nvPr>
        </p:nvSpPr>
        <p:spPr>
          <a:xfrm>
            <a:off x="8548577" y="1417320"/>
            <a:ext cx="2804160" cy="429768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7"/>
          </p:nvPr>
        </p:nvSpPr>
        <p:spPr>
          <a:xfrm>
            <a:off x="5854700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3698748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9"/>
          </p:nvPr>
        </p:nvSpPr>
        <p:spPr>
          <a:xfrm>
            <a:off x="1542796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5"/>
          <p:cNvSpPr>
            <a:spLocks noGrp="1"/>
          </p:cNvSpPr>
          <p:nvPr>
            <p:ph type="body" sz="quarter" idx="30"/>
          </p:nvPr>
        </p:nvSpPr>
        <p:spPr>
          <a:xfrm>
            <a:off x="1542796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5"/>
          <p:cNvSpPr>
            <a:spLocks noGrp="1"/>
          </p:cNvSpPr>
          <p:nvPr>
            <p:ph type="body" sz="quarter" idx="31"/>
          </p:nvPr>
        </p:nvSpPr>
        <p:spPr>
          <a:xfrm>
            <a:off x="3698748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5"/>
          <p:cNvSpPr>
            <a:spLocks noGrp="1"/>
          </p:cNvSpPr>
          <p:nvPr>
            <p:ph type="body" sz="quarter" idx="32"/>
          </p:nvPr>
        </p:nvSpPr>
        <p:spPr>
          <a:xfrm>
            <a:off x="5854700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0"/>
          <p:cNvSpPr>
            <a:spLocks noGrp="1"/>
          </p:cNvSpPr>
          <p:nvPr>
            <p:ph sz="quarter" idx="20"/>
          </p:nvPr>
        </p:nvSpPr>
        <p:spPr>
          <a:xfrm>
            <a:off x="8548577" y="1861185"/>
            <a:ext cx="280416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08AE5534-AA48-F74E-87DE-645A72BA9DD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1631887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1"/>
          <p:cNvSpPr>
            <a:spLocks/>
          </p:cNvSpPr>
          <p:nvPr userDrawn="1"/>
        </p:nvSpPr>
        <p:spPr bwMode="auto">
          <a:xfrm>
            <a:off x="4091518" y="1981201"/>
            <a:ext cx="3382433" cy="339725"/>
          </a:xfrm>
          <a:custGeom>
            <a:avLst/>
            <a:gdLst>
              <a:gd name="T0" fmla="*/ 0 w 2536891"/>
              <a:gd name="T1" fmla="*/ 0 h 488372"/>
              <a:gd name="T2" fmla="*/ 1942613 w 2536891"/>
              <a:gd name="T3" fmla="*/ 0 h 488372"/>
              <a:gd name="T4" fmla="*/ 2455867 w 2536891"/>
              <a:gd name="T5" fmla="*/ 200 h 488372"/>
              <a:gd name="T6" fmla="*/ 2536627 w 2536891"/>
              <a:gd name="T7" fmla="*/ 114356 h 488372"/>
              <a:gd name="T8" fmla="*/ 131751 w 2536891"/>
              <a:gd name="T9" fmla="*/ 114356 h 488372"/>
              <a:gd name="T10" fmla="*/ 81090 w 2536891"/>
              <a:gd name="T11" fmla="*/ 113442 h 488372"/>
              <a:gd name="T12" fmla="*/ 0 w 2536891"/>
              <a:gd name="T13" fmla="*/ 0 h 4883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36891" h="488372">
                <a:moveTo>
                  <a:pt x="0" y="0"/>
                </a:moveTo>
                <a:lnTo>
                  <a:pt x="1942817" y="0"/>
                </a:lnTo>
                <a:lnTo>
                  <a:pt x="2456123" y="856"/>
                </a:lnTo>
                <a:lnTo>
                  <a:pt x="2536891" y="488372"/>
                </a:lnTo>
                <a:lnTo>
                  <a:pt x="131763" y="488372"/>
                </a:lnTo>
                <a:lnTo>
                  <a:pt x="81098" y="484467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/>
          </a:p>
        </p:txBody>
      </p:sp>
      <p:sp>
        <p:nvSpPr>
          <p:cNvPr id="17" name="Freeform 13"/>
          <p:cNvSpPr>
            <a:spLocks/>
          </p:cNvSpPr>
          <p:nvPr userDrawn="1"/>
        </p:nvSpPr>
        <p:spPr bwMode="auto">
          <a:xfrm>
            <a:off x="609601" y="1982789"/>
            <a:ext cx="3373967" cy="339725"/>
          </a:xfrm>
          <a:custGeom>
            <a:avLst/>
            <a:gdLst>
              <a:gd name="T0" fmla="*/ 0 w 2529680"/>
              <a:gd name="T1" fmla="*/ 0 h 488372"/>
              <a:gd name="T2" fmla="*/ 1945261 w 2529680"/>
              <a:gd name="T3" fmla="*/ 0 h 488372"/>
              <a:gd name="T4" fmla="*/ 2463980 w 2529680"/>
              <a:gd name="T5" fmla="*/ 200 h 488372"/>
              <a:gd name="T6" fmla="*/ 2532861 w 2529680"/>
              <a:gd name="T7" fmla="*/ 113442 h 488372"/>
              <a:gd name="T8" fmla="*/ 0 w 2529680"/>
              <a:gd name="T9" fmla="*/ 114356 h 488372"/>
              <a:gd name="T10" fmla="*/ 0 w 2529680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529680" h="488372">
                <a:moveTo>
                  <a:pt x="0" y="0"/>
                </a:moveTo>
                <a:lnTo>
                  <a:pt x="1942817" y="0"/>
                </a:lnTo>
                <a:lnTo>
                  <a:pt x="2460885" y="856"/>
                </a:lnTo>
                <a:lnTo>
                  <a:pt x="2529680" y="484467"/>
                </a:lnTo>
                <a:lnTo>
                  <a:pt x="0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/>
          </a:p>
        </p:txBody>
      </p:sp>
      <p:sp>
        <p:nvSpPr>
          <p:cNvPr id="21" name="Freeform 14"/>
          <p:cNvSpPr>
            <a:spLocks/>
          </p:cNvSpPr>
          <p:nvPr userDrawn="1"/>
        </p:nvSpPr>
        <p:spPr bwMode="auto">
          <a:xfrm>
            <a:off x="7579785" y="1981201"/>
            <a:ext cx="3829049" cy="339725"/>
          </a:xfrm>
          <a:custGeom>
            <a:avLst/>
            <a:gdLst>
              <a:gd name="T0" fmla="*/ 0 w 2996886"/>
              <a:gd name="T1" fmla="*/ 0 h 488372"/>
              <a:gd name="T2" fmla="*/ 1638173 w 2996886"/>
              <a:gd name="T3" fmla="*/ 0 h 488372"/>
              <a:gd name="T4" fmla="*/ 2526959 w 2996886"/>
              <a:gd name="T5" fmla="*/ 200 h 488372"/>
              <a:gd name="T6" fmla="*/ 2525539 w 2996886"/>
              <a:gd name="T7" fmla="*/ 114356 h 488372"/>
              <a:gd name="T8" fmla="*/ 60236 w 2996886"/>
              <a:gd name="T9" fmla="*/ 114356 h 488372"/>
              <a:gd name="T10" fmla="*/ 0 w 2996886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996886" h="488372">
                <a:moveTo>
                  <a:pt x="0" y="0"/>
                </a:moveTo>
                <a:lnTo>
                  <a:pt x="1942817" y="0"/>
                </a:lnTo>
                <a:lnTo>
                  <a:pt x="2996886" y="855"/>
                </a:lnTo>
                <a:cubicBezTo>
                  <a:pt x="2996325" y="163361"/>
                  <a:pt x="2995763" y="325866"/>
                  <a:pt x="2995202" y="488372"/>
                </a:cubicBezTo>
                <a:lnTo>
                  <a:pt x="71438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16"/>
          </p:nvPr>
        </p:nvSpPr>
        <p:spPr bwMode="gray">
          <a:xfrm>
            <a:off x="7574514" y="1983087"/>
            <a:ext cx="3834321" cy="1903112"/>
          </a:xfrm>
          <a:custGeom>
            <a:avLst/>
            <a:gdLst>
              <a:gd name="connsiteX0" fmla="*/ 0 w 2674468"/>
              <a:gd name="connsiteY0" fmla="*/ 0 h 1724992"/>
              <a:gd name="connsiteX1" fmla="*/ 2472747 w 2674468"/>
              <a:gd name="connsiteY1" fmla="*/ 0 h 1724992"/>
              <a:gd name="connsiteX2" fmla="*/ 2674468 w 2674468"/>
              <a:gd name="connsiteY2" fmla="*/ 862496 h 1724992"/>
              <a:gd name="connsiteX3" fmla="*/ 2472747 w 2674468"/>
              <a:gd name="connsiteY3" fmla="*/ 1724992 h 1724992"/>
              <a:gd name="connsiteX4" fmla="*/ 0 w 2674468"/>
              <a:gd name="connsiteY4" fmla="*/ 1724992 h 1724992"/>
              <a:gd name="connsiteX5" fmla="*/ 201721 w 2674468"/>
              <a:gd name="connsiteY5" fmla="*/ 862496 h 1724992"/>
              <a:gd name="connsiteX6" fmla="*/ 0 w 2674468"/>
              <a:gd name="connsiteY6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201721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2747" h="1724992">
                <a:moveTo>
                  <a:pt x="0" y="0"/>
                </a:moveTo>
                <a:lnTo>
                  <a:pt x="2472747" y="0"/>
                </a:lnTo>
                <a:lnTo>
                  <a:pt x="2472747" y="1724992"/>
                </a:lnTo>
                <a:lnTo>
                  <a:pt x="0" y="1724992"/>
                </a:lnTo>
                <a:lnTo>
                  <a:pt x="169327" y="862496"/>
                </a:lnTo>
                <a:lnTo>
                  <a:pt x="0" y="0"/>
                </a:lnTo>
                <a:close/>
              </a:path>
            </a:pathLst>
          </a:custGeom>
          <a:noFill/>
          <a:ln w="6350">
            <a:solidFill>
              <a:srgbClr val="A9A9A9"/>
            </a:solidFill>
            <a:miter lim="800000"/>
            <a:headEnd/>
            <a:tailEnd/>
          </a:ln>
        </p:spPr>
        <p:txBody>
          <a:bodyPr lIns="41148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4091412" y="1983087"/>
            <a:ext cx="3565957" cy="1903112"/>
          </a:xfrm>
          <a:prstGeom prst="chevron">
            <a:avLst>
              <a:gd name="adj" fmla="val 10431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609600" y="4038600"/>
            <a:ext cx="10769600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609600" y="5937504"/>
            <a:ext cx="5266944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73736" algn="l">
              <a:buClr>
                <a:schemeClr val="accent1"/>
              </a:buClr>
              <a:buFont typeface="Wingdings" pitchFamily="2" charset="2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6114371" y="5937504"/>
            <a:ext cx="5266944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73736" algn="l">
              <a:buClr>
                <a:schemeClr val="accent1"/>
              </a:buClr>
              <a:buFont typeface="Wingdings" pitchFamily="2" charset="2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609600" y="1417320"/>
            <a:ext cx="6925056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7541684" y="1417325"/>
            <a:ext cx="4047744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 marL="342900" marR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09600" y="1983087"/>
            <a:ext cx="3565957" cy="1903112"/>
          </a:xfrm>
          <a:prstGeom prst="homePlate">
            <a:avLst>
              <a:gd name="adj" fmla="val 11448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9"/>
          <p:cNvSpPr>
            <a:spLocks noGrp="1"/>
          </p:cNvSpPr>
          <p:nvPr>
            <p:ph type="body" sz="quarter" idx="13"/>
          </p:nvPr>
        </p:nvSpPr>
        <p:spPr>
          <a:xfrm>
            <a:off x="609600" y="1981200"/>
            <a:ext cx="3297573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9"/>
          <p:cNvSpPr>
            <a:spLocks noGrp="1"/>
          </p:cNvSpPr>
          <p:nvPr>
            <p:ph type="body" sz="quarter" idx="15"/>
          </p:nvPr>
        </p:nvSpPr>
        <p:spPr>
          <a:xfrm>
            <a:off x="4192430" y="1988239"/>
            <a:ext cx="3183381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4343400"/>
            <a:ext cx="10769600" cy="14813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3736" indent="-173736">
              <a:lnSpc>
                <a:spcPct val="95000"/>
              </a:lnSpc>
              <a:spcBef>
                <a:spcPts val="720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7472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521208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914400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34"/>
          </p:nvPr>
        </p:nvSpPr>
        <p:spPr>
          <a:xfrm>
            <a:off x="7683241" y="1987175"/>
            <a:ext cx="3725596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E70D8206-912D-3041-8A60-C5747B4B98E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93213104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Workstreams and outco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entagon 32"/>
          <p:cNvSpPr/>
          <p:nvPr userDrawn="1"/>
        </p:nvSpPr>
        <p:spPr bwMode="auto">
          <a:xfrm>
            <a:off x="7342718" y="1755775"/>
            <a:ext cx="905933" cy="4343400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indent="-117475" eaLnBrk="0" hangingPunct="0">
              <a:lnSpc>
                <a:spcPct val="95000"/>
              </a:lnSpc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6" name="Text Placeholder 2"/>
          <p:cNvSpPr>
            <a:spLocks noGrp="1"/>
          </p:cNvSpPr>
          <p:nvPr>
            <p:ph type="body" idx="38"/>
          </p:nvPr>
        </p:nvSpPr>
        <p:spPr>
          <a:xfrm>
            <a:off x="3991647" y="1290639"/>
            <a:ext cx="316992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39"/>
          </p:nvPr>
        </p:nvSpPr>
        <p:spPr>
          <a:xfrm>
            <a:off x="637117" y="1290639"/>
            <a:ext cx="316992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5"/>
          </p:nvPr>
        </p:nvSpPr>
        <p:spPr>
          <a:xfrm>
            <a:off x="3991647" y="1290638"/>
            <a:ext cx="3169920" cy="38039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2"/>
          </p:nvPr>
        </p:nvSpPr>
        <p:spPr>
          <a:xfrm>
            <a:off x="8400511" y="1290638"/>
            <a:ext cx="316992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30"/>
          </p:nvPr>
        </p:nvSpPr>
        <p:spPr>
          <a:xfrm>
            <a:off x="637117" y="1290638"/>
            <a:ext cx="3169920" cy="380392"/>
          </a:xfrm>
          <a:prstGeom prst="rect">
            <a:avLst/>
          </a:prstGeom>
          <a:solidFill>
            <a:srgbClr val="4D4D4D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40"/>
          </p:nvPr>
        </p:nvSpPr>
        <p:spPr>
          <a:xfrm>
            <a:off x="759037" y="1731264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0" rIns="45720" bIns="0" anchor="ctr" anchorCtr="0"/>
          <a:lstStyle>
            <a:lvl1pPr marL="0" indent="-118872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41"/>
          </p:nvPr>
        </p:nvSpPr>
        <p:spPr>
          <a:xfrm>
            <a:off x="759037" y="2357120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42"/>
          </p:nvPr>
        </p:nvSpPr>
        <p:spPr>
          <a:xfrm>
            <a:off x="759037" y="2982976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759037" y="3608832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44"/>
          </p:nvPr>
        </p:nvSpPr>
        <p:spPr>
          <a:xfrm>
            <a:off x="759037" y="4234688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45"/>
          </p:nvPr>
        </p:nvSpPr>
        <p:spPr>
          <a:xfrm>
            <a:off x="759037" y="5486400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46"/>
          </p:nvPr>
        </p:nvSpPr>
        <p:spPr>
          <a:xfrm>
            <a:off x="759037" y="4860544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47"/>
          </p:nvPr>
        </p:nvSpPr>
        <p:spPr>
          <a:xfrm>
            <a:off x="4113567" y="1743456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48"/>
          </p:nvPr>
        </p:nvSpPr>
        <p:spPr>
          <a:xfrm>
            <a:off x="4113567" y="2369312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49"/>
          </p:nvPr>
        </p:nvSpPr>
        <p:spPr>
          <a:xfrm>
            <a:off x="4113567" y="2995168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50"/>
          </p:nvPr>
        </p:nvSpPr>
        <p:spPr>
          <a:xfrm>
            <a:off x="4113567" y="3621024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9"/>
          <p:cNvSpPr>
            <a:spLocks noGrp="1"/>
          </p:cNvSpPr>
          <p:nvPr>
            <p:ph type="body" sz="quarter" idx="51"/>
          </p:nvPr>
        </p:nvSpPr>
        <p:spPr>
          <a:xfrm>
            <a:off x="4113567" y="4246880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52"/>
          </p:nvPr>
        </p:nvSpPr>
        <p:spPr>
          <a:xfrm>
            <a:off x="4113567" y="5498592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53"/>
          </p:nvPr>
        </p:nvSpPr>
        <p:spPr>
          <a:xfrm>
            <a:off x="4113567" y="4872736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9"/>
          <p:cNvSpPr>
            <a:spLocks noGrp="1"/>
          </p:cNvSpPr>
          <p:nvPr>
            <p:ph type="body" sz="quarter" idx="54"/>
          </p:nvPr>
        </p:nvSpPr>
        <p:spPr>
          <a:xfrm>
            <a:off x="8400511" y="1743456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55"/>
          </p:nvPr>
        </p:nvSpPr>
        <p:spPr>
          <a:xfrm>
            <a:off x="8400511" y="2369312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9"/>
          <p:cNvSpPr>
            <a:spLocks noGrp="1"/>
          </p:cNvSpPr>
          <p:nvPr>
            <p:ph type="body" sz="quarter" idx="56"/>
          </p:nvPr>
        </p:nvSpPr>
        <p:spPr>
          <a:xfrm>
            <a:off x="8400511" y="2995168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57"/>
          </p:nvPr>
        </p:nvSpPr>
        <p:spPr>
          <a:xfrm>
            <a:off x="8400511" y="3621024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9"/>
          <p:cNvSpPr>
            <a:spLocks noGrp="1"/>
          </p:cNvSpPr>
          <p:nvPr>
            <p:ph type="body" sz="quarter" idx="58"/>
          </p:nvPr>
        </p:nvSpPr>
        <p:spPr>
          <a:xfrm>
            <a:off x="8400511" y="4246880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59"/>
          </p:nvPr>
        </p:nvSpPr>
        <p:spPr>
          <a:xfrm>
            <a:off x="8400511" y="5498592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60"/>
          </p:nvPr>
        </p:nvSpPr>
        <p:spPr>
          <a:xfrm>
            <a:off x="8400511" y="4872736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Slide Number Placeholder 9"/>
          <p:cNvSpPr>
            <a:spLocks noGrp="1"/>
          </p:cNvSpPr>
          <p:nvPr>
            <p:ph type="sldNum" sz="quarter" idx="61"/>
          </p:nvPr>
        </p:nvSpPr>
        <p:spPr/>
        <p:txBody>
          <a:bodyPr/>
          <a:lstStyle>
            <a:lvl1pPr>
              <a:defRPr/>
            </a:lvl1pPr>
          </a:lstStyle>
          <a:p>
            <a:fld id="{250D9D91-D592-1043-AF8D-0FC015913F1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5" name="Footer Placeholder 33"/>
          <p:cNvSpPr>
            <a:spLocks noGrp="1"/>
          </p:cNvSpPr>
          <p:nvPr>
            <p:ph type="ftr" sz="quarter" idx="6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84337482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Element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entagon 14"/>
          <p:cNvSpPr/>
          <p:nvPr userDrawn="1"/>
        </p:nvSpPr>
        <p:spPr bwMode="auto">
          <a:xfrm>
            <a:off x="7133167" y="1497014"/>
            <a:ext cx="905933" cy="4352925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9549384" y="-97536"/>
            <a:ext cx="640080" cy="3425952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156448" y="1981200"/>
            <a:ext cx="3425952" cy="41148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" pitchFamily="2" charset="2"/>
              <a:buChar char="§"/>
              <a:defRPr sz="1200" b="1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="1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="1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 b="1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5080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22"/>
          </p:nvPr>
        </p:nvSpPr>
        <p:spPr>
          <a:xfrm>
            <a:off x="5080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23"/>
          </p:nvPr>
        </p:nvSpPr>
        <p:spPr>
          <a:xfrm>
            <a:off x="5080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4"/>
          </p:nvPr>
        </p:nvSpPr>
        <p:spPr>
          <a:xfrm>
            <a:off x="27432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5"/>
          </p:nvPr>
        </p:nvSpPr>
        <p:spPr>
          <a:xfrm>
            <a:off x="27432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26"/>
          </p:nvPr>
        </p:nvSpPr>
        <p:spPr>
          <a:xfrm>
            <a:off x="27432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ontent Placeholder 3"/>
          <p:cNvSpPr>
            <a:spLocks noGrp="1"/>
          </p:cNvSpPr>
          <p:nvPr>
            <p:ph sz="half" idx="27"/>
          </p:nvPr>
        </p:nvSpPr>
        <p:spPr>
          <a:xfrm>
            <a:off x="49784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3"/>
          <p:cNvSpPr>
            <a:spLocks noGrp="1"/>
          </p:cNvSpPr>
          <p:nvPr>
            <p:ph sz="half" idx="28"/>
          </p:nvPr>
        </p:nvSpPr>
        <p:spPr>
          <a:xfrm>
            <a:off x="49784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9"/>
          </p:nvPr>
        </p:nvSpPr>
        <p:spPr>
          <a:xfrm>
            <a:off x="49784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09CF501B-85A3-0748-9525-578425C4928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19855464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lated Text Blocks - Sequ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Elbow Connector 24"/>
          <p:cNvCxnSpPr>
            <a:cxnSpLocks noChangeShapeType="1"/>
          </p:cNvCxnSpPr>
          <p:nvPr userDrawn="1"/>
        </p:nvCxnSpPr>
        <p:spPr bwMode="auto">
          <a:xfrm rot="16200000" flipH="1">
            <a:off x="1340909" y="2289175"/>
            <a:ext cx="768350" cy="850900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Elbow Connector 28"/>
          <p:cNvCxnSpPr>
            <a:cxnSpLocks noChangeShapeType="1"/>
          </p:cNvCxnSpPr>
          <p:nvPr userDrawn="1"/>
        </p:nvCxnSpPr>
        <p:spPr bwMode="auto">
          <a:xfrm rot="16200000" flipH="1">
            <a:off x="2881313" y="3486680"/>
            <a:ext cx="752475" cy="833967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Elbow Connector 39"/>
          <p:cNvCxnSpPr>
            <a:cxnSpLocks noChangeShapeType="1"/>
          </p:cNvCxnSpPr>
          <p:nvPr userDrawn="1"/>
        </p:nvCxnSpPr>
        <p:spPr bwMode="auto">
          <a:xfrm rot="16200000" flipH="1">
            <a:off x="4429126" y="4714875"/>
            <a:ext cx="698500" cy="793751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Content Placeholder 3"/>
          <p:cNvSpPr>
            <a:spLocks noGrp="1"/>
          </p:cNvSpPr>
          <p:nvPr>
            <p:ph sz="half" idx="17"/>
          </p:nvPr>
        </p:nvSpPr>
        <p:spPr>
          <a:xfrm>
            <a:off x="5175608" y="4986243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4"/>
          </p:nvPr>
        </p:nvSpPr>
        <p:spPr>
          <a:xfrm>
            <a:off x="638822" y="1441358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5"/>
          </p:nvPr>
        </p:nvSpPr>
        <p:spPr>
          <a:xfrm>
            <a:off x="2150310" y="2622986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6"/>
          </p:nvPr>
        </p:nvSpPr>
        <p:spPr>
          <a:xfrm>
            <a:off x="3674314" y="3804614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0C10D6D8-3B97-854D-B9A2-DD1E2B17F6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3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6195830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ide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/>
          <p:cNvSpPr/>
          <p:nvPr userDrawn="1"/>
        </p:nvSpPr>
        <p:spPr bwMode="auto">
          <a:xfrm>
            <a:off x="950384" y="1782764"/>
            <a:ext cx="10625667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8" name="Parallelogram 7"/>
          <p:cNvSpPr/>
          <p:nvPr userDrawn="1"/>
        </p:nvSpPr>
        <p:spPr bwMode="auto">
          <a:xfrm>
            <a:off x="950384" y="5300664"/>
            <a:ext cx="10625667" cy="530225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4" name="Parallelogram 13"/>
          <p:cNvSpPr/>
          <p:nvPr userDrawn="1"/>
        </p:nvSpPr>
        <p:spPr bwMode="auto">
          <a:xfrm>
            <a:off x="950384" y="4129089"/>
            <a:ext cx="10625667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5" name="Parallelogram 14"/>
          <p:cNvSpPr/>
          <p:nvPr userDrawn="1"/>
        </p:nvSpPr>
        <p:spPr bwMode="auto">
          <a:xfrm>
            <a:off x="950384" y="2955925"/>
            <a:ext cx="10625667" cy="528638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944921" y="1501649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3"/>
          </p:nvPr>
        </p:nvSpPr>
        <p:spPr>
          <a:xfrm>
            <a:off x="944921" y="5019703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marR="0" indent="-176213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944921" y="3847016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5"/>
          </p:nvPr>
        </p:nvSpPr>
        <p:spPr>
          <a:xfrm>
            <a:off x="944921" y="2674335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97E92AD8-7AD1-8240-8596-9839AB315E2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4995828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8"/>
          <p:cNvCxnSpPr>
            <a:cxnSpLocks noChangeShapeType="1"/>
          </p:cNvCxnSpPr>
          <p:nvPr userDrawn="1"/>
        </p:nvCxnSpPr>
        <p:spPr bwMode="auto">
          <a:xfrm>
            <a:off x="637117" y="3294064"/>
            <a:ext cx="10651067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637117" y="4670425"/>
            <a:ext cx="10651067" cy="1588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>
            <a:off x="637117" y="6046789"/>
            <a:ext cx="10651067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2110661" y="1290643"/>
            <a:ext cx="2494291" cy="600507"/>
          </a:xfrm>
          <a:prstGeom prst="homePlate">
            <a:avLst>
              <a:gd name="adj" fmla="val 31973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9195340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0"/>
          </p:nvPr>
        </p:nvSpPr>
        <p:spPr>
          <a:xfrm>
            <a:off x="6819046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4442752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09600" y="2068960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609600" y="3436667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609600" y="4802487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110661" y="2068960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2110661" y="3441508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2110661" y="4807328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4442752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4442752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4442752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6819045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6819045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6819045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9195340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9195340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9195340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Slide Number Placeholder 9"/>
          <p:cNvSpPr>
            <a:spLocks noGrp="1"/>
          </p:cNvSpPr>
          <p:nvPr>
            <p:ph type="sldNum" sz="quarter" idx="46"/>
          </p:nvPr>
        </p:nvSpPr>
        <p:spPr/>
        <p:txBody>
          <a:bodyPr/>
          <a:lstStyle>
            <a:lvl1pPr>
              <a:defRPr/>
            </a:lvl1pPr>
          </a:lstStyle>
          <a:p>
            <a:fld id="{BC9105C1-E9DE-DA45-BFF7-4F496C07EBD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6" name="Footer Placeholder 37"/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23327755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entagon 11"/>
          <p:cNvSpPr>
            <a:spLocks noChangeArrowheads="1"/>
          </p:cNvSpPr>
          <p:nvPr userDrawn="1"/>
        </p:nvSpPr>
        <p:spPr bwMode="auto">
          <a:xfrm>
            <a:off x="2868085" y="1277938"/>
            <a:ext cx="8824383" cy="582612"/>
          </a:xfrm>
          <a:prstGeom prst="homePlate">
            <a:avLst>
              <a:gd name="adj" fmla="val 39286"/>
            </a:avLst>
          </a:prstGeom>
          <a:solidFill>
            <a:schemeClr val="accent1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2880784" y="1568450"/>
            <a:ext cx="8811683" cy="0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 rot="16200000" flipH="1">
            <a:off x="554302" y="3602303"/>
            <a:ext cx="4665662" cy="16933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5" name="Group 115"/>
          <p:cNvGrpSpPr>
            <a:grpSpLocks/>
          </p:cNvGrpSpPr>
          <p:nvPr userDrawn="1"/>
        </p:nvGrpSpPr>
        <p:grpSpPr bwMode="auto">
          <a:xfrm>
            <a:off x="3445933" y="1576388"/>
            <a:ext cx="7374467" cy="4367212"/>
            <a:chOff x="2585007" y="1576462"/>
            <a:chExt cx="5530617" cy="4041195"/>
          </a:xfrm>
        </p:grpSpPr>
        <p:cxnSp>
          <p:nvCxnSpPr>
            <p:cNvPr id="42" name="Straight Connector 12"/>
            <p:cNvCxnSpPr>
              <a:cxnSpLocks noChangeShapeType="1"/>
            </p:cNvCxnSpPr>
            <p:nvPr userDrawn="1"/>
          </p:nvCxnSpPr>
          <p:spPr bwMode="auto">
            <a:xfrm rot="5400000">
              <a:off x="564416" y="3597053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" name="Straight Connector 13"/>
            <p:cNvCxnSpPr>
              <a:cxnSpLocks noChangeShapeType="1"/>
            </p:cNvCxnSpPr>
            <p:nvPr userDrawn="1"/>
          </p:nvCxnSpPr>
          <p:spPr bwMode="auto">
            <a:xfrm rot="5400000">
              <a:off x="1415280" y="359705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" name="Straight Connector 14"/>
            <p:cNvCxnSpPr>
              <a:cxnSpLocks noChangeShapeType="1"/>
            </p:cNvCxnSpPr>
            <p:nvPr userDrawn="1"/>
          </p:nvCxnSpPr>
          <p:spPr bwMode="auto">
            <a:xfrm rot="5400000">
              <a:off x="989848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" name="Straight Connector 15"/>
            <p:cNvCxnSpPr>
              <a:cxnSpLocks noChangeShapeType="1"/>
            </p:cNvCxnSpPr>
            <p:nvPr userDrawn="1"/>
          </p:nvCxnSpPr>
          <p:spPr bwMode="auto">
            <a:xfrm rot="5400000">
              <a:off x="2266144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" name="Straight Connector 16"/>
            <p:cNvCxnSpPr>
              <a:cxnSpLocks noChangeShapeType="1"/>
            </p:cNvCxnSpPr>
            <p:nvPr userDrawn="1"/>
          </p:nvCxnSpPr>
          <p:spPr bwMode="auto">
            <a:xfrm rot="5400000">
              <a:off x="1840712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" name="Straight Connector 17"/>
            <p:cNvCxnSpPr>
              <a:cxnSpLocks noChangeShapeType="1"/>
            </p:cNvCxnSpPr>
            <p:nvPr userDrawn="1"/>
          </p:nvCxnSpPr>
          <p:spPr bwMode="auto">
            <a:xfrm rot="5400000">
              <a:off x="3117008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" name="Straight Connector 18"/>
            <p:cNvCxnSpPr>
              <a:cxnSpLocks noChangeShapeType="1"/>
            </p:cNvCxnSpPr>
            <p:nvPr userDrawn="1"/>
          </p:nvCxnSpPr>
          <p:spPr bwMode="auto">
            <a:xfrm rot="5400000">
              <a:off x="2691576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" name="Straight Connector 19"/>
            <p:cNvCxnSpPr>
              <a:cxnSpLocks noChangeShapeType="1"/>
            </p:cNvCxnSpPr>
            <p:nvPr userDrawn="1"/>
          </p:nvCxnSpPr>
          <p:spPr bwMode="auto">
            <a:xfrm rot="5400000">
              <a:off x="3967872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" name="Straight Connector 20"/>
            <p:cNvCxnSpPr>
              <a:cxnSpLocks noChangeShapeType="1"/>
            </p:cNvCxnSpPr>
            <p:nvPr userDrawn="1"/>
          </p:nvCxnSpPr>
          <p:spPr bwMode="auto">
            <a:xfrm rot="5400000">
              <a:off x="3542440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" name="Straight Connector 21"/>
            <p:cNvCxnSpPr>
              <a:cxnSpLocks noChangeShapeType="1"/>
            </p:cNvCxnSpPr>
            <p:nvPr userDrawn="1"/>
          </p:nvCxnSpPr>
          <p:spPr bwMode="auto">
            <a:xfrm rot="5400000">
              <a:off x="4818736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" name="Straight Connector 22"/>
            <p:cNvCxnSpPr>
              <a:cxnSpLocks noChangeShapeType="1"/>
            </p:cNvCxnSpPr>
            <p:nvPr userDrawn="1"/>
          </p:nvCxnSpPr>
          <p:spPr bwMode="auto">
            <a:xfrm rot="5400000">
              <a:off x="4393304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Straight Connector 23"/>
            <p:cNvCxnSpPr>
              <a:cxnSpLocks noChangeShapeType="1"/>
            </p:cNvCxnSpPr>
            <p:nvPr userDrawn="1"/>
          </p:nvCxnSpPr>
          <p:spPr bwMode="auto">
            <a:xfrm rot="5400000">
              <a:off x="5669600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Straight Connector 24"/>
            <p:cNvCxnSpPr>
              <a:cxnSpLocks noChangeShapeType="1"/>
            </p:cNvCxnSpPr>
            <p:nvPr userDrawn="1"/>
          </p:nvCxnSpPr>
          <p:spPr bwMode="auto">
            <a:xfrm rot="5400000">
              <a:off x="5244168" y="3597064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Straight Connector 25"/>
            <p:cNvCxnSpPr>
              <a:cxnSpLocks noChangeShapeType="1"/>
            </p:cNvCxnSpPr>
            <p:nvPr userDrawn="1"/>
          </p:nvCxnSpPr>
          <p:spPr bwMode="auto">
            <a:xfrm rot="5400000">
              <a:off x="6095032" y="359706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0" name="Rectangle 30"/>
          <p:cNvSpPr>
            <a:spLocks noChangeArrowheads="1"/>
          </p:cNvSpPr>
          <p:nvPr userDrawn="1"/>
        </p:nvSpPr>
        <p:spPr bwMode="auto">
          <a:xfrm>
            <a:off x="624417" y="1860550"/>
            <a:ext cx="10759016" cy="4083050"/>
          </a:xfrm>
          <a:prstGeom prst="rect">
            <a:avLst/>
          </a:prstGeom>
          <a:noFill/>
          <a:ln w="12700">
            <a:solidFill>
              <a:srgbClr val="A9A9A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61" name="Rectangle 31"/>
          <p:cNvSpPr>
            <a:spLocks noChangeArrowheads="1"/>
          </p:cNvSpPr>
          <p:nvPr userDrawn="1"/>
        </p:nvSpPr>
        <p:spPr bwMode="auto">
          <a:xfrm>
            <a:off x="624418" y="1277938"/>
            <a:ext cx="2256367" cy="582612"/>
          </a:xfrm>
          <a:prstGeom prst="rect">
            <a:avLst/>
          </a:prstGeom>
          <a:solidFill>
            <a:srgbClr val="4D4D4D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62" name="Straight Connector 28"/>
          <p:cNvCxnSpPr>
            <a:cxnSpLocks noChangeShapeType="1"/>
          </p:cNvCxnSpPr>
          <p:nvPr userDrawn="1"/>
        </p:nvCxnSpPr>
        <p:spPr bwMode="auto">
          <a:xfrm>
            <a:off x="630767" y="1277938"/>
            <a:ext cx="2235200" cy="582612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2879952" y="1282930"/>
            <a:ext cx="8496387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4021495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4588796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886892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3454193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6290700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6858001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156097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5723399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8559905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9127207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7425303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7992604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9694508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10261809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10829111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730741" y="1548247"/>
            <a:ext cx="860776" cy="280554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1868569" y="1278088"/>
            <a:ext cx="860776" cy="561107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marR="0" indent="0" algn="r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711200" y="1905000"/>
            <a:ext cx="2072640" cy="3977640"/>
          </a:xfrm>
          <a:prstGeom prst="rect">
            <a:avLst/>
          </a:prstGeom>
          <a:noFill/>
          <a:ln>
            <a:noFill/>
          </a:ln>
        </p:spPr>
        <p:txBody>
          <a:bodyPr wrap="square" lIns="91440" anchor="t" anchorCtr="0">
            <a:noAutofit/>
          </a:bodyPr>
          <a:lstStyle>
            <a:lvl1pPr marL="173736" indent="-173736" algn="l">
              <a:spcBef>
                <a:spcPts val="200"/>
              </a:spcBef>
              <a:buClr>
                <a:srgbClr val="B01C2E"/>
              </a:buClr>
              <a:buFont typeface="Wingdings" pitchFamily="2" charset="2"/>
              <a:buChar char="§"/>
              <a:defRPr sz="12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3" name="Slide Number Placeholder 9"/>
          <p:cNvSpPr>
            <a:spLocks noGrp="1"/>
          </p:cNvSpPr>
          <p:nvPr>
            <p:ph type="sldNum" sz="quarter" idx="48"/>
          </p:nvPr>
        </p:nvSpPr>
        <p:spPr/>
        <p:txBody>
          <a:bodyPr/>
          <a:lstStyle>
            <a:lvl1pPr>
              <a:defRPr/>
            </a:lvl1pPr>
          </a:lstStyle>
          <a:p>
            <a:fld id="{A2AEA599-6C77-BA4A-9F89-7B2425581CA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4" name="Footer Placeholder 47"/>
          <p:cNvSpPr>
            <a:spLocks noGrp="1"/>
          </p:cNvSpPr>
          <p:nvPr>
            <p:ph type="ftr" sz="quarter" idx="4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130598318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nt chart or Timelin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1"/>
          <p:cNvSpPr>
            <a:spLocks noChangeArrowheads="1"/>
          </p:cNvSpPr>
          <p:nvPr userDrawn="1"/>
        </p:nvSpPr>
        <p:spPr bwMode="auto">
          <a:xfrm>
            <a:off x="2074333" y="1828801"/>
            <a:ext cx="9508067" cy="379413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800">
              <a:latin typeface="Arial" charset="0"/>
            </a:endParaRPr>
          </a:p>
        </p:txBody>
      </p:sp>
      <p:sp>
        <p:nvSpPr>
          <p:cNvPr id="71" name="Rectangle 13"/>
          <p:cNvSpPr>
            <a:spLocks noChangeArrowheads="1"/>
          </p:cNvSpPr>
          <p:nvPr userDrawn="1"/>
        </p:nvSpPr>
        <p:spPr bwMode="auto">
          <a:xfrm>
            <a:off x="596900" y="2189163"/>
            <a:ext cx="1464733" cy="3287712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800">
              <a:latin typeface="Arial" charset="0"/>
            </a:endParaRPr>
          </a:p>
        </p:txBody>
      </p:sp>
      <p:grpSp>
        <p:nvGrpSpPr>
          <p:cNvPr id="72" name="Group 84"/>
          <p:cNvGrpSpPr>
            <a:grpSpLocks/>
          </p:cNvGrpSpPr>
          <p:nvPr userDrawn="1"/>
        </p:nvGrpSpPr>
        <p:grpSpPr bwMode="auto">
          <a:xfrm>
            <a:off x="590551" y="1819275"/>
            <a:ext cx="10979149" cy="3657600"/>
            <a:chOff x="443344" y="1819866"/>
            <a:chExt cx="8234523" cy="3657600"/>
          </a:xfrm>
        </p:grpSpPr>
        <p:grpSp>
          <p:nvGrpSpPr>
            <p:cNvPr id="73" name="Group 83"/>
            <p:cNvGrpSpPr>
              <a:grpSpLocks/>
            </p:cNvGrpSpPr>
            <p:nvPr userDrawn="1"/>
          </p:nvGrpSpPr>
          <p:grpSpPr bwMode="auto">
            <a:xfrm>
              <a:off x="443344" y="2565862"/>
              <a:ext cx="8229600" cy="2556366"/>
              <a:chOff x="443344" y="2565862"/>
              <a:chExt cx="8229600" cy="2556366"/>
            </a:xfrm>
          </p:grpSpPr>
          <p:cxnSp>
            <p:nvCxnSpPr>
              <p:cNvPr id="87" name="Straight Connector 27"/>
              <p:cNvCxnSpPr>
                <a:cxnSpLocks noChangeShapeType="1"/>
              </p:cNvCxnSpPr>
              <p:nvPr userDrawn="1"/>
            </p:nvCxnSpPr>
            <p:spPr bwMode="auto">
              <a:xfrm>
                <a:off x="443344" y="512064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8" name="Straight Connector 28"/>
              <p:cNvCxnSpPr>
                <a:cxnSpLocks noChangeShapeType="1"/>
              </p:cNvCxnSpPr>
              <p:nvPr userDrawn="1"/>
            </p:nvCxnSpPr>
            <p:spPr bwMode="auto">
              <a:xfrm>
                <a:off x="443344" y="47548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9" name="Straight Connector 29"/>
              <p:cNvCxnSpPr>
                <a:cxnSpLocks noChangeShapeType="1"/>
              </p:cNvCxnSpPr>
              <p:nvPr userDrawn="1"/>
            </p:nvCxnSpPr>
            <p:spPr bwMode="auto">
              <a:xfrm>
                <a:off x="443344" y="438912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0" name="Straight Connector 30"/>
              <p:cNvCxnSpPr>
                <a:cxnSpLocks noChangeShapeType="1"/>
              </p:cNvCxnSpPr>
              <p:nvPr userDrawn="1"/>
            </p:nvCxnSpPr>
            <p:spPr bwMode="auto">
              <a:xfrm>
                <a:off x="443344" y="402890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1" name="Straight Connector 31"/>
              <p:cNvCxnSpPr>
                <a:cxnSpLocks noChangeShapeType="1"/>
              </p:cNvCxnSpPr>
              <p:nvPr userDrawn="1"/>
            </p:nvCxnSpPr>
            <p:spPr bwMode="auto">
              <a:xfrm>
                <a:off x="443344" y="366314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2" name="Straight Connector 32"/>
              <p:cNvCxnSpPr>
                <a:cxnSpLocks noChangeShapeType="1"/>
              </p:cNvCxnSpPr>
              <p:nvPr userDrawn="1"/>
            </p:nvCxnSpPr>
            <p:spPr bwMode="auto">
              <a:xfrm>
                <a:off x="443344" y="3302924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3" name="Straight Connector 33"/>
              <p:cNvCxnSpPr>
                <a:cxnSpLocks noChangeShapeType="1"/>
              </p:cNvCxnSpPr>
              <p:nvPr userDrawn="1"/>
            </p:nvCxnSpPr>
            <p:spPr bwMode="auto">
              <a:xfrm>
                <a:off x="443344" y="29260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4" name="Straight Connector 34"/>
              <p:cNvCxnSpPr>
                <a:cxnSpLocks noChangeShapeType="1"/>
              </p:cNvCxnSpPr>
              <p:nvPr userDrawn="1"/>
            </p:nvCxnSpPr>
            <p:spPr bwMode="auto">
              <a:xfrm>
                <a:off x="443344" y="256586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74" name="Group 82"/>
            <p:cNvGrpSpPr>
              <a:grpSpLocks/>
            </p:cNvGrpSpPr>
            <p:nvPr userDrawn="1"/>
          </p:nvGrpSpPr>
          <p:grpSpPr bwMode="auto">
            <a:xfrm>
              <a:off x="2202964" y="1819866"/>
              <a:ext cx="6474903" cy="3657600"/>
              <a:chOff x="2202964" y="1819866"/>
              <a:chExt cx="6474903" cy="3657600"/>
            </a:xfrm>
          </p:grpSpPr>
          <p:cxnSp>
            <p:nvCxnSpPr>
              <p:cNvPr id="75" name="Straight Connector 1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7495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6" name="Straight Connector 17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02229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7" name="Straight Connector 18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66962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9" name="Straight Connector 19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31695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0" name="Straight Connector 20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96428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1" name="Straight Connector 21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61161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" name="Straight Connector 22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25895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3" name="Straight Connector 23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90628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4" name="Straight Connector 24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555361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5" name="Straight Connector 25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20094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6" name="Straight Connector 2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848273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95" name="TextBox 36"/>
          <p:cNvSpPr txBox="1">
            <a:spLocks noChangeArrowheads="1"/>
          </p:cNvSpPr>
          <p:nvPr userDrawn="1"/>
        </p:nvSpPr>
        <p:spPr bwMode="auto">
          <a:xfrm>
            <a:off x="683685" y="1566864"/>
            <a:ext cx="1178983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400"/>
              </a:lnSpc>
              <a:spcBef>
                <a:spcPts val="1500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800" b="1">
                <a:solidFill>
                  <a:srgbClr val="000000"/>
                </a:solidFill>
                <a:latin typeface="Arial" charset="0"/>
                <a:ea typeface="+mn-ea"/>
              </a:rPr>
              <a:t>WEEK NUMBER</a:t>
            </a:r>
          </a:p>
        </p:txBody>
      </p:sp>
      <p:sp>
        <p:nvSpPr>
          <p:cNvPr id="96" name="TextBox 37"/>
          <p:cNvSpPr txBox="1">
            <a:spLocks noChangeArrowheads="1"/>
          </p:cNvSpPr>
          <p:nvPr userDrawn="1"/>
        </p:nvSpPr>
        <p:spPr bwMode="auto">
          <a:xfrm>
            <a:off x="683685" y="1939925"/>
            <a:ext cx="1178983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400"/>
              </a:lnSpc>
              <a:spcBef>
                <a:spcPts val="1500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800" b="1">
                <a:solidFill>
                  <a:srgbClr val="000000"/>
                </a:solidFill>
                <a:latin typeface="Arial" charset="0"/>
                <a:ea typeface="+mn-ea"/>
              </a:rPr>
              <a:t>STARTS ON</a:t>
            </a:r>
          </a:p>
        </p:txBody>
      </p:sp>
      <p:cxnSp>
        <p:nvCxnSpPr>
          <p:cNvPr id="97" name="Straight Connector 39"/>
          <p:cNvCxnSpPr>
            <a:cxnSpLocks noChangeShapeType="1"/>
          </p:cNvCxnSpPr>
          <p:nvPr userDrawn="1"/>
        </p:nvCxnSpPr>
        <p:spPr bwMode="auto">
          <a:xfrm>
            <a:off x="590551" y="2200275"/>
            <a:ext cx="109728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" name="Straight Connector 40"/>
          <p:cNvCxnSpPr>
            <a:cxnSpLocks noChangeShapeType="1"/>
          </p:cNvCxnSpPr>
          <p:nvPr userDrawn="1"/>
        </p:nvCxnSpPr>
        <p:spPr bwMode="auto">
          <a:xfrm>
            <a:off x="590551" y="5486400"/>
            <a:ext cx="109728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" name="Freeform 40"/>
          <p:cNvSpPr>
            <a:spLocks/>
          </p:cNvSpPr>
          <p:nvPr userDrawn="1"/>
        </p:nvSpPr>
        <p:spPr bwMode="auto">
          <a:xfrm>
            <a:off x="2074334" y="1468439"/>
            <a:ext cx="9469967" cy="4027487"/>
          </a:xfrm>
          <a:custGeom>
            <a:avLst/>
            <a:gdLst>
              <a:gd name="T0" fmla="*/ 0 w 7101191"/>
              <a:gd name="T1" fmla="*/ 4028195 h 4027251"/>
              <a:gd name="T2" fmla="*/ 0 w 7101191"/>
              <a:gd name="T3" fmla="*/ 0 h 4027251"/>
              <a:gd name="T4" fmla="*/ 7106328 w 7101191"/>
              <a:gd name="T5" fmla="*/ 0 h 402725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101191" h="4027251">
                <a:moveTo>
                  <a:pt x="0" y="4027251"/>
                </a:moveTo>
                <a:lnTo>
                  <a:pt x="0" y="0"/>
                </a:lnTo>
                <a:lnTo>
                  <a:pt x="7101191" y="0"/>
                </a:lnTo>
              </a:path>
            </a:pathLst>
          </a:cu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cxnSp>
        <p:nvCxnSpPr>
          <p:cNvPr id="100" name="Straight Connector 42"/>
          <p:cNvCxnSpPr>
            <a:cxnSpLocks noChangeShapeType="1"/>
          </p:cNvCxnSpPr>
          <p:nvPr userDrawn="1"/>
        </p:nvCxnSpPr>
        <p:spPr bwMode="auto">
          <a:xfrm>
            <a:off x="2061634" y="1828800"/>
            <a:ext cx="865717" cy="228600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061633" y="1835813"/>
            <a:ext cx="861216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937751" y="1835813"/>
            <a:ext cx="862519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3800274" y="1835813"/>
            <a:ext cx="86900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4662791" y="1835813"/>
            <a:ext cx="85603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518824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6394315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7250347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8112867" y="1835813"/>
            <a:ext cx="86900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8975387" y="1835813"/>
            <a:ext cx="862520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9844389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10700427" y="1835813"/>
            <a:ext cx="87089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625653" y="223026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625653" y="259557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625653" y="296088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2"/>
          <p:cNvSpPr>
            <a:spLocks noGrp="1"/>
          </p:cNvSpPr>
          <p:nvPr>
            <p:ph type="body" sz="quarter" idx="48"/>
          </p:nvPr>
        </p:nvSpPr>
        <p:spPr>
          <a:xfrm>
            <a:off x="625653" y="332619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2"/>
          <p:cNvSpPr>
            <a:spLocks noGrp="1"/>
          </p:cNvSpPr>
          <p:nvPr>
            <p:ph type="body" sz="quarter" idx="49"/>
          </p:nvPr>
        </p:nvSpPr>
        <p:spPr>
          <a:xfrm>
            <a:off x="625653" y="369150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12"/>
          <p:cNvSpPr>
            <a:spLocks noGrp="1"/>
          </p:cNvSpPr>
          <p:nvPr>
            <p:ph type="body" sz="quarter" idx="50"/>
          </p:nvPr>
        </p:nvSpPr>
        <p:spPr>
          <a:xfrm>
            <a:off x="625653" y="405681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2"/>
          <p:cNvSpPr>
            <a:spLocks noGrp="1"/>
          </p:cNvSpPr>
          <p:nvPr>
            <p:ph type="body" sz="quarter" idx="51"/>
          </p:nvPr>
        </p:nvSpPr>
        <p:spPr>
          <a:xfrm>
            <a:off x="625653" y="5152742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12"/>
          <p:cNvSpPr>
            <a:spLocks noGrp="1"/>
          </p:cNvSpPr>
          <p:nvPr>
            <p:ph type="body" sz="quarter" idx="52"/>
          </p:nvPr>
        </p:nvSpPr>
        <p:spPr>
          <a:xfrm>
            <a:off x="625653" y="442212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12"/>
          <p:cNvSpPr>
            <a:spLocks noGrp="1"/>
          </p:cNvSpPr>
          <p:nvPr>
            <p:ph type="body" sz="quarter" idx="53"/>
          </p:nvPr>
        </p:nvSpPr>
        <p:spPr>
          <a:xfrm>
            <a:off x="625653" y="478743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12"/>
          <p:cNvSpPr>
            <a:spLocks noGrp="1"/>
          </p:cNvSpPr>
          <p:nvPr>
            <p:ph type="body" sz="quarter" idx="54"/>
          </p:nvPr>
        </p:nvSpPr>
        <p:spPr>
          <a:xfrm>
            <a:off x="2083023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94301C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12"/>
          <p:cNvSpPr>
            <a:spLocks noGrp="1"/>
          </p:cNvSpPr>
          <p:nvPr>
            <p:ph type="body" sz="quarter" idx="55"/>
          </p:nvPr>
        </p:nvSpPr>
        <p:spPr>
          <a:xfrm>
            <a:off x="293775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2"/>
          <p:cNvSpPr>
            <a:spLocks noGrp="1"/>
          </p:cNvSpPr>
          <p:nvPr>
            <p:ph type="body" sz="quarter" idx="56"/>
          </p:nvPr>
        </p:nvSpPr>
        <p:spPr>
          <a:xfrm>
            <a:off x="380027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2"/>
          <p:cNvSpPr>
            <a:spLocks noGrp="1"/>
          </p:cNvSpPr>
          <p:nvPr>
            <p:ph type="body" sz="quarter" idx="57"/>
          </p:nvPr>
        </p:nvSpPr>
        <p:spPr>
          <a:xfrm>
            <a:off x="466279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2"/>
          <p:cNvSpPr>
            <a:spLocks noGrp="1"/>
          </p:cNvSpPr>
          <p:nvPr>
            <p:ph type="body" sz="quarter" idx="58"/>
          </p:nvPr>
        </p:nvSpPr>
        <p:spPr>
          <a:xfrm>
            <a:off x="5518824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12"/>
          <p:cNvSpPr>
            <a:spLocks noGrp="1"/>
          </p:cNvSpPr>
          <p:nvPr>
            <p:ph type="body" sz="quarter" idx="59"/>
          </p:nvPr>
        </p:nvSpPr>
        <p:spPr>
          <a:xfrm>
            <a:off x="6394315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12"/>
          <p:cNvSpPr>
            <a:spLocks noGrp="1"/>
          </p:cNvSpPr>
          <p:nvPr>
            <p:ph type="body" sz="quarter" idx="60"/>
          </p:nvPr>
        </p:nvSpPr>
        <p:spPr>
          <a:xfrm>
            <a:off x="725034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Text Placeholder 12"/>
          <p:cNvSpPr>
            <a:spLocks noGrp="1"/>
          </p:cNvSpPr>
          <p:nvPr>
            <p:ph type="body" sz="quarter" idx="61"/>
          </p:nvPr>
        </p:nvSpPr>
        <p:spPr>
          <a:xfrm>
            <a:off x="811286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Text Placeholder 12"/>
          <p:cNvSpPr>
            <a:spLocks noGrp="1"/>
          </p:cNvSpPr>
          <p:nvPr>
            <p:ph type="body" sz="quarter" idx="62"/>
          </p:nvPr>
        </p:nvSpPr>
        <p:spPr>
          <a:xfrm>
            <a:off x="897538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2"/>
          <p:cNvSpPr>
            <a:spLocks noGrp="1"/>
          </p:cNvSpPr>
          <p:nvPr>
            <p:ph type="body" sz="quarter" idx="63"/>
          </p:nvPr>
        </p:nvSpPr>
        <p:spPr>
          <a:xfrm>
            <a:off x="9844389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12"/>
          <p:cNvSpPr>
            <a:spLocks noGrp="1"/>
          </p:cNvSpPr>
          <p:nvPr>
            <p:ph type="body" sz="quarter" idx="64"/>
          </p:nvPr>
        </p:nvSpPr>
        <p:spPr>
          <a:xfrm>
            <a:off x="10700424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9" name="Text Placeholder 178"/>
          <p:cNvSpPr>
            <a:spLocks noGrp="1"/>
          </p:cNvSpPr>
          <p:nvPr>
            <p:ph type="body" sz="quarter" idx="65"/>
          </p:nvPr>
        </p:nvSpPr>
        <p:spPr>
          <a:xfrm>
            <a:off x="2061633" y="2321700"/>
            <a:ext cx="1219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178"/>
          <p:cNvSpPr>
            <a:spLocks noGrp="1"/>
          </p:cNvSpPr>
          <p:nvPr>
            <p:ph type="body" sz="quarter" idx="66"/>
          </p:nvPr>
        </p:nvSpPr>
        <p:spPr>
          <a:xfrm>
            <a:off x="2061633" y="2687010"/>
            <a:ext cx="2438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1" name="Text Placeholder 178"/>
          <p:cNvSpPr>
            <a:spLocks noGrp="1"/>
          </p:cNvSpPr>
          <p:nvPr>
            <p:ph type="body" sz="quarter" idx="67"/>
          </p:nvPr>
        </p:nvSpPr>
        <p:spPr>
          <a:xfrm>
            <a:off x="2061633" y="305232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2" name="Text Placeholder 178"/>
          <p:cNvSpPr>
            <a:spLocks noGrp="1"/>
          </p:cNvSpPr>
          <p:nvPr>
            <p:ph type="body" sz="quarter" idx="68"/>
          </p:nvPr>
        </p:nvSpPr>
        <p:spPr>
          <a:xfrm>
            <a:off x="2061633" y="3417630"/>
            <a:ext cx="4876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3" name="Text Placeholder 178"/>
          <p:cNvSpPr>
            <a:spLocks noGrp="1"/>
          </p:cNvSpPr>
          <p:nvPr>
            <p:ph type="body" sz="quarter" idx="69"/>
          </p:nvPr>
        </p:nvSpPr>
        <p:spPr>
          <a:xfrm>
            <a:off x="2061633" y="3782940"/>
            <a:ext cx="60960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178"/>
          <p:cNvSpPr>
            <a:spLocks noGrp="1"/>
          </p:cNvSpPr>
          <p:nvPr>
            <p:ph type="body" sz="quarter" idx="70"/>
          </p:nvPr>
        </p:nvSpPr>
        <p:spPr>
          <a:xfrm>
            <a:off x="2061633" y="4148250"/>
            <a:ext cx="1219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5" name="Text Placeholder 178"/>
          <p:cNvSpPr>
            <a:spLocks noGrp="1"/>
          </p:cNvSpPr>
          <p:nvPr>
            <p:ph type="body" sz="quarter" idx="71"/>
          </p:nvPr>
        </p:nvSpPr>
        <p:spPr>
          <a:xfrm>
            <a:off x="2061633" y="4513560"/>
            <a:ext cx="2438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6" name="Text Placeholder 178"/>
          <p:cNvSpPr>
            <a:spLocks noGrp="1"/>
          </p:cNvSpPr>
          <p:nvPr>
            <p:ph type="body" sz="quarter" idx="72"/>
          </p:nvPr>
        </p:nvSpPr>
        <p:spPr>
          <a:xfrm>
            <a:off x="2061633" y="487887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7" name="Text Placeholder 178"/>
          <p:cNvSpPr>
            <a:spLocks noGrp="1"/>
          </p:cNvSpPr>
          <p:nvPr>
            <p:ph type="body" sz="quarter" idx="73"/>
          </p:nvPr>
        </p:nvSpPr>
        <p:spPr>
          <a:xfrm>
            <a:off x="2061633" y="5244182"/>
            <a:ext cx="4876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178"/>
          <p:cNvSpPr>
            <a:spLocks noGrp="1"/>
          </p:cNvSpPr>
          <p:nvPr>
            <p:ph type="body" sz="quarter" idx="74"/>
          </p:nvPr>
        </p:nvSpPr>
        <p:spPr>
          <a:xfrm>
            <a:off x="4582160" y="5562600"/>
            <a:ext cx="18288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0" name="Text Placeholder 12"/>
          <p:cNvSpPr>
            <a:spLocks noGrp="1"/>
          </p:cNvSpPr>
          <p:nvPr>
            <p:ph type="body" sz="quarter" idx="76"/>
          </p:nvPr>
        </p:nvSpPr>
        <p:spPr>
          <a:xfrm>
            <a:off x="4064000" y="5817472"/>
            <a:ext cx="12192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1" name="Text Placeholder 178"/>
          <p:cNvSpPr>
            <a:spLocks noGrp="1"/>
          </p:cNvSpPr>
          <p:nvPr>
            <p:ph type="body" sz="quarter" idx="77"/>
          </p:nvPr>
        </p:nvSpPr>
        <p:spPr>
          <a:xfrm>
            <a:off x="7140089" y="5562600"/>
            <a:ext cx="18288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12"/>
          <p:cNvSpPr>
            <a:spLocks noGrp="1"/>
          </p:cNvSpPr>
          <p:nvPr>
            <p:ph type="body" sz="quarter" idx="78"/>
          </p:nvPr>
        </p:nvSpPr>
        <p:spPr>
          <a:xfrm>
            <a:off x="6621929" y="5817472"/>
            <a:ext cx="12192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1" name="Slide Number Placeholder 9"/>
          <p:cNvSpPr>
            <a:spLocks noGrp="1"/>
          </p:cNvSpPr>
          <p:nvPr>
            <p:ph type="sldNum" sz="quarter" idx="79"/>
          </p:nvPr>
        </p:nvSpPr>
        <p:spPr/>
        <p:txBody>
          <a:bodyPr/>
          <a:lstStyle>
            <a:lvl1pPr>
              <a:defRPr/>
            </a:lvl1pPr>
          </a:lstStyle>
          <a:p>
            <a:fld id="{D003C6ED-C4A5-154D-A951-DFA096D6467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2" name="Footer Placeholder 79"/>
          <p:cNvSpPr>
            <a:spLocks noGrp="1"/>
          </p:cNvSpPr>
          <p:nvPr>
            <p:ph type="ftr" sz="quarter" idx="8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8064438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7"/>
          <p:cNvCxnSpPr>
            <a:cxnSpLocks noChangeShapeType="1"/>
          </p:cNvCxnSpPr>
          <p:nvPr userDrawn="1"/>
        </p:nvCxnSpPr>
        <p:spPr bwMode="auto">
          <a:xfrm>
            <a:off x="2372785" y="5981700"/>
            <a:ext cx="7327900" cy="1588"/>
          </a:xfrm>
          <a:prstGeom prst="line">
            <a:avLst/>
          </a:prstGeom>
          <a:noFill/>
          <a:ln w="9525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89717" y="5453936"/>
            <a:ext cx="7315200" cy="474325"/>
          </a:xfrm>
          <a:prstGeom prst="rect">
            <a:avLst/>
          </a:prstGeom>
        </p:spPr>
        <p:txBody>
          <a:bodyPr/>
          <a:lstStyle>
            <a:lvl1pPr algn="l">
              <a:defRPr sz="1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66755"/>
            <a:ext cx="7315200" cy="4192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6042020"/>
            <a:ext cx="7315200" cy="311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i="1">
                <a:solidFill>
                  <a:srgbClr val="4D4D4D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1026004" y="0"/>
            <a:ext cx="10139992" cy="896112"/>
          </a:xfrm>
          <a:prstGeom prst="rect">
            <a:avLst/>
          </a:prstGeom>
        </p:spPr>
        <p:txBody>
          <a:bodyPr anchor="b"/>
          <a:lstStyle>
            <a:lvl1pPr>
              <a:buNone/>
              <a:defRPr sz="22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14CE4E3-D3DE-AB41-A281-30813EB547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13559347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603254" y="14478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603254" y="26670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03254" y="51054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9337923" y="14478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9337923" y="26670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9337923" y="38862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9337923" y="51054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603254" y="38862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1B28FF10-2575-714D-9D0B-AB6D45C94EA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70181634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212506" y="1419225"/>
            <a:ext cx="3376247" cy="4800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1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1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1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1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598768-D1F4-594C-B51E-99B1ED0603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9469236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66735" y="1419225"/>
            <a:ext cx="6815667" cy="47069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2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19226"/>
            <a:ext cx="3891064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19B113F-1BA8-CA4E-A6B3-92D1D8C0C88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6506504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09601" y="1419225"/>
            <a:ext cx="6815667" cy="47069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2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7687" y="1419226"/>
            <a:ext cx="3891064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24011BE-5C53-0E48-93A9-5E9857491FB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89128295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torney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22"/>
          <p:cNvSpPr>
            <a:spLocks noChangeShapeType="1"/>
          </p:cNvSpPr>
          <p:nvPr/>
        </p:nvSpPr>
        <p:spPr bwMode="auto">
          <a:xfrm>
            <a:off x="2768600" y="2667000"/>
            <a:ext cx="88392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3" name="TextBox 13"/>
          <p:cNvSpPr txBox="1">
            <a:spLocks noChangeArrowheads="1"/>
          </p:cNvSpPr>
          <p:nvPr userDrawn="1"/>
        </p:nvSpPr>
        <p:spPr bwMode="auto">
          <a:xfrm>
            <a:off x="2755900" y="1108076"/>
            <a:ext cx="42672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1000" b="1">
                <a:solidFill>
                  <a:srgbClr val="B01C2E"/>
                </a:solidFill>
                <a:latin typeface="Arial" charset="0"/>
                <a:ea typeface="+mn-ea"/>
              </a:rPr>
              <a:t>Specialization</a:t>
            </a:r>
          </a:p>
        </p:txBody>
      </p:sp>
      <p:sp>
        <p:nvSpPr>
          <p:cNvPr id="14" name="TextBox 14"/>
          <p:cNvSpPr txBox="1">
            <a:spLocks noChangeArrowheads="1"/>
          </p:cNvSpPr>
          <p:nvPr userDrawn="1"/>
        </p:nvSpPr>
        <p:spPr bwMode="auto">
          <a:xfrm>
            <a:off x="7340600" y="1108076"/>
            <a:ext cx="42672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1000" b="1">
                <a:solidFill>
                  <a:srgbClr val="B01C2E"/>
                </a:solidFill>
                <a:latin typeface="Arial" charset="0"/>
                <a:ea typeface="+mn-ea"/>
              </a:rPr>
              <a:t>Education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2756408" y="2743200"/>
            <a:ext cx="8851392" cy="3429000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 "/>
              <a:defRPr sz="1000" b="0" baseline="0">
                <a:latin typeface="+mn-lt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 "/>
              <a:defRPr sz="1000" b="1" baseline="0">
                <a:solidFill>
                  <a:srgbClr val="666666"/>
                </a:solidFill>
                <a:latin typeface="Arial" pitchFamily="34" charset="0"/>
              </a:defRPr>
            </a:lvl2pPr>
            <a:lvl3pPr marL="228600" indent="-228600">
              <a:buClr>
                <a:srgbClr val="B01C2E"/>
              </a:buClr>
              <a:buFont typeface="Wingdings 2" pitchFamily="18" charset="2"/>
              <a:buChar char="¡"/>
              <a:defRPr sz="1000" baseline="0">
                <a:latin typeface="Arial" pitchFamily="34" charset="0"/>
              </a:defRPr>
            </a:lvl3pPr>
            <a:lvl4pPr marL="457200" indent="-228600">
              <a:buClr>
                <a:srgbClr val="B01C2E"/>
              </a:buClr>
              <a:buFont typeface="Arial" pitchFamily="34" charset="0"/>
              <a:buChar char="–"/>
              <a:defRPr sz="1000" baseline="0">
                <a:latin typeface="Arial" pitchFamily="34" charset="0"/>
              </a:defRPr>
            </a:lvl4pPr>
            <a:lvl5pPr marL="685800" indent="-228600">
              <a:buClr>
                <a:srgbClr val="B01C2E"/>
              </a:buClr>
              <a:buFont typeface="Arial" pitchFamily="34" charset="0"/>
              <a:buChar char="–"/>
              <a:defRPr sz="10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 baseline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7483" y="1108074"/>
            <a:ext cx="1560576" cy="1563624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607487" y="2722996"/>
            <a:ext cx="2034116" cy="55360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1000"/>
              </a:lnSpc>
              <a:buNone/>
              <a:defRPr sz="1000" b="0" baseline="0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7340600" y="2144554"/>
            <a:ext cx="42672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1pPr>
            <a:lvl2pPr marL="118872" indent="-118872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2pPr>
            <a:lvl3pPr marL="0" indent="-118872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Clr>
                <a:srgbClr val="B01C2E"/>
              </a:buClr>
              <a:buFont typeface="Wingdings 2" pitchFamily="18" charset="2"/>
              <a:buNone/>
              <a:defRPr lang="en-US" sz="100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2756408" y="2144554"/>
            <a:ext cx="42672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1pPr>
            <a:lvl2pPr marL="118872" indent="-118872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2pPr>
            <a:lvl3pPr marL="0" indent="-118872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Clr>
                <a:srgbClr val="B01C2E"/>
              </a:buClr>
              <a:buFont typeface="Wingdings 2" pitchFamily="18" charset="2"/>
              <a:buNone/>
              <a:defRPr lang="en-US" sz="100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6"/>
          <p:cNvSpPr>
            <a:spLocks noGrp="1"/>
          </p:cNvSpPr>
          <p:nvPr>
            <p:ph type="body" sz="quarter" idx="41"/>
          </p:nvPr>
        </p:nvSpPr>
        <p:spPr>
          <a:xfrm>
            <a:off x="2756408" y="2308860"/>
            <a:ext cx="42672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None/>
              <a:defRPr sz="1000" b="0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6"/>
          <p:cNvSpPr>
            <a:spLocks noGrp="1"/>
          </p:cNvSpPr>
          <p:nvPr>
            <p:ph type="body" sz="quarter" idx="42"/>
          </p:nvPr>
        </p:nvSpPr>
        <p:spPr>
          <a:xfrm>
            <a:off x="7340600" y="2308860"/>
            <a:ext cx="42672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None/>
              <a:defRPr sz="1000" b="0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756408" y="1295400"/>
            <a:ext cx="4267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Font typeface="Wingdings 2" pitchFamily="18" charset="2"/>
              <a:buChar char=""/>
              <a:defRPr sz="1000" baseline="0">
                <a:solidFill>
                  <a:schemeClr val="tx1"/>
                </a:solidFill>
              </a:defRPr>
            </a:lvl1pPr>
            <a:lvl2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NSimSun" pitchFamily="49" charset="-122"/>
              <a:buChar char=" "/>
              <a:defRPr sz="1000" baseline="0"/>
            </a:lvl2pPr>
            <a:lvl3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Wingdings 2" pitchFamily="18" charset="2"/>
              <a:buChar char="¡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7340600" y="1295400"/>
            <a:ext cx="4267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Font typeface="Wingdings 2" pitchFamily="18" charset="2"/>
              <a:buChar char=""/>
              <a:defRPr sz="1000" baseline="0">
                <a:solidFill>
                  <a:schemeClr val="tx1"/>
                </a:solidFill>
              </a:defRPr>
            </a:lvl1pPr>
            <a:lvl2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Arial" pitchFamily="34" charset="0"/>
              <a:buChar char=" "/>
              <a:defRPr sz="1000" baseline="0"/>
            </a:lvl2pPr>
            <a:lvl3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Wingdings 2" pitchFamily="18" charset="2"/>
              <a:buChar char="¡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3D17329F-BDC0-3444-A6CB-5CFB4AFF00F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211366941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769315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 baseline="0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769313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623842" y="1246188"/>
            <a:ext cx="10917767" cy="2286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200" b="1" cap="all" baseline="0">
                <a:solidFill>
                  <a:srgbClr val="C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2930625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spcBef>
                <a:spcPts val="0"/>
              </a:spcBef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2930622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7"/>
          </p:nvPr>
        </p:nvSpPr>
        <p:spPr>
          <a:xfrm>
            <a:off x="5133498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8"/>
          </p:nvPr>
        </p:nvSpPr>
        <p:spPr>
          <a:xfrm>
            <a:off x="5133498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7322517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21"/>
          </p:nvPr>
        </p:nvSpPr>
        <p:spPr>
          <a:xfrm>
            <a:off x="7322514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9525389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23"/>
          </p:nvPr>
        </p:nvSpPr>
        <p:spPr>
          <a:xfrm>
            <a:off x="9525389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4"/>
          </p:nvPr>
        </p:nvSpPr>
        <p:spPr>
          <a:xfrm>
            <a:off x="769315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9"/>
          <p:cNvSpPr>
            <a:spLocks noGrp="1"/>
          </p:cNvSpPr>
          <p:nvPr>
            <p:ph type="pic" sz="quarter" idx="25"/>
          </p:nvPr>
        </p:nvSpPr>
        <p:spPr>
          <a:xfrm>
            <a:off x="769313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6"/>
          </p:nvPr>
        </p:nvSpPr>
        <p:spPr>
          <a:xfrm>
            <a:off x="2930625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spcBef>
                <a:spcPts val="0"/>
              </a:spcBef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9"/>
          <p:cNvSpPr>
            <a:spLocks noGrp="1"/>
          </p:cNvSpPr>
          <p:nvPr>
            <p:ph type="pic" sz="quarter" idx="27"/>
          </p:nvPr>
        </p:nvSpPr>
        <p:spPr>
          <a:xfrm>
            <a:off x="2930622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28"/>
          </p:nvPr>
        </p:nvSpPr>
        <p:spPr>
          <a:xfrm>
            <a:off x="5133498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9"/>
          <p:cNvSpPr>
            <a:spLocks noGrp="1"/>
          </p:cNvSpPr>
          <p:nvPr>
            <p:ph type="pic" sz="quarter" idx="29"/>
          </p:nvPr>
        </p:nvSpPr>
        <p:spPr>
          <a:xfrm>
            <a:off x="5133498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30"/>
          </p:nvPr>
        </p:nvSpPr>
        <p:spPr>
          <a:xfrm>
            <a:off x="7322517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9"/>
          <p:cNvSpPr>
            <a:spLocks noGrp="1"/>
          </p:cNvSpPr>
          <p:nvPr>
            <p:ph type="pic" sz="quarter" idx="31"/>
          </p:nvPr>
        </p:nvSpPr>
        <p:spPr>
          <a:xfrm>
            <a:off x="7322514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32"/>
          </p:nvPr>
        </p:nvSpPr>
        <p:spPr>
          <a:xfrm>
            <a:off x="9525389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Picture Placeholder 9"/>
          <p:cNvSpPr>
            <a:spLocks noGrp="1"/>
          </p:cNvSpPr>
          <p:nvPr>
            <p:ph type="pic" sz="quarter" idx="33"/>
          </p:nvPr>
        </p:nvSpPr>
        <p:spPr>
          <a:xfrm>
            <a:off x="9525389" y="3962401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516D5A61-1BB2-3C40-A809-0A00CE29D5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8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12298893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-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588433" y="1439863"/>
            <a:ext cx="1113366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PARTNERS</a:t>
            </a:r>
          </a:p>
        </p:txBody>
      </p:sp>
      <p:sp>
        <p:nvSpPr>
          <p:cNvPr id="11" name="Line 22"/>
          <p:cNvSpPr>
            <a:spLocks noChangeShapeType="1"/>
          </p:cNvSpPr>
          <p:nvPr/>
        </p:nvSpPr>
        <p:spPr bwMode="auto">
          <a:xfrm>
            <a:off x="584201" y="1897063"/>
            <a:ext cx="111379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2" name="Text Box 23"/>
          <p:cNvSpPr txBox="1">
            <a:spLocks noChangeArrowheads="1"/>
          </p:cNvSpPr>
          <p:nvPr/>
        </p:nvSpPr>
        <p:spPr bwMode="auto">
          <a:xfrm>
            <a:off x="588433" y="3268663"/>
            <a:ext cx="1113366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ASSOCIATES</a:t>
            </a:r>
          </a:p>
        </p:txBody>
      </p:sp>
      <p:sp>
        <p:nvSpPr>
          <p:cNvPr id="13" name="Line 24"/>
          <p:cNvSpPr>
            <a:spLocks noChangeShapeType="1"/>
          </p:cNvSpPr>
          <p:nvPr/>
        </p:nvSpPr>
        <p:spPr bwMode="auto">
          <a:xfrm>
            <a:off x="584201" y="3725863"/>
            <a:ext cx="111379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0"/>
          </p:nvPr>
        </p:nvSpPr>
        <p:spPr>
          <a:xfrm>
            <a:off x="3478108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1"/>
          </p:nvPr>
        </p:nvSpPr>
        <p:spPr>
          <a:xfrm>
            <a:off x="6372015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2"/>
          </p:nvPr>
        </p:nvSpPr>
        <p:spPr>
          <a:xfrm>
            <a:off x="9265920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1975104" y="3886200"/>
            <a:ext cx="3962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8"/>
          </p:nvPr>
        </p:nvSpPr>
        <p:spPr>
          <a:xfrm>
            <a:off x="6299200" y="3886200"/>
            <a:ext cx="3962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1975104" y="4800600"/>
            <a:ext cx="8290560" cy="54864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7"/>
          <p:cNvSpPr>
            <a:spLocks noGrp="1"/>
          </p:cNvSpPr>
          <p:nvPr>
            <p:ph type="body" sz="quarter" idx="20"/>
          </p:nvPr>
        </p:nvSpPr>
        <p:spPr>
          <a:xfrm>
            <a:off x="584201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B0AC1651-679E-F444-9932-326657929C5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15871175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601133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601133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815275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815275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5029416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5029416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7243557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7243557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9474200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9474200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601133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601133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2815275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2815275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5029416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5029416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7243557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7243557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9474200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9474200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601133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601133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2815275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3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281527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5029416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5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5029416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7243557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7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7243557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9474200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94742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77461BCF-BBA5-5E4A-ABD5-3E5D9382F9D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38692242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601133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601133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815275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815275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5029416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5029416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7243557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7243557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9474200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9474200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601133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601133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601133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601133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2815275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281527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2815275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2815275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5029416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5029416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5029416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5029416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7243557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7243557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7243557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7243557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9474200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94742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9474200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9474200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31BEBA66-216E-7243-B012-B44CAA5F986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12302434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28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9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0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2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4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 u="none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 u="none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6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8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0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8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601133" y="6020181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601133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1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2818451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5035768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7253085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9470400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2818451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2818451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5035768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5035768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7253085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725308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9470400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4A3DAED-98CA-ED44-BD8D-010557C4E8A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192079638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280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25123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818449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5035765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7253081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9470400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601133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818449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5035765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7253081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9470400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601133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818449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035765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253081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65CD288-24B3-4B48-8EA0-67784588A8A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14886657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818449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5035765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7253081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9470400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601133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818449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5035765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7253081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9470400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601133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818449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035765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253081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90FE7E78-F63E-6945-90BC-87516667A72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Capital Expenditures and Expenses</a:t>
            </a:r>
          </a:p>
        </p:txBody>
      </p:sp>
    </p:spTree>
    <p:extLst>
      <p:ext uri="{BB962C8B-B14F-4D97-AF65-F5344CB8AC3E}">
        <p14:creationId xmlns:p14="http://schemas.microsoft.com/office/powerpoint/2010/main" val="99006345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103632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914400"/>
            <a:ext cx="10363200" cy="5410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Capital Expenditures and Expenses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latin typeface="Calibri"/>
            </a:endParaRPr>
          </a:p>
          <a:p>
            <a:fld id="{32A47CA8-1D40-3C49-82CF-CF2201A41E4F}" type="slidenum">
              <a:rPr lang="en-US" smtClean="0">
                <a:latin typeface="Calibri"/>
              </a:rPr>
              <a:pPr/>
              <a:t>‹#›</a:t>
            </a:fld>
            <a:endParaRPr lang="en-US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46976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022781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Capital Expenditures and Expenses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85B43-D788-46F7-A773-91C16572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512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Line 88"/>
          <p:cNvSpPr>
            <a:spLocks noChangeShapeType="1"/>
          </p:cNvSpPr>
          <p:nvPr/>
        </p:nvSpPr>
        <p:spPr bwMode="gray">
          <a:xfrm>
            <a:off x="0" y="6423027"/>
            <a:ext cx="12192000" cy="0"/>
          </a:xfrm>
          <a:prstGeom prst="line">
            <a:avLst/>
          </a:prstGeom>
          <a:noFill/>
          <a:ln w="158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480800" y="6436634"/>
            <a:ext cx="609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800" b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algn="r"/>
            <a:fld id="{D9D5F7EB-196B-A148-8812-2A4F7A2FBBD6}" type="slidenum">
              <a:rPr lang="en-US" altLang="en-US" smtClean="0"/>
              <a:pPr algn="r"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"/>
          </p:nvPr>
        </p:nvSpPr>
        <p:spPr>
          <a:xfrm>
            <a:off x="4165600" y="6442487"/>
            <a:ext cx="386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000" smtClean="0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/>
              <a:t>Capital Expenditures and Expenses</a:t>
            </a:r>
            <a:endParaRPr lang="en-US" dirty="0"/>
          </a:p>
        </p:txBody>
      </p:sp>
      <p:sp>
        <p:nvSpPr>
          <p:cNvPr id="9" name="Footer Placeholder 3"/>
          <p:cNvSpPr txBox="1">
            <a:spLocks/>
          </p:cNvSpPr>
          <p:nvPr userDrawn="1"/>
        </p:nvSpPr>
        <p:spPr>
          <a:xfrm>
            <a:off x="96545" y="6423028"/>
            <a:ext cx="3149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en-US" sz="800" baseline="0" dirty="0">
                <a:latin typeface="+mn-lt"/>
              </a:rPr>
              <a:t>FIT_CapExpend_2026S</a:t>
            </a:r>
            <a:endParaRPr lang="en-US" sz="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177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715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  <p:sldLayoutId id="2147483699" r:id="rId40"/>
    <p:sldLayoutId id="2147483700" r:id="rId41"/>
    <p:sldLayoutId id="2147483701" r:id="rId42"/>
    <p:sldLayoutId id="2147483702" r:id="rId43"/>
    <p:sldLayoutId id="2147483703" r:id="rId44"/>
    <p:sldLayoutId id="2147483704" r:id="rId45"/>
    <p:sldLayoutId id="2147483705" r:id="rId46"/>
    <p:sldLayoutId id="2147483706" r:id="rId47"/>
    <p:sldLayoutId id="2147483707" r:id="rId48"/>
    <p:sldLayoutId id="2147483708" r:id="rId49"/>
    <p:sldLayoutId id="2147483709" r:id="rId50"/>
    <p:sldLayoutId id="2147483710" r:id="rId51"/>
    <p:sldLayoutId id="2147483711" r:id="rId52"/>
    <p:sldLayoutId id="2147483712" r:id="rId53"/>
    <p:sldLayoutId id="2147483713" r:id="rId54"/>
    <p:sldLayoutId id="2147483714" r:id="rId55"/>
    <p:sldLayoutId id="2147483716" r:id="rId56"/>
    <p:sldLayoutId id="2147483717" r:id="rId57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Federal Income Taxation</a:t>
            </a:r>
            <a:br>
              <a:rPr lang="en-US" dirty="0"/>
            </a:br>
            <a:r>
              <a:rPr lang="en-US" i="1" dirty="0"/>
              <a:t>Capital Expenditures and Expenses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58533" y="5013325"/>
            <a:ext cx="6858000" cy="609600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r>
              <a:rPr lang="en-US" sz="2100" b="1" dirty="0"/>
              <a:t>Prof. Colon</a:t>
            </a:r>
          </a:p>
          <a:p>
            <a:r>
              <a:rPr lang="en-US" sz="2100" b="1" dirty="0"/>
              <a:t>Spring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D80FCD-05A6-764D-BFDB-63AA23C97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Capital Expenditures and Expenses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EAF7C4-7F9E-D84A-9606-10CB55E91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85B43-D788-46F7-A773-91C165729B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58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i="1" dirty="0">
                <a:latin typeface="+mn-lt"/>
              </a:rPr>
              <a:t>Capital expenditures</a:t>
            </a:r>
            <a:r>
              <a:rPr lang="en-US" sz="2800" dirty="0">
                <a:latin typeface="+mn-lt"/>
              </a:rPr>
              <a:t> are generally not </a:t>
            </a:r>
            <a:r>
              <a:rPr lang="en-US" sz="2800" i="1" dirty="0">
                <a:latin typeface="+mn-lt"/>
              </a:rPr>
              <a:t>currently</a:t>
            </a:r>
            <a:r>
              <a:rPr lang="en-US" sz="2800" dirty="0">
                <a:latin typeface="+mn-lt"/>
              </a:rPr>
              <a:t> deductible (</a:t>
            </a:r>
            <a:r>
              <a:rPr lang="en-US" sz="2800" dirty="0"/>
              <a:t>§263(a))</a:t>
            </a:r>
          </a:p>
          <a:p>
            <a:pPr lvl="1" algn="l"/>
            <a:r>
              <a:rPr lang="en-US" sz="2400" dirty="0"/>
              <a:t>May be recovered through depreciation if the property is a wasting asset, e.g., building</a:t>
            </a:r>
            <a:br>
              <a:rPr lang="en-US" sz="2400" dirty="0"/>
            </a:br>
            <a:endParaRPr lang="en-US" sz="2400" dirty="0"/>
          </a:p>
          <a:p>
            <a:pPr algn="l"/>
            <a:r>
              <a:rPr lang="en-US" sz="2800" i="1" dirty="0">
                <a:latin typeface="+mn-lt"/>
              </a:rPr>
              <a:t>Expenses </a:t>
            </a:r>
            <a:r>
              <a:rPr lang="en-US" sz="2800" dirty="0">
                <a:latin typeface="+mn-lt"/>
              </a:rPr>
              <a:t>(T/B or investment) are generally </a:t>
            </a:r>
            <a:r>
              <a:rPr lang="en-US" sz="2800" i="1" dirty="0">
                <a:latin typeface="+mn-lt"/>
              </a:rPr>
              <a:t>currently</a:t>
            </a:r>
            <a:r>
              <a:rPr lang="en-US" sz="2800" dirty="0">
                <a:latin typeface="+mn-lt"/>
              </a:rPr>
              <a:t> deductible. </a:t>
            </a:r>
            <a:r>
              <a:rPr lang="en-US" sz="2800" dirty="0"/>
              <a:t>§§162(a) and 212, but §212 is basically repealed for individuals in 2025 as these expenses were </a:t>
            </a:r>
            <a:r>
              <a:rPr lang="en-US" sz="2800" dirty="0" err="1"/>
              <a:t>MIDs.</a:t>
            </a:r>
            <a:r>
              <a:rPr lang="en-US" sz="2800" dirty="0"/>
              <a:t> §67(h). </a:t>
            </a:r>
            <a:br>
              <a:rPr lang="en-US" sz="2800" dirty="0"/>
            </a:br>
            <a:endParaRPr lang="en-US" sz="2800" dirty="0"/>
          </a:p>
          <a:p>
            <a:r>
              <a:rPr lang="en-US" sz="2800" dirty="0">
                <a:latin typeface="+mn-lt"/>
              </a:rPr>
              <a:t>Importance of the distinction:</a:t>
            </a:r>
          </a:p>
          <a:p>
            <a:pPr lvl="1"/>
            <a:r>
              <a:rPr lang="en-US" sz="2400" dirty="0">
                <a:latin typeface="+mn-lt"/>
              </a:rPr>
              <a:t>Timing (TVM):  cash outlay today, deduction benefit tomorrow, etc.</a:t>
            </a:r>
          </a:p>
          <a:p>
            <a:pPr lvl="1"/>
            <a:r>
              <a:rPr lang="en-US" sz="2400" dirty="0">
                <a:latin typeface="+mn-lt"/>
              </a:rPr>
              <a:t>Pillar distinction between income tax (investment and return taxed) and consumption tax (return not taxed)</a:t>
            </a:r>
          </a:p>
          <a:p>
            <a:pPr lvl="1"/>
            <a:r>
              <a:rPr lang="en-US" sz="2400" dirty="0">
                <a:latin typeface="+mn-lt"/>
              </a:rPr>
              <a:t>Tax arbitrage looms large, especially when debt (interest deduction) is considered</a:t>
            </a:r>
          </a:p>
          <a:p>
            <a:pPr lvl="1"/>
            <a:endParaRPr lang="en-US" dirty="0">
              <a:latin typeface="+mn-lt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Capital Expenditures vs Expenses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D706CB-156B-8643-9A07-D8448DABBCBD}" type="slidenum">
              <a:rPr lang="en-US" altLang="en-US" smtClean="0"/>
              <a:pPr/>
              <a:t>2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Capital Expenditures and Expenses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22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4921AB-AE17-7639-8934-77D02F586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err="1"/>
              <a:t>Indopco</a:t>
            </a:r>
            <a:r>
              <a:rPr lang="en-US" i="1" dirty="0"/>
              <a:t>, Inc. v. CIR,</a:t>
            </a:r>
            <a:r>
              <a:rPr lang="en-US" dirty="0"/>
              <a:t> 503 U.S. 79 (1992)</a:t>
            </a:r>
            <a:endParaRPr lang="en-US" i="1" dirty="0"/>
          </a:p>
          <a:p>
            <a:pPr lvl="1"/>
            <a:r>
              <a:rPr lang="en-US" dirty="0"/>
              <a:t>In connection with a partially taxable acquisition of National Starch (renamed </a:t>
            </a:r>
            <a:r>
              <a:rPr lang="en-US" dirty="0" err="1"/>
              <a:t>Indopco</a:t>
            </a:r>
            <a:r>
              <a:rPr lang="en-US" dirty="0"/>
              <a:t>), National Starch paid:</a:t>
            </a:r>
          </a:p>
          <a:p>
            <a:pPr lvl="2"/>
            <a:r>
              <a:rPr lang="en-US" dirty="0"/>
              <a:t>Morgan Stanley $2.2MM (fee, fairness opinion, out-of-pocket expenses, and legal fees)</a:t>
            </a:r>
          </a:p>
          <a:p>
            <a:pPr lvl="2"/>
            <a:r>
              <a:rPr lang="en-US" dirty="0"/>
              <a:t>Debevoise $505K (legal fees and out-of-pocket expenses)</a:t>
            </a:r>
          </a:p>
          <a:p>
            <a:pPr lvl="2"/>
            <a:r>
              <a:rPr lang="en-US" dirty="0"/>
              <a:t>Misc. fees of $150K (accounting, printing, SEC fees)</a:t>
            </a:r>
          </a:p>
          <a:p>
            <a:pPr lvl="1"/>
            <a:r>
              <a:rPr lang="en-US" dirty="0"/>
              <a:t>Issue: were payments deductible under §162(a) as </a:t>
            </a:r>
            <a:r>
              <a:rPr lang="en-US" i="1" dirty="0"/>
              <a:t>ordinary and necessary expenses</a:t>
            </a:r>
            <a:r>
              <a:rPr lang="en-US" dirty="0"/>
              <a:t> or required to be capitalized under §263(a)(1)?</a:t>
            </a:r>
          </a:p>
          <a:p>
            <a:pPr lvl="2"/>
            <a:r>
              <a:rPr lang="en-US" i="1" dirty="0"/>
              <a:t>CIR v. Lincoln Savings</a:t>
            </a:r>
            <a:r>
              <a:rPr lang="en-US" dirty="0"/>
              <a:t> (1971): FSLIC premiums, which </a:t>
            </a:r>
            <a:r>
              <a:rPr lang="en-US" i="1" dirty="0"/>
              <a:t>created or enhanced </a:t>
            </a:r>
            <a:r>
              <a:rPr lang="en-US" dirty="0"/>
              <a:t>a </a:t>
            </a:r>
            <a:r>
              <a:rPr lang="en-US" i="1" dirty="0"/>
              <a:t>separate and distinct asset</a:t>
            </a:r>
            <a:r>
              <a:rPr lang="en-US" dirty="0"/>
              <a:t>, had to be capitalized.</a:t>
            </a:r>
          </a:p>
          <a:p>
            <a:r>
              <a:rPr lang="en-US" b="1" dirty="0"/>
              <a:t>Query</a:t>
            </a:r>
            <a:r>
              <a:rPr lang="en-US" dirty="0"/>
              <a:t>: according to the court, what were the </a:t>
            </a:r>
            <a:r>
              <a:rPr lang="en-US" i="1" dirty="0"/>
              <a:t>substantial future benefits </a:t>
            </a:r>
            <a:r>
              <a:rPr lang="en-US" dirty="0"/>
              <a:t>to National Starch of the acquisition?</a:t>
            </a:r>
          </a:p>
          <a:p>
            <a:r>
              <a:rPr lang="en-US" dirty="0"/>
              <a:t>Under </a:t>
            </a:r>
            <a:r>
              <a:rPr lang="en-US" i="1" dirty="0" err="1"/>
              <a:t>Indopco</a:t>
            </a:r>
            <a:r>
              <a:rPr lang="en-US" dirty="0"/>
              <a:t>, how should advertising costs be treated? </a:t>
            </a:r>
            <a:r>
              <a:rPr lang="en-US" i="1" dirty="0"/>
              <a:t>See </a:t>
            </a:r>
            <a:r>
              <a:rPr lang="en-US" dirty="0"/>
              <a:t>Rev. Rul. 92-80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043A9B-F6A7-0103-EBF8-46FB90BFA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Intangibles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1E75E-E662-72B5-E95E-3A2BF8B0E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8A179-A96D-EA26-3C62-F31109779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Capital Expenditures and Expenses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996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782492E-9046-3373-064B-9996C548F0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Acquire intangible, such as:</a:t>
                </a:r>
              </a:p>
              <a:p>
                <a:pPr lvl="1"/>
                <a:r>
                  <a:rPr lang="en-US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Stock, PSH/LLC interest, debt interest and other financial contracts, patent, trademark, copyright, software, goodwill (-4(c)(1))</a:t>
                </a:r>
              </a:p>
              <a:p>
                <a:r>
                  <a:rPr lang="en-US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Create intangible</a:t>
                </a:r>
              </a:p>
              <a:p>
                <a:r>
                  <a:rPr lang="en-US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Create or enhance a </a:t>
                </a:r>
                <a:r>
                  <a:rPr lang="en-US" sz="26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separate and distinct </a:t>
                </a:r>
                <a:r>
                  <a:rPr lang="en-US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intangible asset</a:t>
                </a:r>
              </a:p>
              <a:p>
                <a:pPr lvl="1"/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Property interest of ascertainable and measurable value in money’s worth that can be sold, transferred or pledged apart from a T/B but </a:t>
                </a:r>
                <a:r>
                  <a:rPr lang="en-US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not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including: (1) payments to originate or negotiate an agreement that produces benefits; (2) amounts paid in performing services under an agreement; or (3) amounts paid to develop software or package design. (-4(b)(3))</a:t>
                </a:r>
              </a:p>
              <a:p>
                <a:r>
                  <a:rPr lang="en-US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Create or enhance a </a:t>
                </a:r>
                <a:r>
                  <a:rPr lang="en-US" sz="26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future benefit</a:t>
                </a:r>
                <a:r>
                  <a:rPr lang="en-US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identified in published guidance </a:t>
                </a:r>
              </a:p>
              <a:p>
                <a:r>
                  <a:rPr lang="en-US" sz="26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Facilitate</a:t>
                </a:r>
                <a:r>
                  <a:rPr lang="en-US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the acquisition or creation of an intangible (-4(b)(1)(</a:t>
                </a:r>
                <a:r>
                  <a:rPr lang="en-US" sz="26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r>
                  <a:rPr lang="en-US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)-(v), (e)(1), except if </a:t>
                </a:r>
                <a:r>
                  <a:rPr lang="en-US" sz="26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de minimis ≤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5k)</a:t>
                </a:r>
              </a:p>
              <a:p>
                <a:r>
                  <a:rPr lang="en-US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Amount paid to obtain or renew membership from an organization, e.g., NY Bar! (-4(d)(4)(</a:t>
                </a:r>
                <a:r>
                  <a:rPr lang="en-US" sz="26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r>
                  <a:rPr lang="en-US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), (d)(5)(ii), Ex. 2).</a:t>
                </a:r>
              </a:p>
              <a:p>
                <a:r>
                  <a:rPr lang="en-US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Defend or perfect title to intangible property (-4(d)(9)).</a:t>
                </a:r>
              </a:p>
              <a:p>
                <a:r>
                  <a:rPr lang="en-US" sz="26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12-month rule</a:t>
                </a:r>
                <a:r>
                  <a:rPr lang="en-US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capitalization not required for amounts paid to create right or benefit that does not extend beyond the earlier of: (1) 12 months after date the taxpayer realizes the right or benefit; or (2) end of tax year following the tax year payment is made (-4(f)(1))</a:t>
                </a:r>
              </a:p>
              <a:p>
                <a:pPr marL="0" indent="0">
                  <a:buNone/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782492E-9046-3373-064B-9996C548F0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747" r="-6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036F757-E837-E732-DD57-5AB50C6D6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Capitalization of Intangibles:  Reg. §1.263(a)-4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847761-64F9-9139-6806-5044F77ECA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CC82A-DD43-BB8C-997E-C9963A30F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Capital Expenditures and Expenses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529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DB909-A58B-A0DC-33C1-B8283AD34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58FDD5-F2A5-862F-0832-2B8C6A317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Capitalization required for amounts paid to </a:t>
            </a:r>
            <a:r>
              <a:rPr lang="en-US" i="1" dirty="0"/>
              <a:t>facilitate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Acquisition of a T/B (whether acquiror or target)</a:t>
            </a:r>
          </a:p>
          <a:p>
            <a:pPr lvl="1"/>
            <a:r>
              <a:rPr lang="en-US" dirty="0"/>
              <a:t>Restructuring, recapitalization, or reorganization </a:t>
            </a:r>
          </a:p>
          <a:p>
            <a:pPr lvl="1"/>
            <a:r>
              <a:rPr lang="en-US" dirty="0"/>
              <a:t>Acquisition of ownership interest in the taxpayer</a:t>
            </a:r>
          </a:p>
          <a:p>
            <a:pPr lvl="1"/>
            <a:r>
              <a:rPr lang="en-US" dirty="0"/>
              <a:t>A capital contribution to a corporation or partnership/LLC</a:t>
            </a:r>
          </a:p>
          <a:p>
            <a:pPr lvl="1"/>
            <a:r>
              <a:rPr lang="en-US" dirty="0"/>
              <a:t>Formation or organization of disregarded entity</a:t>
            </a:r>
          </a:p>
          <a:p>
            <a:pPr lvl="1"/>
            <a:r>
              <a:rPr lang="en-US" dirty="0"/>
              <a:t>Stock issuance</a:t>
            </a:r>
          </a:p>
          <a:p>
            <a:pPr lvl="1"/>
            <a:r>
              <a:rPr lang="en-US" dirty="0"/>
              <a:t>A borrowing (-5(a)(1)-(10))</a:t>
            </a:r>
          </a:p>
          <a:p>
            <a:r>
              <a:rPr lang="en-US" b="1" i="1" dirty="0"/>
              <a:t>Facilitate</a:t>
            </a:r>
            <a:r>
              <a:rPr lang="en-US" dirty="0"/>
              <a:t>: amount paid in the process of investigating or otherwise pursuing the transaction.  (-5(b)(1))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6FD05B-6871-31BF-C507-2D0AA69CE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Capitalization of Intangibles:  Reg. §1.263(a)-5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8CF34D-4E5D-C23F-4FB1-FA34C9BBB3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B9B0A-0CEB-993F-957B-07A623EE9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Capital Expenditures and Expenses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952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AE7E3B9-E6FC-269B-F9ED-FC7A2D08E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Amounts paid to purchase buildings, permanently improve, or restore real estate (-2(d)(1))</a:t>
            </a:r>
          </a:p>
          <a:p>
            <a:r>
              <a:rPr lang="en-US" sz="2800" dirty="0"/>
              <a:t>Amounts paid to acquire personal tangible property, such as equipment, machinery (-2(d)(1))</a:t>
            </a:r>
          </a:p>
          <a:p>
            <a:r>
              <a:rPr lang="en-US" sz="2800" dirty="0"/>
              <a:t>Amounts paid to </a:t>
            </a:r>
            <a:r>
              <a:rPr lang="en-US" sz="2800" b="1" dirty="0"/>
              <a:t>facilitate</a:t>
            </a:r>
            <a:r>
              <a:rPr lang="en-US" sz="2800" dirty="0"/>
              <a:t> the acquisition of real/personal property if paid to investigate or otherwise pursue the acquisition, such as appraisal, application fees, finders’ or brokers’ commissions, and architectural services (-2(f)(1) and (2)), but not employee compensation, unless an election is made.  (-2(f)(2)(iv)(A) and (B))</a:t>
            </a:r>
          </a:p>
          <a:p>
            <a:pPr lvl="1"/>
            <a:r>
              <a:rPr lang="en-US" sz="2400" dirty="0"/>
              <a:t>Doesn’t include costs incurred in deciding whether </a:t>
            </a:r>
            <a:r>
              <a:rPr lang="en-US" sz="2400"/>
              <a:t>to purchase </a:t>
            </a:r>
            <a:r>
              <a:rPr lang="en-US" sz="2400" dirty="0"/>
              <a:t>real property &amp; which real property to purchase (</a:t>
            </a:r>
            <a:r>
              <a:rPr lang="en-US" sz="2400" i="1" dirty="0"/>
              <a:t>whether and which </a:t>
            </a:r>
            <a:r>
              <a:rPr lang="en-US" sz="2400" dirty="0"/>
              <a:t>rule) (-2(f)(2)(iii))</a:t>
            </a:r>
          </a:p>
          <a:p>
            <a:r>
              <a:rPr lang="en-US" sz="2800" dirty="0"/>
              <a:t>Defense or perfection of title to property (-2(e)(1))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F598A8-ACED-AD67-F39B-0F6D06CB3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Capitalization of Tangible Assets: Reg. §1.263(a)-2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25A0CC-65BC-E93E-C8DC-CB827FB674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38CA9-BA13-E914-9F30-5863D8D69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Capital Expenditures and Expenses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640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5A03609-6BFE-C17F-F630-8890C48AE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Taxpayers with an </a:t>
            </a:r>
            <a:r>
              <a:rPr lang="en-US" sz="2800" i="1" dirty="0"/>
              <a:t>applicable financial statement</a:t>
            </a:r>
            <a:r>
              <a:rPr lang="en-US" sz="2800" dirty="0"/>
              <a:t> can elect to deduct amounts to acquire, produce, or improve tangible property if:</a:t>
            </a:r>
          </a:p>
          <a:p>
            <a:pPr lvl="1"/>
            <a:r>
              <a:rPr lang="en-US" sz="2400" dirty="0"/>
              <a:t>Taxpayer has accounting procedures treating outlays (1) costing less than a stipulated amount; or (2) have economic useful life of 12 month or less for nontax purposes;</a:t>
            </a:r>
          </a:p>
          <a:p>
            <a:pPr lvl="1"/>
            <a:r>
              <a:rPr lang="en-US" sz="2400" dirty="0"/>
              <a:t>Outlays is treated as expense on its AFS; and </a:t>
            </a:r>
          </a:p>
          <a:p>
            <a:pPr lvl="1"/>
            <a:r>
              <a:rPr lang="en-US" sz="2400" dirty="0"/>
              <a:t>Amount does not exceed $5K per invoice or per item. (-1(f)(1)(</a:t>
            </a:r>
            <a:r>
              <a:rPr lang="en-US" sz="2400" dirty="0" err="1"/>
              <a:t>i</a:t>
            </a:r>
            <a:r>
              <a:rPr lang="en-US" sz="2400" dirty="0"/>
              <a:t>))</a:t>
            </a:r>
          </a:p>
          <a:p>
            <a:pPr lvl="1"/>
            <a:r>
              <a:rPr lang="en-US" sz="2400" dirty="0"/>
              <a:t>AFS: required to be submitted to SEC; audited financial statement used to report to SHs or Ps; or required to be submitted to state or Federal government (-1(f)(4))</a:t>
            </a:r>
          </a:p>
          <a:p>
            <a:r>
              <a:rPr lang="en-US" sz="2800" dirty="0"/>
              <a:t>If no AFS, amount is limited to $2.5K per item or invoice, and taxpayer must record as current expense on nontax books and records. (-1(f)(1)(ii))</a:t>
            </a:r>
          </a:p>
          <a:p>
            <a:r>
              <a:rPr lang="en-US" sz="2800" dirty="0"/>
              <a:t>If TP doesn’t elect </a:t>
            </a:r>
            <a:r>
              <a:rPr lang="en-US" sz="2800" i="1" dirty="0"/>
              <a:t>de minimis </a:t>
            </a:r>
            <a:r>
              <a:rPr lang="en-US" sz="2800" dirty="0"/>
              <a:t>safe harbor, TP can deduct </a:t>
            </a:r>
            <a:r>
              <a:rPr lang="en-US" sz="2800" i="1" dirty="0"/>
              <a:t>materials and supplies</a:t>
            </a:r>
            <a:r>
              <a:rPr lang="en-US" sz="2800" dirty="0"/>
              <a:t> under</a:t>
            </a:r>
            <a:r>
              <a:rPr lang="en-US" sz="2800" b="1" dirty="0"/>
              <a:t> </a:t>
            </a:r>
            <a:r>
              <a:rPr lang="en-US" sz="2800" dirty="0"/>
              <a:t>Reg. §1.162-3(c).</a:t>
            </a:r>
          </a:p>
          <a:p>
            <a:endParaRPr lang="en-US" sz="2800" dirty="0"/>
          </a:p>
          <a:p>
            <a:endParaRPr lang="en-US" sz="2800" dirty="0"/>
          </a:p>
          <a:p>
            <a:pPr marL="2286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72EB28-D61C-150D-13A7-997642B78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 Minimis Amounts for Tangible Property:  Reg. §1.263(a)-1(f)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D1187-81DC-F289-6989-4EC6DCFA28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E527D-0486-C9CE-16FD-779642E57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Capital Expenditures and Expenses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526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88436D-3EF5-532F-58E0-C546136EE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Amounts paid to:</a:t>
            </a:r>
          </a:p>
          <a:p>
            <a:pPr lvl="1"/>
            <a:r>
              <a:rPr lang="en-US" b="1" i="1" dirty="0"/>
              <a:t>Improve</a:t>
            </a:r>
            <a:r>
              <a:rPr lang="en-US" i="1" dirty="0"/>
              <a:t> a unit </a:t>
            </a:r>
            <a:r>
              <a:rPr lang="en-US" dirty="0"/>
              <a:t>of property must be capitalized §263</a:t>
            </a:r>
          </a:p>
          <a:p>
            <a:pPr lvl="1"/>
            <a:r>
              <a:rPr lang="en-US" b="1" i="1" dirty="0"/>
              <a:t>Repair</a:t>
            </a:r>
            <a:r>
              <a:rPr lang="en-US" i="1" dirty="0"/>
              <a:t> property—necessitated by normal wear and tear--</a:t>
            </a:r>
            <a:r>
              <a:rPr lang="en-US" dirty="0"/>
              <a:t>can be deducted under §162</a:t>
            </a:r>
          </a:p>
          <a:p>
            <a:r>
              <a:rPr lang="en-US" dirty="0"/>
              <a:t>Improvements</a:t>
            </a:r>
          </a:p>
          <a:p>
            <a:pPr lvl="1"/>
            <a:r>
              <a:rPr lang="en-US" b="1" i="1" dirty="0"/>
              <a:t>Betterment</a:t>
            </a:r>
            <a:r>
              <a:rPr lang="en-US" b="1" dirty="0"/>
              <a:t> </a:t>
            </a:r>
            <a:r>
              <a:rPr lang="en-US" dirty="0"/>
              <a:t>to the property:</a:t>
            </a:r>
          </a:p>
          <a:p>
            <a:pPr lvl="2"/>
            <a:r>
              <a:rPr lang="en-US" dirty="0"/>
              <a:t>Ameliorates material condition/defect that existed prior to acquisition of the property</a:t>
            </a:r>
          </a:p>
          <a:p>
            <a:pPr lvl="2"/>
            <a:r>
              <a:rPr lang="en-US" dirty="0"/>
              <a:t>Material addition (enlargement, expansion, extension, capacity)</a:t>
            </a:r>
          </a:p>
          <a:p>
            <a:pPr lvl="2"/>
            <a:r>
              <a:rPr lang="en-US" dirty="0"/>
              <a:t>Expected to materially increase productivity, efficiency, strength, output of unit of property (-3(j)(1))</a:t>
            </a:r>
          </a:p>
          <a:p>
            <a:pPr lvl="1"/>
            <a:r>
              <a:rPr lang="en-US" b="1" i="1" dirty="0"/>
              <a:t>Restore</a:t>
            </a:r>
            <a:r>
              <a:rPr lang="en-US" i="1" dirty="0"/>
              <a:t> </a:t>
            </a:r>
            <a:r>
              <a:rPr lang="en-US" dirty="0"/>
              <a:t>the property</a:t>
            </a:r>
          </a:p>
          <a:p>
            <a:pPr lvl="2"/>
            <a:r>
              <a:rPr lang="en-US" dirty="0"/>
              <a:t>Replacement of component of property that TP deducted for a loss (also casualty loss)</a:t>
            </a:r>
          </a:p>
          <a:p>
            <a:pPr lvl="2"/>
            <a:r>
              <a:rPr lang="en-US" dirty="0"/>
              <a:t>Replacement of component that TP has properly taken into account the AB in realizing G/L</a:t>
            </a:r>
          </a:p>
          <a:p>
            <a:pPr lvl="2"/>
            <a:r>
              <a:rPr lang="en-US" dirty="0"/>
              <a:t> Returns property to ordinarily efficient operating condition if property no longer functional for intended use</a:t>
            </a:r>
          </a:p>
          <a:p>
            <a:pPr lvl="2"/>
            <a:r>
              <a:rPr lang="en-US" dirty="0"/>
              <a:t>Rebuilding property to like-new condition after end of its class life.</a:t>
            </a:r>
          </a:p>
          <a:p>
            <a:pPr lvl="2"/>
            <a:r>
              <a:rPr lang="en-US" dirty="0"/>
              <a:t>Replacement of part that comprises a major component or substantial structural part. (-3(k)(1))</a:t>
            </a:r>
          </a:p>
          <a:p>
            <a:pPr lvl="1"/>
            <a:r>
              <a:rPr lang="en-US" b="1" i="1" dirty="0"/>
              <a:t>Adapt</a:t>
            </a:r>
            <a:r>
              <a:rPr lang="en-US" dirty="0"/>
              <a:t> the property to a new or different use if adaptation is not consistent with TP’s ordinary use of the property when placed in service. (-3(</a:t>
            </a:r>
            <a:r>
              <a:rPr lang="en-US" i="1" dirty="0"/>
              <a:t>l</a:t>
            </a:r>
            <a:r>
              <a:rPr lang="en-US" dirty="0"/>
              <a:t>)(1).</a:t>
            </a:r>
          </a:p>
          <a:p>
            <a:pPr lvl="2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2BEDD9-51F8-DE65-A1BD-4457117E4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Big Battle: Repairs vs. Improvements of Tangible Property (Reg. § 1.263(a)-3))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562B53-21B1-E98A-0E00-E37674792F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8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66791-E48F-6D34-B7DA-9138952BC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Capital Expenditures and Expenses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72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35E66F0-4AAC-A81A-34B0-D023575CE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i="1" dirty="0"/>
              <a:t>Routine maintenance</a:t>
            </a:r>
            <a:r>
              <a:rPr lang="en-US" sz="2800" dirty="0"/>
              <a:t> safe harbor</a:t>
            </a:r>
          </a:p>
          <a:p>
            <a:pPr lvl="1"/>
            <a:r>
              <a:rPr lang="en-US" sz="2400" dirty="0"/>
              <a:t>Recurring activities to keep building structure (building system) in ordinarily efficient operating condition.  (-3(</a:t>
            </a:r>
            <a:r>
              <a:rPr lang="en-US" sz="2400" dirty="0" err="1"/>
              <a:t>i</a:t>
            </a:r>
            <a:r>
              <a:rPr lang="en-US" sz="2400" dirty="0"/>
              <a:t>)(1)(</a:t>
            </a:r>
            <a:r>
              <a:rPr lang="en-US" sz="2400" dirty="0" err="1"/>
              <a:t>i</a:t>
            </a:r>
            <a:r>
              <a:rPr lang="en-US" sz="2400" dirty="0"/>
              <a:t>)).</a:t>
            </a:r>
          </a:p>
          <a:p>
            <a:r>
              <a:rPr lang="en-US" sz="2800" i="1" dirty="0"/>
              <a:t>Small business </a:t>
            </a:r>
            <a:r>
              <a:rPr lang="en-US" sz="2800" dirty="0"/>
              <a:t>safe harbor for building: </a:t>
            </a:r>
          </a:p>
          <a:p>
            <a:pPr lvl="1"/>
            <a:r>
              <a:rPr lang="en-US" sz="2400" dirty="0"/>
              <a:t>TP can elect to deduct improvements if total amount paid for repairs, maintenance, improvement doesn’t exceed the lesser of ($10K) or 2% of the AB of the building.</a:t>
            </a:r>
          </a:p>
          <a:p>
            <a:pPr lvl="1"/>
            <a:r>
              <a:rPr lang="en-US" sz="2400" dirty="0"/>
              <a:t>Eligible building property must have unadjusted basis of $1MM or less. (-3(h)(1) and (4))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AF53B1D-0C59-5B44-F563-172F0FA62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Big Battle: Repairs vs. Improvements of Tangible Property (Reg. §1.263(a)-3))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9322B-0278-FE7C-5092-0AFA66DF1E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9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A3777-64FE-B742-D414-9A22756F2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Capital Expenditures and Expenses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0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52D79BB-76DE-543D-004F-8EA507B11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Idaho Power owned automotive transportation equipment used to operate, maintain and construct  capital facilities.  </a:t>
            </a:r>
          </a:p>
          <a:p>
            <a:r>
              <a:rPr lang="en-US" dirty="0"/>
              <a:t>Idaho Power claimed separate depreciation of the equipment based on a useful life 10 years, which is much less than the useful life of a power line and related facilities.</a:t>
            </a:r>
          </a:p>
          <a:p>
            <a:r>
              <a:rPr lang="en-US" dirty="0"/>
              <a:t>Issue: “Issue comes down to a question of timing”</a:t>
            </a:r>
          </a:p>
          <a:p>
            <a:pPr lvl="1"/>
            <a:r>
              <a:rPr lang="en-US" dirty="0"/>
              <a:t>Asset used to further TP’s day-to-day business operations (deduction), or </a:t>
            </a:r>
          </a:p>
          <a:p>
            <a:pPr lvl="1"/>
            <a:r>
              <a:rPr lang="en-US" dirty="0"/>
              <a:t>Consumption of asset takes place in the construction of other assets that will produce income (capitalized as part of cost of acquiring income producing asset)</a:t>
            </a:r>
          </a:p>
          <a:p>
            <a:r>
              <a:rPr lang="en-US" dirty="0"/>
              <a:t>Section 263A</a:t>
            </a:r>
          </a:p>
          <a:p>
            <a:pPr lvl="1"/>
            <a:r>
              <a:rPr lang="en-US" dirty="0"/>
              <a:t>Applies to all </a:t>
            </a:r>
            <a:r>
              <a:rPr lang="en-US" i="1" dirty="0"/>
              <a:t>real or tangible personal property </a:t>
            </a:r>
            <a:r>
              <a:rPr lang="en-US" b="1" i="1" dirty="0"/>
              <a:t>produced</a:t>
            </a:r>
            <a:r>
              <a:rPr lang="en-US" i="1" dirty="0"/>
              <a:t> by the TP.</a:t>
            </a:r>
          </a:p>
          <a:p>
            <a:pPr lvl="1"/>
            <a:r>
              <a:rPr lang="en-US" dirty="0"/>
              <a:t>Generally requires </a:t>
            </a:r>
            <a:r>
              <a:rPr lang="en-US" i="1" dirty="0"/>
              <a:t>direct costs</a:t>
            </a:r>
            <a:r>
              <a:rPr lang="en-US" dirty="0"/>
              <a:t> and allocable shares of </a:t>
            </a:r>
            <a:r>
              <a:rPr lang="en-US" i="1" dirty="0"/>
              <a:t>indirect costs</a:t>
            </a:r>
            <a:r>
              <a:rPr lang="en-US" dirty="0"/>
              <a:t> to be capitalized into produced property, with some exceptions, e.g. qualified creative expense incurred by writers, photographers, and artists.</a:t>
            </a:r>
          </a:p>
          <a:p>
            <a:pPr lvl="1"/>
            <a:r>
              <a:rPr lang="en-US" dirty="0"/>
              <a:t>Indirect costs: interest, labor costs, storage costs, depreciation, rents, sales &amp; property taxes, with some exceptions, e.g., R&amp;E expenses and amounts </a:t>
            </a:r>
            <a:r>
              <a:rPr lang="en-US"/>
              <a:t>deductible under §179.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8E42C44-CD41-D0C6-BA44-00A6991D4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CIR v. Idaho Power Co</a:t>
            </a:r>
            <a:r>
              <a:rPr lang="en-US" dirty="0"/>
              <a:t>., 418 U.S. 1 (1974)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03B84B-DB24-D1A8-6D2E-54BB5C060B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10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A4D34-3878-53B1-99AE-1134ADD81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Capital Expenditures and Expenses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016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G Body - Standard">
  <a:themeElements>
    <a:clrScheme name="CGS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B01C2E"/>
      </a:accent1>
      <a:accent2>
        <a:srgbClr val="4B2942"/>
      </a:accent2>
      <a:accent3>
        <a:srgbClr val="002F5F"/>
      </a:accent3>
      <a:accent4>
        <a:srgbClr val="495B25"/>
      </a:accent4>
      <a:accent5>
        <a:srgbClr val="E66402"/>
      </a:accent5>
      <a:accent6>
        <a:srgbClr val="FF9933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T_COE_16" id="{671586AA-9BBF-BE44-880F-D824A4D8FE5E}" vid="{5A5CEC7A-9E78-BE40-8F14-2D245F9926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21316</TotalTime>
  <Words>1661</Words>
  <Application>Microsoft Macintosh PowerPoint</Application>
  <PresentationFormat>Widescreen</PresentationFormat>
  <Paragraphs>112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NSimSun</vt:lpstr>
      <vt:lpstr>Arial</vt:lpstr>
      <vt:lpstr>Calibri</vt:lpstr>
      <vt:lpstr>Cambria Math</vt:lpstr>
      <vt:lpstr>Courier New</vt:lpstr>
      <vt:lpstr>Times New Roman</vt:lpstr>
      <vt:lpstr>Wingdings</vt:lpstr>
      <vt:lpstr>Wingdings 2</vt:lpstr>
      <vt:lpstr>CG Body - Standard</vt:lpstr>
      <vt:lpstr>Federal Income Taxation Capital Expenditures and Expenses</vt:lpstr>
      <vt:lpstr>Capital Expenditures vs Expenses</vt:lpstr>
      <vt:lpstr>Intangibles</vt:lpstr>
      <vt:lpstr>Capitalization of Intangibles:  Reg. §1.263(a)-4</vt:lpstr>
      <vt:lpstr>Capitalization of Intangibles:  Reg. §1.263(a)-5</vt:lpstr>
      <vt:lpstr>Capitalization of Tangible Assets: Reg. §1.263(a)-2</vt:lpstr>
      <vt:lpstr>De Minimis Amounts for Tangible Property:  Reg. §1.263(a)-1(f)</vt:lpstr>
      <vt:lpstr>The Big Battle: Repairs vs. Improvements of Tangible Property (Reg. § 1.263(a)-3))</vt:lpstr>
      <vt:lpstr>The Big Battle: Repairs vs. Improvements of Tangible Property (Reg. §1.263(a)-3))</vt:lpstr>
      <vt:lpstr>CIR v. Idaho Power Co., 418 U.S. 1 (1974)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subject/>
  <dc:creator>J Colon</dc:creator>
  <cp:keywords/>
  <dc:description/>
  <cp:lastModifiedBy>Colon, Jeffrey M.</cp:lastModifiedBy>
  <cp:revision>197</cp:revision>
  <cp:lastPrinted>2020-11-30T15:41:57Z</cp:lastPrinted>
  <dcterms:created xsi:type="dcterms:W3CDTF">2016-08-01T04:04:31Z</dcterms:created>
  <dcterms:modified xsi:type="dcterms:W3CDTF">2026-09-08T16:52:00Z</dcterms:modified>
  <cp:category/>
</cp:coreProperties>
</file>