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2"/>
  </p:notesMasterIdLst>
  <p:sldIdLst>
    <p:sldId id="295" r:id="rId2"/>
    <p:sldId id="323" r:id="rId3"/>
    <p:sldId id="256" r:id="rId4"/>
    <p:sldId id="302" r:id="rId5"/>
    <p:sldId id="301" r:id="rId6"/>
    <p:sldId id="324" r:id="rId7"/>
    <p:sldId id="303" r:id="rId8"/>
    <p:sldId id="305" r:id="rId9"/>
    <p:sldId id="306" r:id="rId10"/>
    <p:sldId id="307" r:id="rId11"/>
    <p:sldId id="308" r:id="rId12"/>
    <p:sldId id="309" r:id="rId13"/>
    <p:sldId id="325" r:id="rId14"/>
    <p:sldId id="310" r:id="rId15"/>
    <p:sldId id="311" r:id="rId16"/>
    <p:sldId id="312" r:id="rId17"/>
    <p:sldId id="313" r:id="rId18"/>
    <p:sldId id="314" r:id="rId19"/>
    <p:sldId id="326" r:id="rId20"/>
    <p:sldId id="328" r:id="rId21"/>
    <p:sldId id="315" r:id="rId22"/>
    <p:sldId id="317" r:id="rId23"/>
    <p:sldId id="316" r:id="rId24"/>
    <p:sldId id="320" r:id="rId25"/>
    <p:sldId id="327" r:id="rId26"/>
    <p:sldId id="322" r:id="rId27"/>
    <p:sldId id="330" r:id="rId28"/>
    <p:sldId id="321" r:id="rId29"/>
    <p:sldId id="319" r:id="rId30"/>
    <p:sldId id="318" r:id="rId31"/>
  </p:sldIdLst>
  <p:sldSz cx="12192000" cy="6858000"/>
  <p:notesSz cx="7010400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5F3"/>
    <a:srgbClr val="FBF885"/>
    <a:srgbClr val="D9B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948"/>
    <p:restoredTop sz="96107"/>
  </p:normalViewPr>
  <p:slideViewPr>
    <p:cSldViewPr snapToGrid="0" snapToObjects="1">
      <p:cViewPr varScale="1">
        <p:scale>
          <a:sx n="105" d="100"/>
          <a:sy n="105" d="100"/>
        </p:scale>
        <p:origin x="216" y="2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63" d="100"/>
        <a:sy n="163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lon, Jeffrey M." userId="615143b1-cdee-493d-9a9d-1565ce8666d9" providerId="ADAL" clId="{DC1DB158-BAB1-5930-B714-AEF472873853}"/>
    <pc:docChg chg="addSld delSld modSld modMainMaster">
      <pc:chgData name="Colon, Jeffrey M." userId="615143b1-cdee-493d-9a9d-1565ce8666d9" providerId="ADAL" clId="{DC1DB158-BAB1-5930-B714-AEF472873853}" dt="2026-08-19T18:25:24.104" v="351" actId="2696"/>
      <pc:docMkLst>
        <pc:docMk/>
      </pc:docMkLst>
      <pc:sldChg chg="modSp">
        <pc:chgData name="Colon, Jeffrey M." userId="615143b1-cdee-493d-9a9d-1565ce8666d9" providerId="ADAL" clId="{DC1DB158-BAB1-5930-B714-AEF472873853}" dt="2026-08-19T16:45:26.902" v="246" actId="20577"/>
        <pc:sldMkLst>
          <pc:docMk/>
          <pc:sldMk cId="231222038" sldId="256"/>
        </pc:sldMkLst>
        <pc:spChg chg="mod">
          <ac:chgData name="Colon, Jeffrey M." userId="615143b1-cdee-493d-9a9d-1565ce8666d9" providerId="ADAL" clId="{DC1DB158-BAB1-5930-B714-AEF472873853}" dt="2026-08-19T16:45:26.902" v="246" actId="20577"/>
          <ac:spMkLst>
            <pc:docMk/>
            <pc:sldMk cId="231222038" sldId="256"/>
            <ac:spMk id="9" creationId="{72B26F4A-BED8-0295-C19C-0A32DCB4FBE5}"/>
          </ac:spMkLst>
        </pc:spChg>
      </pc:sldChg>
      <pc:sldChg chg="modSp mod">
        <pc:chgData name="Colon, Jeffrey M." userId="615143b1-cdee-493d-9a9d-1565ce8666d9" providerId="ADAL" clId="{DC1DB158-BAB1-5930-B714-AEF472873853}" dt="2026-08-19T16:44:54.965" v="219" actId="20577"/>
        <pc:sldMkLst>
          <pc:docMk/>
          <pc:sldMk cId="123558849" sldId="295"/>
        </pc:sldMkLst>
        <pc:spChg chg="mod">
          <ac:chgData name="Colon, Jeffrey M." userId="615143b1-cdee-493d-9a9d-1565ce8666d9" providerId="ADAL" clId="{DC1DB158-BAB1-5930-B714-AEF472873853}" dt="2026-08-19T16:44:54.965" v="219" actId="20577"/>
          <ac:spMkLst>
            <pc:docMk/>
            <pc:sldMk cId="123558849" sldId="295"/>
            <ac:spMk id="3" creationId="{00000000-0000-0000-0000-000000000000}"/>
          </ac:spMkLst>
        </pc:spChg>
      </pc:sldChg>
      <pc:sldChg chg="modSp">
        <pc:chgData name="Colon, Jeffrey M." userId="615143b1-cdee-493d-9a9d-1565ce8666d9" providerId="ADAL" clId="{DC1DB158-BAB1-5930-B714-AEF472873853}" dt="2026-08-19T17:00:20.367" v="248" actId="20577"/>
        <pc:sldMkLst>
          <pc:docMk/>
          <pc:sldMk cId="2311173043" sldId="316"/>
        </pc:sldMkLst>
        <pc:spChg chg="mod">
          <ac:chgData name="Colon, Jeffrey M." userId="615143b1-cdee-493d-9a9d-1565ce8666d9" providerId="ADAL" clId="{DC1DB158-BAB1-5930-B714-AEF472873853}" dt="2026-08-19T17:00:20.367" v="248" actId="20577"/>
          <ac:spMkLst>
            <pc:docMk/>
            <pc:sldMk cId="2311173043" sldId="316"/>
            <ac:spMk id="2" creationId="{57EF3DE1-F13E-51FE-9149-B827567C2F8C}"/>
          </ac:spMkLst>
        </pc:spChg>
      </pc:sldChg>
      <pc:sldChg chg="modSp">
        <pc:chgData name="Colon, Jeffrey M." userId="615143b1-cdee-493d-9a9d-1565ce8666d9" providerId="ADAL" clId="{DC1DB158-BAB1-5930-B714-AEF472873853}" dt="2026-08-19T17:12:52.718" v="264" actId="20577"/>
        <pc:sldMkLst>
          <pc:docMk/>
          <pc:sldMk cId="1334384712" sldId="319"/>
        </pc:sldMkLst>
        <pc:spChg chg="mod">
          <ac:chgData name="Colon, Jeffrey M." userId="615143b1-cdee-493d-9a9d-1565ce8666d9" providerId="ADAL" clId="{DC1DB158-BAB1-5930-B714-AEF472873853}" dt="2026-08-19T17:12:52.718" v="264" actId="20577"/>
          <ac:spMkLst>
            <pc:docMk/>
            <pc:sldMk cId="1334384712" sldId="319"/>
            <ac:spMk id="2" creationId="{64557A73-773D-B900-3AE0-622152332F6B}"/>
          </ac:spMkLst>
        </pc:spChg>
      </pc:sldChg>
      <pc:sldChg chg="modSp">
        <pc:chgData name="Colon, Jeffrey M." userId="615143b1-cdee-493d-9a9d-1565ce8666d9" providerId="ADAL" clId="{DC1DB158-BAB1-5930-B714-AEF472873853}" dt="2026-08-19T17:11:05.778" v="261" actId="20577"/>
        <pc:sldMkLst>
          <pc:docMk/>
          <pc:sldMk cId="2965898804" sldId="321"/>
        </pc:sldMkLst>
        <pc:spChg chg="mod">
          <ac:chgData name="Colon, Jeffrey M." userId="615143b1-cdee-493d-9a9d-1565ce8666d9" providerId="ADAL" clId="{DC1DB158-BAB1-5930-B714-AEF472873853}" dt="2026-08-19T17:11:05.778" v="261" actId="20577"/>
          <ac:spMkLst>
            <pc:docMk/>
            <pc:sldMk cId="2965898804" sldId="321"/>
            <ac:spMk id="2" creationId="{97EDB87D-427D-88BD-8A49-B711D53FFB7B}"/>
          </ac:spMkLst>
        </pc:spChg>
      </pc:sldChg>
      <pc:sldChg chg="modSp">
        <pc:chgData name="Colon, Jeffrey M." userId="615143b1-cdee-493d-9a9d-1565ce8666d9" providerId="ADAL" clId="{DC1DB158-BAB1-5930-B714-AEF472873853}" dt="2026-08-19T17:07:22.203" v="250" actId="113"/>
        <pc:sldMkLst>
          <pc:docMk/>
          <pc:sldMk cId="1615851934" sldId="322"/>
        </pc:sldMkLst>
        <pc:spChg chg="mod">
          <ac:chgData name="Colon, Jeffrey M." userId="615143b1-cdee-493d-9a9d-1565ce8666d9" providerId="ADAL" clId="{DC1DB158-BAB1-5930-B714-AEF472873853}" dt="2026-08-19T17:07:22.203" v="250" actId="113"/>
          <ac:spMkLst>
            <pc:docMk/>
            <pc:sldMk cId="1615851934" sldId="322"/>
            <ac:spMk id="11" creationId="{880101A3-04A9-8417-751E-A61939AC92C8}"/>
          </ac:spMkLst>
        </pc:spChg>
      </pc:sldChg>
      <pc:sldChg chg="new del">
        <pc:chgData name="Colon, Jeffrey M." userId="615143b1-cdee-493d-9a9d-1565ce8666d9" providerId="ADAL" clId="{DC1DB158-BAB1-5930-B714-AEF472873853}" dt="2026-08-19T18:25:24.104" v="351" actId="2696"/>
        <pc:sldMkLst>
          <pc:docMk/>
          <pc:sldMk cId="1451393818" sldId="329"/>
        </pc:sldMkLst>
      </pc:sldChg>
      <pc:sldChg chg="addSp delSp modSp new mod">
        <pc:chgData name="Colon, Jeffrey M." userId="615143b1-cdee-493d-9a9d-1565ce8666d9" providerId="ADAL" clId="{DC1DB158-BAB1-5930-B714-AEF472873853}" dt="2026-08-19T18:18:57.831" v="350" actId="14100"/>
        <pc:sldMkLst>
          <pc:docMk/>
          <pc:sldMk cId="2238327622" sldId="330"/>
        </pc:sldMkLst>
        <pc:spChg chg="del">
          <ac:chgData name="Colon, Jeffrey M." userId="615143b1-cdee-493d-9a9d-1565ce8666d9" providerId="ADAL" clId="{DC1DB158-BAB1-5930-B714-AEF472873853}" dt="2026-08-19T18:18:47.556" v="348"/>
          <ac:spMkLst>
            <pc:docMk/>
            <pc:sldMk cId="2238327622" sldId="330"/>
            <ac:spMk id="2" creationId="{01A87CD4-C675-F288-7F30-669CDCB58718}"/>
          </ac:spMkLst>
        </pc:spChg>
        <pc:spChg chg="mod">
          <ac:chgData name="Colon, Jeffrey M." userId="615143b1-cdee-493d-9a9d-1565ce8666d9" providerId="ADAL" clId="{DC1DB158-BAB1-5930-B714-AEF472873853}" dt="2026-08-19T18:17:57.640" v="346" actId="20577"/>
          <ac:spMkLst>
            <pc:docMk/>
            <pc:sldMk cId="2238327622" sldId="330"/>
            <ac:spMk id="3" creationId="{059D2666-2B65-A0DA-E94B-123B7E5E02AC}"/>
          </ac:spMkLst>
        </pc:spChg>
        <pc:picChg chg="add mod ord">
          <ac:chgData name="Colon, Jeffrey M." userId="615143b1-cdee-493d-9a9d-1565ce8666d9" providerId="ADAL" clId="{DC1DB158-BAB1-5930-B714-AEF472873853}" dt="2026-08-19T18:18:57.831" v="350" actId="14100"/>
          <ac:picMkLst>
            <pc:docMk/>
            <pc:sldMk cId="2238327622" sldId="330"/>
            <ac:picMk id="7" creationId="{666B463A-3374-AE25-4535-B4D559E54D2F}"/>
          </ac:picMkLst>
        </pc:picChg>
      </pc:sldChg>
      <pc:sldMasterChg chg="modSp mod">
        <pc:chgData name="Colon, Jeffrey M." userId="615143b1-cdee-493d-9a9d-1565ce8666d9" providerId="ADAL" clId="{DC1DB158-BAB1-5930-B714-AEF472873853}" dt="2026-08-19T16:45:11.301" v="221" actId="20577"/>
        <pc:sldMasterMkLst>
          <pc:docMk/>
          <pc:sldMasterMk cId="371776349" sldId="2147483660"/>
        </pc:sldMasterMkLst>
        <pc:spChg chg="mod">
          <ac:chgData name="Colon, Jeffrey M." userId="615143b1-cdee-493d-9a9d-1565ce8666d9" providerId="ADAL" clId="{DC1DB158-BAB1-5930-B714-AEF472873853}" dt="2026-08-19T16:45:11.301" v="221" actId="20577"/>
          <ac:spMkLst>
            <pc:docMk/>
            <pc:sldMasterMk cId="371776349" sldId="2147483660"/>
            <ac:spMk id="9" creationId="{00000000-0000-0000-0000-000000000000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3408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1"/>
            <a:ext cx="3037840" cy="463408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r">
              <a:defRPr sz="1200"/>
            </a:lvl1pPr>
          </a:lstStyle>
          <a:p>
            <a:fld id="{83BC67FA-3E26-304D-BDBD-530C6272A0E0}" type="datetimeFigureOut">
              <a:rPr lang="en-US" smtClean="0"/>
              <a:t>8/19/26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3425" y="1154113"/>
            <a:ext cx="5543550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830" tIns="46415" rIns="92830" bIns="4641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44862"/>
            <a:ext cx="5608320" cy="3636705"/>
          </a:xfrm>
          <a:prstGeom prst="rect">
            <a:avLst/>
          </a:prstGeom>
        </p:spPr>
        <p:txBody>
          <a:bodyPr vert="horz" lIns="92830" tIns="46415" rIns="92830" bIns="46415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70"/>
            <a:ext cx="3037840" cy="463407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772670"/>
            <a:ext cx="3037840" cy="463407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r">
              <a:defRPr sz="1200"/>
            </a:lvl1pPr>
          </a:lstStyle>
          <a:p>
            <a:fld id="{BF72E6F7-09F5-B04E-8141-9A414430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690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73258D-F88C-F440-AD20-53E2DCDDB8B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84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2E6F7-09F5-B04E-8141-9A4144300CC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433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1"/>
          <p:cNvSpPr txBox="1">
            <a:spLocks noChangeArrowheads="1"/>
          </p:cNvSpPr>
          <p:nvPr userDrawn="1"/>
        </p:nvSpPr>
        <p:spPr bwMode="auto">
          <a:xfrm>
            <a:off x="0" y="914400"/>
            <a:ext cx="12192000" cy="36988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alpha val="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3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22D706CB-156B-8643-9A07-D8448DABBCBD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474733"/>
            <a:ext cx="3860800" cy="288925"/>
          </a:xfrm>
        </p:spPr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9251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512064" y="533400"/>
            <a:ext cx="11277600" cy="5812064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spcBef>
                <a:spcPct val="20000"/>
              </a:spcBef>
              <a:buClr>
                <a:srgbClr val="B01C2E"/>
              </a:buClr>
              <a:buSzPct val="60000"/>
              <a:buFont typeface="Wingdings 2" pitchFamily="18" charset="2"/>
              <a:buChar char=""/>
              <a:defRPr lang="en-US" sz="2400" kern="12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-228600" algn="just">
              <a:buClr>
                <a:srgbClr val="B01C2E"/>
              </a:buClr>
              <a:buSzPct val="60000"/>
              <a:buFont typeface="Wingdings" charset="2"/>
              <a:buChar char="Ø"/>
              <a:defRPr lang="en-US" sz="22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85800" indent="-228600" algn="just">
              <a:buClr>
                <a:srgbClr val="B01C2E"/>
              </a:buClr>
              <a:buSzPct val="60000"/>
              <a:buFont typeface="Courier New" charset="0"/>
              <a:buChar char="o"/>
              <a:defRPr lang="en-US" sz="220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914400" indent="-228600" algn="just">
              <a:buClr>
                <a:srgbClr val="B01C2E"/>
              </a:buClr>
              <a:buSzPct val="60000"/>
              <a:buFont typeface="Arial" charset="0"/>
              <a:buChar char="•"/>
              <a:defRPr lang="en-US" sz="200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1143000" algn="just">
              <a:buClr>
                <a:srgbClr val="B01C2E"/>
              </a:buClr>
              <a:buSzPct val="60000"/>
              <a:buFont typeface="Calibri" pitchFamily="34" charset="0"/>
              <a:buChar char="–"/>
              <a:defRPr lang="en-US" sz="20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12064" y="41933"/>
            <a:ext cx="11277600" cy="365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marL="0" indent="0" algn="l">
              <a:tabLst>
                <a:tab pos="395288" algn="l"/>
              </a:tabLst>
              <a:defRPr sz="220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0"/>
          </p:nvPr>
        </p:nvSpPr>
        <p:spPr>
          <a:xfrm>
            <a:off x="11180064" y="6471105"/>
            <a:ext cx="609600" cy="365125"/>
          </a:xfrm>
        </p:spPr>
        <p:txBody>
          <a:bodyPr/>
          <a:lstStyle>
            <a:lvl1pPr algn="r">
              <a:defRPr/>
            </a:lvl1pPr>
          </a:lstStyle>
          <a:p>
            <a:fld id="{7B3E355C-57B9-BC4B-95D8-406A1F834537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 smtClean="0"/>
            </a:lvl1pPr>
          </a:lstStyle>
          <a:p>
            <a:r>
              <a:rPr lang="en-US"/>
              <a:t>Structure of the Income Tax </a:t>
            </a:r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512064" y="407060"/>
            <a:ext cx="11277600" cy="91169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1056713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10"/>
          <p:cNvSpPr>
            <a:spLocks noGrp="1"/>
          </p:cNvSpPr>
          <p:nvPr>
            <p:ph sz="quarter" idx="16"/>
          </p:nvPr>
        </p:nvSpPr>
        <p:spPr>
          <a:xfrm>
            <a:off x="508000" y="1417320"/>
            <a:ext cx="5486400" cy="457200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 2" pitchFamily="18" charset="2"/>
              <a:buChar char=""/>
              <a:tabLst/>
              <a:defRPr sz="1600">
                <a:latin typeface="Calibri" charset="0"/>
                <a:ea typeface="Calibri" charset="0"/>
                <a:cs typeface="Calibri" charset="0"/>
              </a:defRPr>
            </a:lvl1pPr>
            <a:lvl2pPr marL="457200" indent="-228600">
              <a:buClr>
                <a:schemeClr val="accent1"/>
              </a:buClr>
              <a:buSzPct val="60000"/>
              <a:buFont typeface="Wingdings" charset="2"/>
              <a:buChar char="Ø"/>
              <a:defRPr lang="en-US" sz="16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85800" indent="-228600">
              <a:buClr>
                <a:schemeClr val="accent1"/>
              </a:buClr>
              <a:buSzPct val="60000"/>
              <a:buFont typeface="Courier New" charset="0"/>
              <a:buChar char="o"/>
              <a:defRPr sz="1600">
                <a:latin typeface="Calibri" charset="0"/>
                <a:ea typeface="Calibri" charset="0"/>
                <a:cs typeface="Calibri" charset="0"/>
              </a:defRPr>
            </a:lvl3pPr>
            <a:lvl4pPr marL="914400" indent="-228600">
              <a:buClr>
                <a:schemeClr val="accent1"/>
              </a:buClr>
              <a:buSzPct val="60000"/>
              <a:buFont typeface="Arial" charset="0"/>
              <a:buChar char="•"/>
              <a:defRPr sz="1600">
                <a:latin typeface="Calibri" charset="0"/>
                <a:ea typeface="Calibri" charset="0"/>
                <a:cs typeface="Calibri" charset="0"/>
              </a:defRPr>
            </a:lvl4pPr>
            <a:lvl5pPr marL="1143000">
              <a:buClr>
                <a:schemeClr val="accent1"/>
              </a:buClr>
              <a:buSzPct val="60000"/>
              <a:buFont typeface="Arial" pitchFamily="34" charset="0"/>
              <a:buChar char="–"/>
              <a:defRPr sz="16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1417320"/>
            <a:ext cx="5486400" cy="457200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 2" pitchFamily="18" charset="2"/>
              <a:buChar char=""/>
              <a:tabLst/>
              <a:defRPr sz="1600">
                <a:latin typeface="Calibri" charset="0"/>
                <a:ea typeface="Calibri" charset="0"/>
                <a:cs typeface="Calibri" charset="0"/>
              </a:defRPr>
            </a:lvl1pPr>
            <a:lvl2pPr marL="457200" indent="-228600">
              <a:buClr>
                <a:schemeClr val="accent1"/>
              </a:buClr>
              <a:buSzPct val="60000"/>
              <a:buFont typeface="Wingdings" charset="2"/>
              <a:buChar char="Ø"/>
              <a:defRPr lang="en-US" sz="16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85800" indent="-228600">
              <a:buClr>
                <a:schemeClr val="accent1"/>
              </a:buClr>
              <a:buSzPct val="60000"/>
              <a:buFont typeface="Courier New" charset="0"/>
              <a:buChar char="o"/>
              <a:defRPr sz="1600">
                <a:latin typeface="Calibri" charset="0"/>
                <a:ea typeface="Calibri" charset="0"/>
                <a:cs typeface="Calibri" charset="0"/>
              </a:defRPr>
            </a:lvl3pPr>
            <a:lvl4pPr marL="914400" indent="-228600">
              <a:buClr>
                <a:schemeClr val="accent1"/>
              </a:buClr>
              <a:buSzPct val="60000"/>
              <a:buFont typeface="Arial" charset="0"/>
              <a:buChar char="•"/>
              <a:defRPr sz="1600">
                <a:latin typeface="Calibri" charset="0"/>
                <a:ea typeface="Calibri" charset="0"/>
                <a:cs typeface="Calibri" charset="0"/>
              </a:defRPr>
            </a:lvl4pPr>
            <a:lvl5pPr marL="1143000">
              <a:buClr>
                <a:schemeClr val="accent1"/>
              </a:buClr>
              <a:buSzPct val="60000"/>
              <a:buFont typeface="Arial" pitchFamily="34" charset="0"/>
              <a:buChar char="–"/>
              <a:defRPr sz="16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463EAD6B-1B79-144E-A805-1CA6FF1F03F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12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2748039" y="5370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874899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p /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508000" y="14173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14173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508000" y="3886200"/>
            <a:ext cx="111760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fld id="{DBDD9035-58B9-F243-8D2E-5AB7C416733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937507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Left / On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1417320"/>
            <a:ext cx="5486400" cy="48006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8"/>
          </p:nvPr>
        </p:nvSpPr>
        <p:spPr>
          <a:xfrm>
            <a:off x="508000" y="14173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2"/>
          <p:cNvSpPr>
            <a:spLocks noGrp="1"/>
          </p:cNvSpPr>
          <p:nvPr>
            <p:ph sz="quarter" idx="19"/>
          </p:nvPr>
        </p:nvSpPr>
        <p:spPr>
          <a:xfrm>
            <a:off x="508000" y="39319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fld id="{6C93E8D5-2692-0D44-9EA4-C6015F0C54D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620875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95527EB-3756-C241-BFD3-DBB1E111190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898184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de by Side w/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2064" y="805002"/>
            <a:ext cx="5386917" cy="380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299200" y="814835"/>
            <a:ext cx="5386917" cy="380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195227"/>
            <a:ext cx="5388864" cy="4955707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1"/>
          </p:nvPr>
        </p:nvSpPr>
        <p:spPr>
          <a:xfrm>
            <a:off x="6299200" y="1195227"/>
            <a:ext cx="5388864" cy="4955707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856F0A94-AD2E-974D-AF6B-04AF335E854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512064" y="407060"/>
            <a:ext cx="11277600" cy="91169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12064" y="2"/>
            <a:ext cx="11277600" cy="3895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70938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w/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3" y="1371600"/>
            <a:ext cx="5386917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299200" y="1371600"/>
            <a:ext cx="5386917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5388864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1"/>
          </p:nvPr>
        </p:nvSpPr>
        <p:spPr>
          <a:xfrm>
            <a:off x="6299200" y="1807534"/>
            <a:ext cx="5388864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856F0A94-AD2E-974D-AF6B-04AF335E854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62543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Arrow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>
            <a:off x="5384800" y="3046413"/>
            <a:ext cx="1320800" cy="1009650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3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705600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21"/>
          </p:nvPr>
        </p:nvSpPr>
        <p:spPr>
          <a:xfrm>
            <a:off x="6705600" y="1828800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lide Number Placeholder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652385A1-7A9F-1D44-AA51-16856D64E5B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9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2024520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Double 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Arrow 8"/>
          <p:cNvSpPr/>
          <p:nvPr userDrawn="1"/>
        </p:nvSpPr>
        <p:spPr bwMode="auto">
          <a:xfrm>
            <a:off x="5359125" y="2692959"/>
            <a:ext cx="1326383" cy="1022294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2" name="Right Arrow 11"/>
          <p:cNvSpPr/>
          <p:nvPr userDrawn="1"/>
        </p:nvSpPr>
        <p:spPr bwMode="auto">
          <a:xfrm rot="10800000">
            <a:off x="5427337" y="3778176"/>
            <a:ext cx="1353183" cy="102228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3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705600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1"/>
          </p:nvPr>
        </p:nvSpPr>
        <p:spPr>
          <a:xfrm>
            <a:off x="6705600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lide Number Placeholder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0A6B8188-A85F-5349-B14D-08361E6A724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210112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op Arrow to Two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 rot="5400000">
            <a:off x="5768941" y="3106216"/>
            <a:ext cx="654118" cy="136305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609600" y="4479952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400800" y="4479952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1807534"/>
            <a:ext cx="109728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609600" y="1417320"/>
            <a:ext cx="109728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09600" y="4114800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0"/>
          </p:nvPr>
        </p:nvSpPr>
        <p:spPr>
          <a:xfrm>
            <a:off x="6400800" y="4114800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7C6F7C23-5FF9-2A4B-BF08-C1294322DB5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507697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p Arrow to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 rot="5400000">
            <a:off x="5768941" y="3106216"/>
            <a:ext cx="654118" cy="136305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609600" y="1783080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400800" y="1783080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4505014"/>
            <a:ext cx="109728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609600" y="4114800"/>
            <a:ext cx="109728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09600" y="1417928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0"/>
          </p:nvPr>
        </p:nvSpPr>
        <p:spPr>
          <a:xfrm>
            <a:off x="6400800" y="1417928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06494A95-A7E5-E34F-8DB1-F10A4839B0B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2760613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Six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6191251" y="4627745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501651" y="4627745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501651" y="3015622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9"/>
          </p:nvPr>
        </p:nvSpPr>
        <p:spPr>
          <a:xfrm>
            <a:off x="6191251" y="3015622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8"/>
          </p:nvPr>
        </p:nvSpPr>
        <p:spPr>
          <a:xfrm>
            <a:off x="6191251" y="1403499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501651" y="1403499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501651" y="167640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501651" y="3302419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2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501651" y="491499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6191251" y="167640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4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6191251" y="3302418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6191251" y="491499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37"/>
          </p:nvPr>
        </p:nvSpPr>
        <p:spPr/>
        <p:txBody>
          <a:bodyPr/>
          <a:lstStyle>
            <a:lvl1pPr>
              <a:defRPr/>
            </a:lvl1pPr>
          </a:lstStyle>
          <a:p>
            <a:fld id="{A23329EE-AB34-E748-89A3-8E74FFF398F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2"/>
          <p:cNvSpPr>
            <a:spLocks noGrp="1"/>
          </p:cNvSpPr>
          <p:nvPr>
            <p:ph type="ftr" sz="quarter" idx="38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21179933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Five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601565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2844800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5130360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37"/>
          </p:nvPr>
        </p:nvSpPr>
        <p:spPr>
          <a:xfrm>
            <a:off x="7408972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38"/>
          </p:nvPr>
        </p:nvSpPr>
        <p:spPr>
          <a:xfrm>
            <a:off x="9747251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9"/>
          </p:nvPr>
        </p:nvSpPr>
        <p:spPr>
          <a:xfrm>
            <a:off x="601565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40"/>
          </p:nvPr>
        </p:nvSpPr>
        <p:spPr>
          <a:xfrm>
            <a:off x="2844800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41"/>
          </p:nvPr>
        </p:nvSpPr>
        <p:spPr>
          <a:xfrm>
            <a:off x="5130360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42"/>
          </p:nvPr>
        </p:nvSpPr>
        <p:spPr>
          <a:xfrm>
            <a:off x="7408972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43"/>
          </p:nvPr>
        </p:nvSpPr>
        <p:spPr>
          <a:xfrm>
            <a:off x="9747251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/>
            </a:lvl1pPr>
          </a:lstStyle>
          <a:p>
            <a:fld id="{1EB3DA79-8920-3645-A529-9AD16B41E65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9" name="Footer Placeholder 12"/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2448545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jor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609600" y="1417320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09600" y="3065544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609600" y="4713767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844800" y="1417320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844800" y="3065543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844800" y="4713767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055F7767-1EA1-1B4C-AF44-6A3FCE36527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1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7416052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563034" y="1397000"/>
            <a:ext cx="2317751" cy="1155700"/>
          </a:xfrm>
          <a:prstGeom prst="homePlate">
            <a:avLst>
              <a:gd name="adj" fmla="val 19565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2747434" y="1397000"/>
            <a:ext cx="2315633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7114120" y="1397000"/>
            <a:ext cx="2317749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931834" y="1397000"/>
            <a:ext cx="2315633" cy="1155700"/>
          </a:xfrm>
          <a:prstGeom prst="chevron">
            <a:avLst>
              <a:gd name="adj" fmla="val 18687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9298521" y="1397000"/>
            <a:ext cx="2315633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7"/>
          <p:cNvSpPr>
            <a:spLocks noGrp="1"/>
          </p:cNvSpPr>
          <p:nvPr>
            <p:ph type="body" sz="quarter" idx="18"/>
          </p:nvPr>
        </p:nvSpPr>
        <p:spPr>
          <a:xfrm>
            <a:off x="563033" y="2954338"/>
            <a:ext cx="2863851" cy="1155700"/>
          </a:xfrm>
          <a:prstGeom prst="homePlate">
            <a:avLst>
              <a:gd name="adj" fmla="val 19557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291418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9"/>
          <p:cNvSpPr>
            <a:spLocks noGrp="1"/>
          </p:cNvSpPr>
          <p:nvPr>
            <p:ph type="body" sz="quarter" idx="20"/>
          </p:nvPr>
        </p:nvSpPr>
        <p:spPr>
          <a:xfrm>
            <a:off x="8748186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6019802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1"/>
          <p:cNvSpPr>
            <a:spLocks noGrp="1"/>
          </p:cNvSpPr>
          <p:nvPr>
            <p:ph type="body" sz="quarter" idx="22"/>
          </p:nvPr>
        </p:nvSpPr>
        <p:spPr>
          <a:xfrm>
            <a:off x="575734" y="4497388"/>
            <a:ext cx="3754967" cy="1154112"/>
          </a:xfrm>
          <a:prstGeom prst="homePlate">
            <a:avLst>
              <a:gd name="adj" fmla="val 19565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/>
          <p:cNvSpPr>
            <a:spLocks noGrp="1"/>
          </p:cNvSpPr>
          <p:nvPr>
            <p:ph type="body" sz="quarter" idx="23"/>
          </p:nvPr>
        </p:nvSpPr>
        <p:spPr>
          <a:xfrm>
            <a:off x="4226985" y="4497388"/>
            <a:ext cx="3754967" cy="1154112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3"/>
          <p:cNvSpPr>
            <a:spLocks noGrp="1"/>
          </p:cNvSpPr>
          <p:nvPr>
            <p:ph type="body" sz="quarter" idx="25"/>
          </p:nvPr>
        </p:nvSpPr>
        <p:spPr>
          <a:xfrm>
            <a:off x="7878234" y="4497388"/>
            <a:ext cx="3754967" cy="1154112"/>
          </a:xfrm>
          <a:prstGeom prst="chevron">
            <a:avLst>
              <a:gd name="adj" fmla="val 1871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fld id="{48E524AC-D0C7-2340-84EA-A4DF70E8214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2"/>
          <p:cNvSpPr>
            <a:spLocks noGrp="1"/>
          </p:cNvSpPr>
          <p:nvPr>
            <p:ph type="ftr" sz="quarter" idx="27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3344818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 Blocks - Major Points -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844800" y="1344304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844800" y="2360778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844800" y="3377252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2844800" y="4393726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2844800" y="5410200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609600" y="1344304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609600" y="2357366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24"/>
          </p:nvPr>
        </p:nvSpPr>
        <p:spPr>
          <a:xfrm>
            <a:off x="609600" y="3370428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26"/>
          </p:nvPr>
        </p:nvSpPr>
        <p:spPr>
          <a:xfrm>
            <a:off x="609600" y="4383490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28"/>
          </p:nvPr>
        </p:nvSpPr>
        <p:spPr>
          <a:xfrm>
            <a:off x="609600" y="5396552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19846C2F-D19C-FA45-A159-B087F18BCDE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8787942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Line 105"/>
          <p:cNvSpPr>
            <a:spLocks noChangeShapeType="1"/>
          </p:cNvSpPr>
          <p:nvPr/>
        </p:nvSpPr>
        <p:spPr bwMode="gray">
          <a:xfrm>
            <a:off x="58928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16" name="Line 115"/>
          <p:cNvSpPr>
            <a:spLocks noChangeShapeType="1"/>
          </p:cNvSpPr>
          <p:nvPr userDrawn="1"/>
        </p:nvSpPr>
        <p:spPr bwMode="gray">
          <a:xfrm>
            <a:off x="30480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17" name="Line 118"/>
          <p:cNvSpPr>
            <a:spLocks noChangeShapeType="1"/>
          </p:cNvSpPr>
          <p:nvPr/>
        </p:nvSpPr>
        <p:spPr bwMode="gray">
          <a:xfrm>
            <a:off x="90043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grpSp>
        <p:nvGrpSpPr>
          <p:cNvPr id="18" name="Group 123"/>
          <p:cNvGrpSpPr>
            <a:grpSpLocks/>
          </p:cNvGrpSpPr>
          <p:nvPr userDrawn="1"/>
        </p:nvGrpSpPr>
        <p:grpSpPr bwMode="auto">
          <a:xfrm>
            <a:off x="611718" y="3478213"/>
            <a:ext cx="10358967" cy="182562"/>
            <a:chOff x="289" y="2191"/>
            <a:chExt cx="4894" cy="115"/>
          </a:xfrm>
        </p:grpSpPr>
        <p:grpSp>
          <p:nvGrpSpPr>
            <p:cNvPr id="19" name="Group 44"/>
            <p:cNvGrpSpPr>
              <a:grpSpLocks/>
            </p:cNvGrpSpPr>
            <p:nvPr/>
          </p:nvGrpSpPr>
          <p:grpSpPr bwMode="auto">
            <a:xfrm>
              <a:off x="289" y="2191"/>
              <a:ext cx="1470" cy="115"/>
              <a:chOff x="696" y="2508"/>
              <a:chExt cx="1470" cy="168"/>
            </a:xfrm>
          </p:grpSpPr>
          <p:sp>
            <p:nvSpPr>
              <p:cNvPr id="53" name="Line 45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4" name="Line 46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5" name="Line 47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6" name="Line 48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7" name="Line 49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8" name="Line 50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9" name="Line 51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0" name="Line 52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1" name="Line 53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2" name="Line 54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3" name="Line 55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4" name="Line 56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5" name="Line 57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grpSp>
          <p:nvGrpSpPr>
            <p:cNvPr id="20" name="Group 58"/>
            <p:cNvGrpSpPr>
              <a:grpSpLocks/>
            </p:cNvGrpSpPr>
            <p:nvPr/>
          </p:nvGrpSpPr>
          <p:grpSpPr bwMode="auto">
            <a:xfrm>
              <a:off x="1758" y="2191"/>
              <a:ext cx="1470" cy="115"/>
              <a:chOff x="696" y="2508"/>
              <a:chExt cx="1470" cy="168"/>
            </a:xfrm>
          </p:grpSpPr>
          <p:sp>
            <p:nvSpPr>
              <p:cNvPr id="40" name="Line 59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1" name="Line 60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2" name="Line 61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3" name="Line 62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4" name="Line 63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5" name="Line 64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6" name="Line 65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7" name="Line 66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8" name="Line 67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9" name="Line 68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0" name="Line 69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1" name="Line 70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2" name="Line 71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grpSp>
          <p:nvGrpSpPr>
            <p:cNvPr id="21" name="Group 72"/>
            <p:cNvGrpSpPr>
              <a:grpSpLocks/>
            </p:cNvGrpSpPr>
            <p:nvPr/>
          </p:nvGrpSpPr>
          <p:grpSpPr bwMode="auto">
            <a:xfrm>
              <a:off x="3227" y="2191"/>
              <a:ext cx="1470" cy="115"/>
              <a:chOff x="696" y="2508"/>
              <a:chExt cx="1470" cy="168"/>
            </a:xfrm>
          </p:grpSpPr>
          <p:sp>
            <p:nvSpPr>
              <p:cNvPr id="27" name="Line 73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28" name="Line 74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29" name="Line 75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0" name="Line 76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1" name="Line 77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2" name="Line 78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3" name="Line 79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4" name="Line 80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5" name="Line 81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6" name="Line 82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7" name="Line 83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8" name="Line 84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9" name="Line 85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sp>
          <p:nvSpPr>
            <p:cNvPr id="22" name="Line 90"/>
            <p:cNvSpPr>
              <a:spLocks noChangeShapeType="1"/>
            </p:cNvSpPr>
            <p:nvPr/>
          </p:nvSpPr>
          <p:spPr bwMode="gray">
            <a:xfrm>
              <a:off x="4698" y="2191"/>
              <a:ext cx="0" cy="11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3" name="Line 91"/>
            <p:cNvSpPr>
              <a:spLocks noChangeShapeType="1"/>
            </p:cNvSpPr>
            <p:nvPr/>
          </p:nvSpPr>
          <p:spPr bwMode="gray">
            <a:xfrm>
              <a:off x="4820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4" name="Line 92"/>
            <p:cNvSpPr>
              <a:spLocks noChangeShapeType="1"/>
            </p:cNvSpPr>
            <p:nvPr/>
          </p:nvSpPr>
          <p:spPr bwMode="gray">
            <a:xfrm>
              <a:off x="494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5" name="Line 93"/>
            <p:cNvSpPr>
              <a:spLocks noChangeShapeType="1"/>
            </p:cNvSpPr>
            <p:nvPr/>
          </p:nvSpPr>
          <p:spPr bwMode="gray">
            <a:xfrm>
              <a:off x="5065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6" name="Line 122"/>
            <p:cNvSpPr>
              <a:spLocks noChangeShapeType="1"/>
            </p:cNvSpPr>
            <p:nvPr/>
          </p:nvSpPr>
          <p:spPr bwMode="gray">
            <a:xfrm>
              <a:off x="518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</p:grpSp>
      <p:sp>
        <p:nvSpPr>
          <p:cNvPr id="66" name="Line 125"/>
          <p:cNvSpPr>
            <a:spLocks noChangeShapeType="1"/>
          </p:cNvSpPr>
          <p:nvPr userDrawn="1"/>
        </p:nvSpPr>
        <p:spPr bwMode="gray">
          <a:xfrm>
            <a:off x="4572000" y="3651251"/>
            <a:ext cx="0" cy="175736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67" name="Line 4"/>
          <p:cNvSpPr>
            <a:spLocks noChangeShapeType="1"/>
          </p:cNvSpPr>
          <p:nvPr userDrawn="1"/>
        </p:nvSpPr>
        <p:spPr bwMode="gray">
          <a:xfrm>
            <a:off x="22352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68" name="Line 108"/>
          <p:cNvSpPr>
            <a:spLocks noChangeShapeType="1"/>
          </p:cNvSpPr>
          <p:nvPr userDrawn="1"/>
        </p:nvSpPr>
        <p:spPr bwMode="gray">
          <a:xfrm>
            <a:off x="74168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69" name="Line 111"/>
          <p:cNvSpPr>
            <a:spLocks noChangeShapeType="1"/>
          </p:cNvSpPr>
          <p:nvPr userDrawn="1"/>
        </p:nvSpPr>
        <p:spPr bwMode="gray">
          <a:xfrm>
            <a:off x="102616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70" name="Line 139"/>
          <p:cNvSpPr>
            <a:spLocks noChangeShapeType="1"/>
          </p:cNvSpPr>
          <p:nvPr userDrawn="1"/>
        </p:nvSpPr>
        <p:spPr bwMode="gray">
          <a:xfrm>
            <a:off x="4375151" y="2074863"/>
            <a:ext cx="0" cy="14144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71" name="AutoShape 3"/>
          <p:cNvSpPr>
            <a:spLocks noChangeArrowheads="1"/>
          </p:cNvSpPr>
          <p:nvPr userDrawn="1"/>
        </p:nvSpPr>
        <p:spPr bwMode="gray">
          <a:xfrm>
            <a:off x="603251" y="3413125"/>
            <a:ext cx="10985500" cy="311150"/>
          </a:xfrm>
          <a:prstGeom prst="rightArrow">
            <a:avLst>
              <a:gd name="adj1" fmla="val 52037"/>
              <a:gd name="adj2" fmla="val 96479"/>
            </a:avLst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91440" bIns="91440" anchor="ctr"/>
          <a:lstStyle>
            <a:lvl1pPr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nl-NL" altLang="en-US" sz="1000" b="1">
              <a:solidFill>
                <a:srgbClr val="4D4D4D"/>
              </a:solidFill>
              <a:latin typeface="Arial" charset="0"/>
            </a:endParaRPr>
          </a:p>
        </p:txBody>
      </p:sp>
      <p:grpSp>
        <p:nvGrpSpPr>
          <p:cNvPr id="72" name="Group 123"/>
          <p:cNvGrpSpPr>
            <a:grpSpLocks/>
          </p:cNvGrpSpPr>
          <p:nvPr userDrawn="1"/>
        </p:nvGrpSpPr>
        <p:grpSpPr bwMode="auto">
          <a:xfrm>
            <a:off x="814918" y="3460751"/>
            <a:ext cx="10358967" cy="182563"/>
            <a:chOff x="289" y="2191"/>
            <a:chExt cx="4894" cy="115"/>
          </a:xfrm>
        </p:grpSpPr>
        <p:grpSp>
          <p:nvGrpSpPr>
            <p:cNvPr id="73" name="Group 44"/>
            <p:cNvGrpSpPr>
              <a:grpSpLocks/>
            </p:cNvGrpSpPr>
            <p:nvPr/>
          </p:nvGrpSpPr>
          <p:grpSpPr bwMode="auto">
            <a:xfrm>
              <a:off x="289" y="2191"/>
              <a:ext cx="1470" cy="115"/>
              <a:chOff x="696" y="2508"/>
              <a:chExt cx="1470" cy="168"/>
            </a:xfrm>
          </p:grpSpPr>
          <p:sp>
            <p:nvSpPr>
              <p:cNvPr id="107" name="Line 45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8" name="Line 46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9" name="Line 47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0" name="Line 48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1" name="Line 49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2" name="Line 50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3" name="Line 51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4" name="Line 52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5" name="Line 53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6" name="Line 54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7" name="Line 55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8" name="Line 56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9" name="Line 57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grpSp>
          <p:nvGrpSpPr>
            <p:cNvPr id="74" name="Group 58"/>
            <p:cNvGrpSpPr>
              <a:grpSpLocks/>
            </p:cNvGrpSpPr>
            <p:nvPr/>
          </p:nvGrpSpPr>
          <p:grpSpPr bwMode="auto">
            <a:xfrm>
              <a:off x="1758" y="2191"/>
              <a:ext cx="1470" cy="115"/>
              <a:chOff x="696" y="2508"/>
              <a:chExt cx="1470" cy="168"/>
            </a:xfrm>
          </p:grpSpPr>
          <p:sp>
            <p:nvSpPr>
              <p:cNvPr id="94" name="Line 59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5" name="Line 60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6" name="Line 61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7" name="Line 62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8" name="Line 63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9" name="Line 64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0" name="Line 65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1" name="Line 66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2" name="Line 67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3" name="Line 68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4" name="Line 69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5" name="Line 70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6" name="Line 71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grpSp>
          <p:nvGrpSpPr>
            <p:cNvPr id="75" name="Group 72"/>
            <p:cNvGrpSpPr>
              <a:grpSpLocks/>
            </p:cNvGrpSpPr>
            <p:nvPr/>
          </p:nvGrpSpPr>
          <p:grpSpPr bwMode="auto">
            <a:xfrm>
              <a:off x="3227" y="2191"/>
              <a:ext cx="1470" cy="115"/>
              <a:chOff x="696" y="2508"/>
              <a:chExt cx="1470" cy="168"/>
            </a:xfrm>
          </p:grpSpPr>
          <p:sp>
            <p:nvSpPr>
              <p:cNvPr id="81" name="Line 73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2" name="Line 74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3" name="Line 75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4" name="Line 76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5" name="Line 77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6" name="Line 78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7" name="Line 79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8" name="Line 80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9" name="Line 81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0" name="Line 82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1" name="Line 83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2" name="Line 84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3" name="Line 85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sp>
          <p:nvSpPr>
            <p:cNvPr id="76" name="Line 90"/>
            <p:cNvSpPr>
              <a:spLocks noChangeShapeType="1"/>
            </p:cNvSpPr>
            <p:nvPr/>
          </p:nvSpPr>
          <p:spPr bwMode="gray">
            <a:xfrm>
              <a:off x="4698" y="2191"/>
              <a:ext cx="0" cy="11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77" name="Line 91"/>
            <p:cNvSpPr>
              <a:spLocks noChangeShapeType="1"/>
            </p:cNvSpPr>
            <p:nvPr/>
          </p:nvSpPr>
          <p:spPr bwMode="gray">
            <a:xfrm>
              <a:off x="4820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78" name="Line 92"/>
            <p:cNvSpPr>
              <a:spLocks noChangeShapeType="1"/>
            </p:cNvSpPr>
            <p:nvPr/>
          </p:nvSpPr>
          <p:spPr bwMode="gray">
            <a:xfrm>
              <a:off x="494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79" name="Line 93"/>
            <p:cNvSpPr>
              <a:spLocks noChangeShapeType="1"/>
            </p:cNvSpPr>
            <p:nvPr/>
          </p:nvSpPr>
          <p:spPr bwMode="gray">
            <a:xfrm>
              <a:off x="5065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80" name="Line 122"/>
            <p:cNvSpPr>
              <a:spLocks noChangeShapeType="1"/>
            </p:cNvSpPr>
            <p:nvPr/>
          </p:nvSpPr>
          <p:spPr bwMode="gray">
            <a:xfrm>
              <a:off x="518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</p:grpSp>
      <p:sp>
        <p:nvSpPr>
          <p:cNvPr id="248" name="Text Placeholder 246"/>
          <p:cNvSpPr>
            <a:spLocks noGrp="1"/>
          </p:cNvSpPr>
          <p:nvPr>
            <p:ph type="body" sz="quarter" idx="11"/>
          </p:nvPr>
        </p:nvSpPr>
        <p:spPr>
          <a:xfrm>
            <a:off x="3381155" y="12954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3" name="Text Placeholder 142"/>
          <p:cNvSpPr>
            <a:spLocks noGrp="1"/>
          </p:cNvSpPr>
          <p:nvPr>
            <p:ph type="body" sz="quarter" idx="19"/>
          </p:nvPr>
        </p:nvSpPr>
        <p:spPr>
          <a:xfrm>
            <a:off x="142240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4" name="Text Placeholder 142"/>
          <p:cNvSpPr>
            <a:spLocks noGrp="1"/>
          </p:cNvSpPr>
          <p:nvPr>
            <p:ph type="body" sz="quarter" idx="20"/>
          </p:nvPr>
        </p:nvSpPr>
        <p:spPr>
          <a:xfrm>
            <a:off x="477520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6" name="Text Placeholder 142"/>
          <p:cNvSpPr>
            <a:spLocks noGrp="1"/>
          </p:cNvSpPr>
          <p:nvPr>
            <p:ph type="body" sz="quarter" idx="21"/>
          </p:nvPr>
        </p:nvSpPr>
        <p:spPr>
          <a:xfrm>
            <a:off x="707136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7" name="Text Placeholder 142"/>
          <p:cNvSpPr>
            <a:spLocks noGrp="1"/>
          </p:cNvSpPr>
          <p:nvPr>
            <p:ph type="body" sz="quarter" idx="22"/>
          </p:nvPr>
        </p:nvSpPr>
        <p:spPr>
          <a:xfrm>
            <a:off x="963168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2" name="Text Placeholder 246"/>
          <p:cNvSpPr>
            <a:spLocks noGrp="1"/>
          </p:cNvSpPr>
          <p:nvPr>
            <p:ph type="body" sz="quarter" idx="23"/>
          </p:nvPr>
        </p:nvSpPr>
        <p:spPr>
          <a:xfrm>
            <a:off x="12192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8" name="Text Placeholder 246"/>
          <p:cNvSpPr>
            <a:spLocks noGrp="1"/>
          </p:cNvSpPr>
          <p:nvPr>
            <p:ph type="body" sz="quarter" idx="24"/>
          </p:nvPr>
        </p:nvSpPr>
        <p:spPr>
          <a:xfrm>
            <a:off x="92456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9" name="Text Placeholder 246"/>
          <p:cNvSpPr>
            <a:spLocks noGrp="1"/>
          </p:cNvSpPr>
          <p:nvPr>
            <p:ph type="body" sz="quarter" idx="25"/>
          </p:nvPr>
        </p:nvSpPr>
        <p:spPr>
          <a:xfrm>
            <a:off x="20320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0" name="Text Placeholder 246"/>
          <p:cNvSpPr>
            <a:spLocks noGrp="1"/>
          </p:cNvSpPr>
          <p:nvPr>
            <p:ph type="body" sz="quarter" idx="26"/>
          </p:nvPr>
        </p:nvSpPr>
        <p:spPr>
          <a:xfrm>
            <a:off x="64008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1" name="Text Placeholder 246"/>
          <p:cNvSpPr>
            <a:spLocks noGrp="1"/>
          </p:cNvSpPr>
          <p:nvPr>
            <p:ph type="body" sz="quarter" idx="27"/>
          </p:nvPr>
        </p:nvSpPr>
        <p:spPr>
          <a:xfrm>
            <a:off x="3556000" y="5181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2" name="Text Placeholder 246"/>
          <p:cNvSpPr>
            <a:spLocks noGrp="1"/>
          </p:cNvSpPr>
          <p:nvPr>
            <p:ph type="body" sz="quarter" idx="28"/>
          </p:nvPr>
        </p:nvSpPr>
        <p:spPr>
          <a:xfrm>
            <a:off x="79883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3" name="Text Placeholder 246"/>
          <p:cNvSpPr>
            <a:spLocks noGrp="1"/>
          </p:cNvSpPr>
          <p:nvPr>
            <p:ph type="body" sz="quarter" idx="29"/>
          </p:nvPr>
        </p:nvSpPr>
        <p:spPr>
          <a:xfrm>
            <a:off x="48768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0" name="Slide Number Placeholder 9"/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/>
            </a:lvl1pPr>
          </a:lstStyle>
          <a:p>
            <a:fld id="{132B4441-E44F-854A-A9C3-46F08E0FCFC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1" name="Footer Placeholder 133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3170367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/ 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/>
          <p:cNvSpPr>
            <a:spLocks noGrp="1"/>
          </p:cNvSpPr>
          <p:nvPr>
            <p:ph type="body" sz="quarter" idx="21"/>
          </p:nvPr>
        </p:nvSpPr>
        <p:spPr>
          <a:xfrm>
            <a:off x="1219201" y="1295400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7"/>
          <p:cNvSpPr>
            <a:spLocks noGrp="1"/>
          </p:cNvSpPr>
          <p:nvPr>
            <p:ph type="body" sz="quarter" idx="22"/>
          </p:nvPr>
        </p:nvSpPr>
        <p:spPr>
          <a:xfrm>
            <a:off x="1219201" y="1800013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7"/>
          <p:cNvSpPr>
            <a:spLocks noGrp="1"/>
          </p:cNvSpPr>
          <p:nvPr>
            <p:ph type="body" sz="quarter" idx="23"/>
          </p:nvPr>
        </p:nvSpPr>
        <p:spPr>
          <a:xfrm>
            <a:off x="1219201" y="2304626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7"/>
          <p:cNvSpPr>
            <a:spLocks noGrp="1"/>
          </p:cNvSpPr>
          <p:nvPr>
            <p:ph type="body" sz="quarter" idx="24"/>
          </p:nvPr>
        </p:nvSpPr>
        <p:spPr>
          <a:xfrm>
            <a:off x="1219201" y="2809239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7"/>
          <p:cNvSpPr>
            <a:spLocks noGrp="1"/>
          </p:cNvSpPr>
          <p:nvPr>
            <p:ph type="body" sz="quarter" idx="25"/>
          </p:nvPr>
        </p:nvSpPr>
        <p:spPr>
          <a:xfrm>
            <a:off x="1219201" y="3313852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7"/>
          <p:cNvSpPr>
            <a:spLocks noGrp="1"/>
          </p:cNvSpPr>
          <p:nvPr>
            <p:ph type="body" sz="quarter" idx="26"/>
          </p:nvPr>
        </p:nvSpPr>
        <p:spPr>
          <a:xfrm>
            <a:off x="1219201" y="3818465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7"/>
          <p:cNvSpPr>
            <a:spLocks noGrp="1"/>
          </p:cNvSpPr>
          <p:nvPr>
            <p:ph type="body" sz="quarter" idx="27"/>
          </p:nvPr>
        </p:nvSpPr>
        <p:spPr>
          <a:xfrm>
            <a:off x="1219201" y="4323078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7"/>
          <p:cNvSpPr>
            <a:spLocks noGrp="1"/>
          </p:cNvSpPr>
          <p:nvPr>
            <p:ph type="body" sz="quarter" idx="28"/>
          </p:nvPr>
        </p:nvSpPr>
        <p:spPr>
          <a:xfrm>
            <a:off x="1219201" y="4827691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609600" y="1295400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609600" y="1800013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609600" y="2304626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609600" y="2809239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609600" y="3313852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34"/>
          </p:nvPr>
        </p:nvSpPr>
        <p:spPr>
          <a:xfrm>
            <a:off x="609600" y="3818465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35"/>
          </p:nvPr>
        </p:nvSpPr>
        <p:spPr>
          <a:xfrm>
            <a:off x="609600" y="4323078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36"/>
          </p:nvPr>
        </p:nvSpPr>
        <p:spPr>
          <a:xfrm>
            <a:off x="609600" y="4827691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Text Placeholder 22"/>
          <p:cNvSpPr>
            <a:spLocks noGrp="1"/>
          </p:cNvSpPr>
          <p:nvPr>
            <p:ph type="body" sz="quarter" idx="37"/>
          </p:nvPr>
        </p:nvSpPr>
        <p:spPr>
          <a:xfrm>
            <a:off x="10972800" y="1295400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2"/>
          <p:cNvSpPr>
            <a:spLocks noGrp="1"/>
          </p:cNvSpPr>
          <p:nvPr>
            <p:ph type="body" sz="quarter" idx="38"/>
          </p:nvPr>
        </p:nvSpPr>
        <p:spPr>
          <a:xfrm>
            <a:off x="10972800" y="1800013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2"/>
          <p:cNvSpPr>
            <a:spLocks noGrp="1"/>
          </p:cNvSpPr>
          <p:nvPr>
            <p:ph type="body" sz="quarter" idx="39"/>
          </p:nvPr>
        </p:nvSpPr>
        <p:spPr>
          <a:xfrm>
            <a:off x="10972800" y="2304626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40"/>
          </p:nvPr>
        </p:nvSpPr>
        <p:spPr>
          <a:xfrm>
            <a:off x="10972800" y="2809239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2"/>
          <p:cNvSpPr>
            <a:spLocks noGrp="1"/>
          </p:cNvSpPr>
          <p:nvPr>
            <p:ph type="body" sz="quarter" idx="41"/>
          </p:nvPr>
        </p:nvSpPr>
        <p:spPr>
          <a:xfrm>
            <a:off x="10972800" y="3313852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2"/>
          <p:cNvSpPr>
            <a:spLocks noGrp="1"/>
          </p:cNvSpPr>
          <p:nvPr>
            <p:ph type="body" sz="quarter" idx="42"/>
          </p:nvPr>
        </p:nvSpPr>
        <p:spPr>
          <a:xfrm>
            <a:off x="10972800" y="3818465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2"/>
          <p:cNvSpPr>
            <a:spLocks noGrp="1"/>
          </p:cNvSpPr>
          <p:nvPr>
            <p:ph type="body" sz="quarter" idx="43"/>
          </p:nvPr>
        </p:nvSpPr>
        <p:spPr>
          <a:xfrm>
            <a:off x="10972800" y="4323078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2"/>
          <p:cNvSpPr>
            <a:spLocks noGrp="1"/>
          </p:cNvSpPr>
          <p:nvPr>
            <p:ph type="body" sz="quarter" idx="44"/>
          </p:nvPr>
        </p:nvSpPr>
        <p:spPr>
          <a:xfrm>
            <a:off x="10972800" y="4827691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7"/>
          <p:cNvSpPr>
            <a:spLocks noGrp="1"/>
          </p:cNvSpPr>
          <p:nvPr>
            <p:ph type="body" sz="quarter" idx="45"/>
          </p:nvPr>
        </p:nvSpPr>
        <p:spPr>
          <a:xfrm>
            <a:off x="1215702" y="5332304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22"/>
          <p:cNvSpPr>
            <a:spLocks noGrp="1"/>
          </p:cNvSpPr>
          <p:nvPr>
            <p:ph type="body" sz="quarter" idx="46"/>
          </p:nvPr>
        </p:nvSpPr>
        <p:spPr>
          <a:xfrm>
            <a:off x="606100" y="5332304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2"/>
          <p:cNvSpPr>
            <a:spLocks noGrp="1"/>
          </p:cNvSpPr>
          <p:nvPr>
            <p:ph type="body" sz="quarter" idx="47"/>
          </p:nvPr>
        </p:nvSpPr>
        <p:spPr>
          <a:xfrm>
            <a:off x="10969300" y="5332304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7"/>
          <p:cNvSpPr>
            <a:spLocks noGrp="1"/>
          </p:cNvSpPr>
          <p:nvPr>
            <p:ph type="body" sz="quarter" idx="48"/>
          </p:nvPr>
        </p:nvSpPr>
        <p:spPr>
          <a:xfrm>
            <a:off x="1215702" y="5836920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22"/>
          <p:cNvSpPr>
            <a:spLocks noGrp="1"/>
          </p:cNvSpPr>
          <p:nvPr>
            <p:ph type="body" sz="quarter" idx="49"/>
          </p:nvPr>
        </p:nvSpPr>
        <p:spPr>
          <a:xfrm>
            <a:off x="606100" y="5836920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22"/>
          <p:cNvSpPr>
            <a:spLocks noGrp="1"/>
          </p:cNvSpPr>
          <p:nvPr>
            <p:ph type="body" sz="quarter" idx="50"/>
          </p:nvPr>
        </p:nvSpPr>
        <p:spPr>
          <a:xfrm>
            <a:off x="10969300" y="5836920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Slide Number Placeholder 9"/>
          <p:cNvSpPr>
            <a:spLocks noGrp="1"/>
          </p:cNvSpPr>
          <p:nvPr>
            <p:ph type="sldNum" sz="quarter" idx="51"/>
          </p:nvPr>
        </p:nvSpPr>
        <p:spPr/>
        <p:txBody>
          <a:bodyPr/>
          <a:lstStyle>
            <a:lvl1pPr>
              <a:defRPr/>
            </a:lvl1pPr>
          </a:lstStyle>
          <a:p>
            <a:fld id="{4A9EBD57-3091-C548-9F5E-83F63CC3338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3" name="Footer Placeholder 12"/>
          <p:cNvSpPr>
            <a:spLocks noGrp="1"/>
          </p:cNvSpPr>
          <p:nvPr>
            <p:ph type="ftr" sz="quarter" idx="5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4455457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Major and Sub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609600" y="1335024"/>
            <a:ext cx="1828800" cy="2322576"/>
          </a:xfrm>
          <a:prstGeom prst="rect">
            <a:avLst/>
          </a:prstGeom>
          <a:solidFill>
            <a:srgbClr val="B01C2E"/>
          </a:solidFill>
        </p:spPr>
        <p:txBody>
          <a:bodyPr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5"/>
          <p:cNvSpPr>
            <a:spLocks noGrp="1"/>
          </p:cNvSpPr>
          <p:nvPr>
            <p:ph type="body" sz="quarter" idx="22"/>
          </p:nvPr>
        </p:nvSpPr>
        <p:spPr>
          <a:xfrm>
            <a:off x="609600" y="3744363"/>
            <a:ext cx="1828800" cy="2322576"/>
          </a:xfrm>
          <a:prstGeom prst="rect">
            <a:avLst/>
          </a:prstGeom>
          <a:solidFill>
            <a:srgbClr val="B01C2E"/>
          </a:solidFill>
        </p:spPr>
        <p:txBody>
          <a:bodyPr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2540000" y="1348565"/>
            <a:ext cx="1219200" cy="7772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2540000" y="3763963"/>
            <a:ext cx="1219200" cy="7772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25"/>
          </p:nvPr>
        </p:nvSpPr>
        <p:spPr>
          <a:xfrm>
            <a:off x="2540000" y="2199167"/>
            <a:ext cx="1219200" cy="14630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5"/>
          <p:cNvSpPr>
            <a:spLocks noGrp="1"/>
          </p:cNvSpPr>
          <p:nvPr>
            <p:ph type="body" sz="quarter" idx="26"/>
          </p:nvPr>
        </p:nvSpPr>
        <p:spPr>
          <a:xfrm>
            <a:off x="2540000" y="4619625"/>
            <a:ext cx="1219200" cy="14630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3759200" y="1348565"/>
            <a:ext cx="7827264" cy="777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3759200" y="3763963"/>
            <a:ext cx="7827264" cy="777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3759200" y="2199167"/>
            <a:ext cx="7827264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3759200" y="4619625"/>
            <a:ext cx="7827264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1622A13A-1CFD-CA4E-A8DD-C641C07281E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3" name="Footer Placeholder 12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7444763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Vertica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4"/>
          <p:cNvSpPr>
            <a:spLocks/>
          </p:cNvSpPr>
          <p:nvPr userDrawn="1"/>
        </p:nvSpPr>
        <p:spPr bwMode="auto">
          <a:xfrm>
            <a:off x="6195484" y="1914525"/>
            <a:ext cx="4876800" cy="4184650"/>
          </a:xfrm>
          <a:custGeom>
            <a:avLst/>
            <a:gdLst>
              <a:gd name="T0" fmla="*/ 2147483647 w 2475"/>
              <a:gd name="T1" fmla="*/ 2147483647 h 2469"/>
              <a:gd name="T2" fmla="*/ 2147483647 w 2475"/>
              <a:gd name="T3" fmla="*/ 0 h 2469"/>
              <a:gd name="T4" fmla="*/ 2147483647 w 2475"/>
              <a:gd name="T5" fmla="*/ 2147483647 h 2469"/>
              <a:gd name="T6" fmla="*/ 0 w 2475"/>
              <a:gd name="T7" fmla="*/ 2147483647 h 2469"/>
              <a:gd name="T8" fmla="*/ 0 w 2475"/>
              <a:gd name="T9" fmla="*/ 0 h 2469"/>
              <a:gd name="T10" fmla="*/ 2147483647 w 2475"/>
              <a:gd name="T11" fmla="*/ 2147483647 h 2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75" h="2469">
                <a:moveTo>
                  <a:pt x="1235" y="147"/>
                </a:moveTo>
                <a:lnTo>
                  <a:pt x="2475" y="0"/>
                </a:lnTo>
                <a:lnTo>
                  <a:pt x="2475" y="2469"/>
                </a:lnTo>
                <a:lnTo>
                  <a:pt x="0" y="2469"/>
                </a:lnTo>
                <a:lnTo>
                  <a:pt x="0" y="0"/>
                </a:lnTo>
                <a:lnTo>
                  <a:pt x="1235" y="147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2880" tIns="365760" rIns="182880" bIns="182880"/>
          <a:lstStyle/>
          <a:p>
            <a:endParaRPr lang="en-US" sz="1800"/>
          </a:p>
        </p:txBody>
      </p:sp>
      <p:sp>
        <p:nvSpPr>
          <p:cNvPr id="8" name="Freeform 4"/>
          <p:cNvSpPr>
            <a:spLocks/>
          </p:cNvSpPr>
          <p:nvPr userDrawn="1"/>
        </p:nvSpPr>
        <p:spPr bwMode="auto">
          <a:xfrm>
            <a:off x="1003300" y="1914525"/>
            <a:ext cx="4876800" cy="4184650"/>
          </a:xfrm>
          <a:custGeom>
            <a:avLst/>
            <a:gdLst>
              <a:gd name="T0" fmla="*/ 2147483647 w 2475"/>
              <a:gd name="T1" fmla="*/ 2147483647 h 2469"/>
              <a:gd name="T2" fmla="*/ 2147483647 w 2475"/>
              <a:gd name="T3" fmla="*/ 0 h 2469"/>
              <a:gd name="T4" fmla="*/ 2147483647 w 2475"/>
              <a:gd name="T5" fmla="*/ 2147483647 h 2469"/>
              <a:gd name="T6" fmla="*/ 0 w 2475"/>
              <a:gd name="T7" fmla="*/ 2147483647 h 2469"/>
              <a:gd name="T8" fmla="*/ 0 w 2475"/>
              <a:gd name="T9" fmla="*/ 0 h 2469"/>
              <a:gd name="T10" fmla="*/ 2147483647 w 2475"/>
              <a:gd name="T11" fmla="*/ 2147483647 h 2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75" h="2469">
                <a:moveTo>
                  <a:pt x="1235" y="147"/>
                </a:moveTo>
                <a:lnTo>
                  <a:pt x="2475" y="0"/>
                </a:lnTo>
                <a:lnTo>
                  <a:pt x="2475" y="2469"/>
                </a:lnTo>
                <a:lnTo>
                  <a:pt x="0" y="2469"/>
                </a:lnTo>
                <a:lnTo>
                  <a:pt x="0" y="0"/>
                </a:lnTo>
                <a:lnTo>
                  <a:pt x="1235" y="147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2880" tIns="365760" rIns="182880" bIns="182880"/>
          <a:lstStyle/>
          <a:p>
            <a:endParaRPr lang="en-US" sz="180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3122762" y="-699446"/>
            <a:ext cx="636898" cy="4876800"/>
          </a:xfrm>
          <a:prstGeom prst="homePlate">
            <a:avLst>
              <a:gd name="adj" fmla="val 35000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25"/>
          </p:nvPr>
        </p:nvSpPr>
        <p:spPr>
          <a:xfrm rot="5400000">
            <a:off x="8315844" y="-699446"/>
            <a:ext cx="636898" cy="4876800"/>
          </a:xfrm>
          <a:prstGeom prst="homePlate">
            <a:avLst>
              <a:gd name="adj" fmla="val 35000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1002811" y="2282953"/>
            <a:ext cx="487680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6195893" y="2282953"/>
            <a:ext cx="487680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9"/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/>
            </a:lvl1pPr>
          </a:lstStyle>
          <a:p>
            <a:fld id="{9B3A2EF8-18A0-3548-8284-3CDE95E84B9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10"/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3240263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Vertical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4"/>
          <p:cNvSpPr>
            <a:spLocks/>
          </p:cNvSpPr>
          <p:nvPr userDrawn="1"/>
        </p:nvSpPr>
        <p:spPr bwMode="auto">
          <a:xfrm>
            <a:off x="588434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/>
          </a:p>
        </p:txBody>
      </p:sp>
      <p:sp>
        <p:nvSpPr>
          <p:cNvPr id="12" name="Freeform 4"/>
          <p:cNvSpPr>
            <a:spLocks/>
          </p:cNvSpPr>
          <p:nvPr userDrawn="1"/>
        </p:nvSpPr>
        <p:spPr bwMode="auto">
          <a:xfrm>
            <a:off x="3403600" y="1911351"/>
            <a:ext cx="2559051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/>
          </a:p>
        </p:txBody>
      </p:sp>
      <p:sp>
        <p:nvSpPr>
          <p:cNvPr id="13" name="Freeform 4"/>
          <p:cNvSpPr>
            <a:spLocks/>
          </p:cNvSpPr>
          <p:nvPr userDrawn="1"/>
        </p:nvSpPr>
        <p:spPr bwMode="auto">
          <a:xfrm>
            <a:off x="6197601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/>
          </a:p>
        </p:txBody>
      </p:sp>
      <p:sp>
        <p:nvSpPr>
          <p:cNvPr id="14" name="Freeform 4"/>
          <p:cNvSpPr>
            <a:spLocks/>
          </p:cNvSpPr>
          <p:nvPr userDrawn="1"/>
        </p:nvSpPr>
        <p:spPr bwMode="auto">
          <a:xfrm>
            <a:off x="9027585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1563115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27"/>
          </p:nvPr>
        </p:nvSpPr>
        <p:spPr>
          <a:xfrm rot="5400000">
            <a:off x="4377013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8"/>
          <p:cNvSpPr>
            <a:spLocks noGrp="1"/>
          </p:cNvSpPr>
          <p:nvPr>
            <p:ph type="body" sz="quarter" idx="28"/>
          </p:nvPr>
        </p:nvSpPr>
        <p:spPr>
          <a:xfrm rot="5400000">
            <a:off x="7171436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29"/>
          </p:nvPr>
        </p:nvSpPr>
        <p:spPr>
          <a:xfrm rot="5400000">
            <a:off x="10002267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589279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3403177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6197600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9028431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6D75ED15-758A-614E-A17B-56CD5E692F6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2525267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451104" y="1450181"/>
            <a:ext cx="3462528" cy="457200"/>
          </a:xfrm>
          <a:prstGeom prst="homePlate">
            <a:avLst>
              <a:gd name="adj" fmla="val 33316"/>
            </a:avLst>
          </a:prstGeom>
          <a:solidFill>
            <a:srgbClr val="B01C2E"/>
          </a:solidFill>
          <a:ln w="6350">
            <a:solidFill>
              <a:srgbClr val="A9A9A9"/>
            </a:solidFill>
          </a:ln>
        </p:spPr>
        <p:txBody>
          <a:bodyPr lIns="137160" tIns="137160" rIns="274320" bIns="137160" anchor="ctr"/>
          <a:lstStyle>
            <a:lvl1pPr marL="0" indent="0" algn="l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4364739" y="1447805"/>
            <a:ext cx="3534833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29"/>
          </p:nvPr>
        </p:nvSpPr>
        <p:spPr>
          <a:xfrm>
            <a:off x="8278372" y="1447805"/>
            <a:ext cx="3534833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4364736" y="2057400"/>
            <a:ext cx="3364992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8278368" y="2057400"/>
            <a:ext cx="3364992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451104" y="2057402"/>
            <a:ext cx="3364992" cy="276999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>
            <a:spAutoFit/>
          </a:bodyPr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8A4AF9FF-8501-8442-BA34-6C86C862CF8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7784782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rg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8"/>
          <p:cNvSpPr>
            <a:spLocks noGrp="1"/>
          </p:cNvSpPr>
          <p:nvPr>
            <p:ph type="body" sz="quarter" idx="29"/>
          </p:nvPr>
        </p:nvSpPr>
        <p:spPr>
          <a:xfrm>
            <a:off x="9505696" y="1493520"/>
            <a:ext cx="1975104" cy="47548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lIns="45720" anchor="t"/>
          <a:lstStyle>
            <a:lvl1pPr marL="164592" indent="-164592" algn="l">
              <a:lnSpc>
                <a:spcPts val="140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Char char="§"/>
              <a:defRPr sz="1200" b="0">
                <a:solidFill>
                  <a:srgbClr val="000000"/>
                </a:solidFill>
              </a:defRPr>
            </a:lvl1pPr>
            <a:lvl2pPr marL="164592" indent="0" algn="l">
              <a:spcBef>
                <a:spcPts val="700"/>
              </a:spcBef>
              <a:buNone/>
              <a:defRPr sz="1200" b="0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609600" y="16002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C0C0"/>
              </a:buClr>
              <a:buSzTx/>
              <a:buFont typeface="Wingdings 2" pitchFamily="18" charset="2"/>
              <a:buChar char="¡"/>
              <a:tabLst/>
              <a:defRPr sz="1200" b="1" baseline="0">
                <a:solidFill>
                  <a:srgbClr val="FFFFFF"/>
                </a:solidFill>
              </a:defRPr>
            </a:lvl1pPr>
            <a:lvl2pPr marL="117475" indent="0">
              <a:buFontTx/>
              <a:buNone/>
              <a:defRPr sz="10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3"/>
          </p:nvPr>
        </p:nvSpPr>
        <p:spPr>
          <a:xfrm>
            <a:off x="609600" y="48768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¡"/>
              <a:tabLst/>
              <a:defRPr lang="en-US" sz="1200" b="1" kern="120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117475" indent="0">
              <a:buFontTx/>
              <a:buNone/>
              <a:defRPr sz="10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609600" y="32385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¡"/>
              <a:tabLst/>
              <a:defRPr lang="en-US" sz="1200" b="1" kern="120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117475" indent="0">
              <a:buFontTx/>
              <a:buNone/>
              <a:defRPr sz="10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2922016" y="16002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64592" marR="0" indent="-16459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64592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03504" indent="-164592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768096" indent="-164592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914400" indent="-164592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922016" y="32385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64592" marR="0" indent="-16459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64592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03504" indent="-164592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768096" indent="-164592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914400" indent="-164592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922016" y="48768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64592" marR="0" indent="-16459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64592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03504" indent="-164592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768096" indent="-164592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914400" indent="-164592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/>
            </a:lvl1pPr>
          </a:lstStyle>
          <a:p>
            <a:fld id="{00398512-78EB-D84B-88E3-8EFD360D49E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4004918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Two palettes moving forw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3"/>
          <p:cNvSpPr>
            <a:spLocks noChangeArrowheads="1"/>
          </p:cNvSpPr>
          <p:nvPr userDrawn="1"/>
        </p:nvSpPr>
        <p:spPr bwMode="auto">
          <a:xfrm>
            <a:off x="912284" y="2635250"/>
            <a:ext cx="10369549" cy="1587500"/>
          </a:xfrm>
          <a:prstGeom prst="homePlate">
            <a:avLst>
              <a:gd name="adj" fmla="val 32592"/>
            </a:avLst>
          </a:prstGeom>
          <a:gradFill rotWithShape="1">
            <a:gsLst>
              <a:gs pos="0">
                <a:srgbClr val="9E9E9E"/>
              </a:gs>
              <a:gs pos="50000">
                <a:srgbClr val="C4C4C4"/>
              </a:gs>
              <a:gs pos="100000">
                <a:srgbClr val="E3E3E3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91440" bIns="9144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 sz="1800">
              <a:latin typeface="Arial" charset="0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402080" y="1417320"/>
            <a:ext cx="4389120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6096000" y="1417320"/>
            <a:ext cx="4389120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0"/>
          </p:nvPr>
        </p:nvSpPr>
        <p:spPr>
          <a:xfrm>
            <a:off x="1402080" y="1874520"/>
            <a:ext cx="438912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10"/>
          <p:cNvSpPr>
            <a:spLocks noGrp="1"/>
          </p:cNvSpPr>
          <p:nvPr>
            <p:ph sz="quarter" idx="24"/>
          </p:nvPr>
        </p:nvSpPr>
        <p:spPr>
          <a:xfrm>
            <a:off x="6096000" y="1874520"/>
            <a:ext cx="438912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fld id="{6CB47071-B393-DC4F-9921-408D035EE57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4209844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li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>
            <a:spLocks/>
          </p:cNvSpPr>
          <p:nvPr userDrawn="1"/>
        </p:nvSpPr>
        <p:spPr bwMode="auto">
          <a:xfrm>
            <a:off x="5846233" y="3341688"/>
            <a:ext cx="501651" cy="1403350"/>
          </a:xfrm>
          <a:custGeom>
            <a:avLst/>
            <a:gdLst>
              <a:gd name="T0" fmla="*/ 2147483647 w 176"/>
              <a:gd name="T1" fmla="*/ 0 h 608"/>
              <a:gd name="T2" fmla="*/ 0 w 176"/>
              <a:gd name="T3" fmla="*/ 2147483647 h 608"/>
              <a:gd name="T4" fmla="*/ 2147483647 w 176"/>
              <a:gd name="T5" fmla="*/ 2147483647 h 608"/>
              <a:gd name="T6" fmla="*/ 0 w 176"/>
              <a:gd name="T7" fmla="*/ 2147483647 h 608"/>
              <a:gd name="T8" fmla="*/ 2147483647 w 176"/>
              <a:gd name="T9" fmla="*/ 2147483647 h 608"/>
              <a:gd name="T10" fmla="*/ 2147483647 w 176"/>
              <a:gd name="T11" fmla="*/ 2147483647 h 608"/>
              <a:gd name="T12" fmla="*/ 0 w 176"/>
              <a:gd name="T13" fmla="*/ 2147483647 h 608"/>
              <a:gd name="T14" fmla="*/ 0 w 176"/>
              <a:gd name="T15" fmla="*/ 2147483647 h 608"/>
              <a:gd name="T16" fmla="*/ 2147483647 w 176"/>
              <a:gd name="T17" fmla="*/ 2147483647 h 608"/>
              <a:gd name="T18" fmla="*/ 2147483647 w 176"/>
              <a:gd name="T19" fmla="*/ 2147483647 h 608"/>
              <a:gd name="T20" fmla="*/ 2147483647 w 176"/>
              <a:gd name="T21" fmla="*/ 2147483647 h 608"/>
              <a:gd name="T22" fmla="*/ 2147483647 w 176"/>
              <a:gd name="T23" fmla="*/ 2147483647 h 608"/>
              <a:gd name="T24" fmla="*/ 2147483647 w 176"/>
              <a:gd name="T25" fmla="*/ 2147483647 h 608"/>
              <a:gd name="T26" fmla="*/ 2147483647 w 176"/>
              <a:gd name="T27" fmla="*/ 2147483647 h 608"/>
              <a:gd name="T28" fmla="*/ 2147483647 w 176"/>
              <a:gd name="T29" fmla="*/ 0 h 608"/>
              <a:gd name="T30" fmla="*/ 2147483647 w 176"/>
              <a:gd name="T31" fmla="*/ 0 h 608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176" h="608">
                <a:moveTo>
                  <a:pt x="72" y="0"/>
                </a:moveTo>
                <a:lnTo>
                  <a:pt x="0" y="232"/>
                </a:lnTo>
                <a:lnTo>
                  <a:pt x="48" y="232"/>
                </a:lnTo>
                <a:lnTo>
                  <a:pt x="0" y="376"/>
                </a:lnTo>
                <a:lnTo>
                  <a:pt x="72" y="376"/>
                </a:lnTo>
                <a:lnTo>
                  <a:pt x="32" y="504"/>
                </a:lnTo>
                <a:lnTo>
                  <a:pt x="0" y="504"/>
                </a:lnTo>
                <a:lnTo>
                  <a:pt x="0" y="608"/>
                </a:lnTo>
                <a:lnTo>
                  <a:pt x="96" y="496"/>
                </a:lnTo>
                <a:lnTo>
                  <a:pt x="48" y="504"/>
                </a:lnTo>
                <a:lnTo>
                  <a:pt x="144" y="336"/>
                </a:lnTo>
                <a:lnTo>
                  <a:pt x="72" y="336"/>
                </a:lnTo>
                <a:lnTo>
                  <a:pt x="144" y="192"/>
                </a:lnTo>
                <a:lnTo>
                  <a:pt x="88" y="192"/>
                </a:lnTo>
                <a:lnTo>
                  <a:pt x="176" y="0"/>
                </a:lnTo>
                <a:lnTo>
                  <a:pt x="72" y="0"/>
                </a:lnTo>
                <a:close/>
              </a:path>
            </a:pathLst>
          </a:custGeom>
          <a:solidFill>
            <a:srgbClr val="B01C2E"/>
          </a:solidFill>
          <a:ln w="6350" cap="flat" cmpd="sng">
            <a:solidFill>
              <a:srgbClr val="B01C2E"/>
            </a:solidFill>
            <a:prstDash val="solid"/>
            <a:round/>
            <a:headEnd/>
            <a:tailEnd/>
          </a:ln>
        </p:spPr>
        <p:txBody>
          <a:bodyPr lIns="72000" tIns="72000" rIns="72000" bIns="72000" anchor="ctr"/>
          <a:lstStyle/>
          <a:p>
            <a:endParaRPr lang="en-US" sz="180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13536" y="1417320"/>
            <a:ext cx="4047744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7022169" y="1417320"/>
            <a:ext cx="4072128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1113536" y="1874520"/>
            <a:ext cx="4389120" cy="4343400"/>
          </a:xfrm>
          <a:prstGeom prst="homePlate">
            <a:avLst>
              <a:gd name="adj" fmla="val 7684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4"/>
          </p:nvPr>
        </p:nvSpPr>
        <p:spPr>
          <a:xfrm flipH="1">
            <a:off x="6705177" y="1874520"/>
            <a:ext cx="4389120" cy="4343400"/>
          </a:xfrm>
          <a:prstGeom prst="homePlate">
            <a:avLst>
              <a:gd name="adj" fmla="val 7343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22860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fld id="{6C637242-61C1-4C47-AFEF-079B86936FE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" name="Footer Placeholder 12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179405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10"/>
          <p:cNvSpPr>
            <a:spLocks noGrp="1"/>
          </p:cNvSpPr>
          <p:nvPr>
            <p:ph sz="quarter" idx="35"/>
          </p:nvPr>
        </p:nvSpPr>
        <p:spPr>
          <a:xfrm>
            <a:off x="8242300" y="1577977"/>
            <a:ext cx="3316224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0" rIns="9144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10"/>
          <p:cNvSpPr>
            <a:spLocks noGrp="1"/>
          </p:cNvSpPr>
          <p:nvPr>
            <p:ph sz="quarter" idx="20"/>
          </p:nvPr>
        </p:nvSpPr>
        <p:spPr>
          <a:xfrm>
            <a:off x="646176" y="1577977"/>
            <a:ext cx="3316224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0"/>
          </p:nvPr>
        </p:nvSpPr>
        <p:spPr>
          <a:xfrm>
            <a:off x="3556000" y="182880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3"/>
          <p:cNvSpPr>
            <a:spLocks noGrp="1"/>
          </p:cNvSpPr>
          <p:nvPr>
            <p:ph type="body" sz="quarter" idx="21"/>
          </p:nvPr>
        </p:nvSpPr>
        <p:spPr>
          <a:xfrm>
            <a:off x="3556000" y="242316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3"/>
          <p:cNvSpPr>
            <a:spLocks noGrp="1"/>
          </p:cNvSpPr>
          <p:nvPr>
            <p:ph type="body" sz="quarter" idx="22"/>
          </p:nvPr>
        </p:nvSpPr>
        <p:spPr>
          <a:xfrm>
            <a:off x="3556000" y="301752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3"/>
          <p:cNvSpPr>
            <a:spLocks noGrp="1"/>
          </p:cNvSpPr>
          <p:nvPr>
            <p:ph type="body" sz="quarter" idx="23"/>
          </p:nvPr>
        </p:nvSpPr>
        <p:spPr>
          <a:xfrm>
            <a:off x="3556000" y="361188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3"/>
          <p:cNvSpPr>
            <a:spLocks noGrp="1"/>
          </p:cNvSpPr>
          <p:nvPr>
            <p:ph type="body" sz="quarter" idx="24"/>
          </p:nvPr>
        </p:nvSpPr>
        <p:spPr>
          <a:xfrm>
            <a:off x="3556000" y="420624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3"/>
          <p:cNvSpPr>
            <a:spLocks noGrp="1"/>
          </p:cNvSpPr>
          <p:nvPr>
            <p:ph type="body" sz="quarter" idx="25"/>
          </p:nvPr>
        </p:nvSpPr>
        <p:spPr>
          <a:xfrm>
            <a:off x="3556000" y="480060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3352800" y="1981200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3352800" y="2570074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3352800" y="3158948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3352800" y="3747822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3352800" y="4336696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34"/>
          </p:nvPr>
        </p:nvSpPr>
        <p:spPr>
          <a:xfrm>
            <a:off x="3352800" y="4925568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6F716D94-026E-1240-A247-91A0127FD88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8477543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Horizontal chevr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528320" y="160020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3495040" y="160020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528320" y="274828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31"/>
          </p:nvPr>
        </p:nvSpPr>
        <p:spPr>
          <a:xfrm>
            <a:off x="3495040" y="274828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528320" y="389636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3"/>
          </p:nvPr>
        </p:nvSpPr>
        <p:spPr>
          <a:xfrm>
            <a:off x="3495040" y="389636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536355" y="504444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35"/>
          </p:nvPr>
        </p:nvSpPr>
        <p:spPr>
          <a:xfrm>
            <a:off x="3503075" y="504444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DDD5FA0E-3EAB-CB47-B428-C2E5915BFD6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8657053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Vertical chevr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3"/>
          <p:cNvSpPr>
            <a:spLocks noGrp="1"/>
          </p:cNvSpPr>
          <p:nvPr>
            <p:ph type="body" sz="quarter" idx="17"/>
          </p:nvPr>
        </p:nvSpPr>
        <p:spPr>
          <a:xfrm rot="5400000">
            <a:off x="1187196" y="794005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3149600" y="1371600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3149600" y="2474977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31"/>
          </p:nvPr>
        </p:nvSpPr>
        <p:spPr>
          <a:xfrm>
            <a:off x="3149600" y="3578353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3149600" y="4681728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13"/>
          <p:cNvSpPr>
            <a:spLocks noGrp="1"/>
          </p:cNvSpPr>
          <p:nvPr>
            <p:ph type="body" sz="quarter" idx="33"/>
          </p:nvPr>
        </p:nvSpPr>
        <p:spPr>
          <a:xfrm rot="5400000">
            <a:off x="1187196" y="1897381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3"/>
          <p:cNvSpPr>
            <a:spLocks noGrp="1"/>
          </p:cNvSpPr>
          <p:nvPr>
            <p:ph type="body" sz="quarter" idx="34"/>
          </p:nvPr>
        </p:nvSpPr>
        <p:spPr>
          <a:xfrm rot="5400000">
            <a:off x="1187196" y="3000757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3"/>
          <p:cNvSpPr>
            <a:spLocks noGrp="1"/>
          </p:cNvSpPr>
          <p:nvPr>
            <p:ph type="body" sz="quarter" idx="35"/>
          </p:nvPr>
        </p:nvSpPr>
        <p:spPr>
          <a:xfrm rot="5400000">
            <a:off x="1187196" y="4104132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4835DA82-056E-9542-8819-BE1B86DFF07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131279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tr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8"/>
          <p:cNvSpPr>
            <a:spLocks noChangeArrowheads="1"/>
          </p:cNvSpPr>
          <p:nvPr userDrawn="1"/>
        </p:nvSpPr>
        <p:spPr bwMode="auto">
          <a:xfrm rot="5400000">
            <a:off x="7797801" y="3117850"/>
            <a:ext cx="4406900" cy="1828800"/>
          </a:xfrm>
          <a:prstGeom prst="homePlate">
            <a:avLst>
              <a:gd name="adj" fmla="val 19772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2" name="AutoShape 4"/>
          <p:cNvSpPr>
            <a:spLocks noChangeArrowheads="1"/>
          </p:cNvSpPr>
          <p:nvPr userDrawn="1"/>
        </p:nvSpPr>
        <p:spPr bwMode="auto">
          <a:xfrm rot="5400000">
            <a:off x="-277813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3" name="AutoShape 5"/>
          <p:cNvSpPr>
            <a:spLocks noChangeArrowheads="1"/>
          </p:cNvSpPr>
          <p:nvPr userDrawn="1"/>
        </p:nvSpPr>
        <p:spPr bwMode="auto">
          <a:xfrm rot="5400000">
            <a:off x="1741488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4" name="AutoShape 6"/>
          <p:cNvSpPr>
            <a:spLocks noChangeArrowheads="1"/>
          </p:cNvSpPr>
          <p:nvPr userDrawn="1"/>
        </p:nvSpPr>
        <p:spPr bwMode="auto">
          <a:xfrm rot="5400000">
            <a:off x="3758672" y="3122613"/>
            <a:ext cx="4416425" cy="1828800"/>
          </a:xfrm>
          <a:prstGeom prst="homePlate">
            <a:avLst>
              <a:gd name="adj" fmla="val 19772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5" name="AutoShape 7"/>
          <p:cNvSpPr>
            <a:spLocks noChangeArrowheads="1"/>
          </p:cNvSpPr>
          <p:nvPr userDrawn="1"/>
        </p:nvSpPr>
        <p:spPr bwMode="auto">
          <a:xfrm rot="5400000">
            <a:off x="5777972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/>
          </p:nvPr>
        </p:nvSpPr>
        <p:spPr>
          <a:xfrm>
            <a:off x="1016000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11"/>
          </p:nvPr>
        </p:nvSpPr>
        <p:spPr>
          <a:xfrm>
            <a:off x="3035300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052484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7071784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9086851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812800" y="2133601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812800" y="3390901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  <a:lvl4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812800" y="4648200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  <a:lvl4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fld id="{4755A724-3117-D848-90FF-6F79FEC2065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87194213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Chevrons resulting Fr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4364736" y="1444752"/>
            <a:ext cx="3462528" cy="3968496"/>
          </a:xfrm>
          <a:prstGeom prst="rect">
            <a:avLst/>
          </a:prstGeom>
        </p:spPr>
        <p:txBody>
          <a:bodyPr wrap="square" lIns="640080" rIns="640080" anchor="ctr" anchorCtr="1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7160768" y="152400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31"/>
          </p:nvPr>
        </p:nvSpPr>
        <p:spPr>
          <a:xfrm flipH="1">
            <a:off x="812800" y="152400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7160768" y="255016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3"/>
          </p:nvPr>
        </p:nvSpPr>
        <p:spPr>
          <a:xfrm flipH="1">
            <a:off x="812800" y="255016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7160768" y="357632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35"/>
          </p:nvPr>
        </p:nvSpPr>
        <p:spPr>
          <a:xfrm flipH="1">
            <a:off x="812800" y="357632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6"/>
          </p:nvPr>
        </p:nvSpPr>
        <p:spPr>
          <a:xfrm>
            <a:off x="7160768" y="460248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4" name="Text Placeholder 19"/>
          <p:cNvSpPr>
            <a:spLocks noGrp="1"/>
          </p:cNvSpPr>
          <p:nvPr>
            <p:ph type="body" sz="quarter" idx="37"/>
          </p:nvPr>
        </p:nvSpPr>
        <p:spPr>
          <a:xfrm flipH="1">
            <a:off x="812800" y="460248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lide Number Placeholder 9"/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>
              <a:defRPr/>
            </a:lvl1pPr>
          </a:lstStyle>
          <a:p>
            <a:fld id="{BA6B416F-5AE6-D74C-AE38-5D34E63DFA9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5" name="Footer Placeholder 12"/>
          <p:cNvSpPr>
            <a:spLocks noGrp="1"/>
          </p:cNvSpPr>
          <p:nvPr>
            <p:ph type="ftr" sz="quarter" idx="39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23541069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Chevrons leading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8331200" y="1420504"/>
            <a:ext cx="3450336" cy="480060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2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2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1115568">
              <a:buClr>
                <a:srgbClr val="B01C1A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670560" y="15544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670560" y="27482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670560" y="39420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23"/>
          </p:nvPr>
        </p:nvSpPr>
        <p:spPr>
          <a:xfrm>
            <a:off x="670560" y="51358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/>
            </a:lvl1pPr>
          </a:lstStyle>
          <a:p>
            <a:fld id="{12EFD6B5-614C-464C-AC16-8E45A0815BB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5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70695512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s and threads with ar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406400" y="2362200"/>
            <a:ext cx="8156448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1000" b="1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3"/>
          </p:nvPr>
        </p:nvSpPr>
        <p:spPr>
          <a:xfrm>
            <a:off x="406400" y="3491484"/>
            <a:ext cx="8128000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1000" b="1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406400" y="4620768"/>
            <a:ext cx="8128000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1000" b="1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21"/>
          </p:nvPr>
        </p:nvSpPr>
        <p:spPr>
          <a:xfrm>
            <a:off x="8548577" y="1417320"/>
            <a:ext cx="2804160" cy="429768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7"/>
          </p:nvPr>
        </p:nvSpPr>
        <p:spPr>
          <a:xfrm>
            <a:off x="5854700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0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0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0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3698748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0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0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0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29"/>
          </p:nvPr>
        </p:nvSpPr>
        <p:spPr>
          <a:xfrm>
            <a:off x="1542796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0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0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0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5"/>
          <p:cNvSpPr>
            <a:spLocks noGrp="1"/>
          </p:cNvSpPr>
          <p:nvPr>
            <p:ph type="body" sz="quarter" idx="30"/>
          </p:nvPr>
        </p:nvSpPr>
        <p:spPr>
          <a:xfrm>
            <a:off x="1542796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5"/>
          <p:cNvSpPr>
            <a:spLocks noGrp="1"/>
          </p:cNvSpPr>
          <p:nvPr>
            <p:ph type="body" sz="quarter" idx="31"/>
          </p:nvPr>
        </p:nvSpPr>
        <p:spPr>
          <a:xfrm>
            <a:off x="3698748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5"/>
          <p:cNvSpPr>
            <a:spLocks noGrp="1"/>
          </p:cNvSpPr>
          <p:nvPr>
            <p:ph type="body" sz="quarter" idx="32"/>
          </p:nvPr>
        </p:nvSpPr>
        <p:spPr>
          <a:xfrm>
            <a:off x="5854700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0"/>
          <p:cNvSpPr>
            <a:spLocks noGrp="1"/>
          </p:cNvSpPr>
          <p:nvPr>
            <p:ph sz="quarter" idx="20"/>
          </p:nvPr>
        </p:nvSpPr>
        <p:spPr>
          <a:xfrm>
            <a:off x="8548577" y="1861185"/>
            <a:ext cx="280416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08AE5534-AA48-F74E-87DE-645A72BA9DD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2" name="Footer Placeholder 12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6318878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Ph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1"/>
          <p:cNvSpPr>
            <a:spLocks/>
          </p:cNvSpPr>
          <p:nvPr userDrawn="1"/>
        </p:nvSpPr>
        <p:spPr bwMode="auto">
          <a:xfrm>
            <a:off x="4091518" y="1981201"/>
            <a:ext cx="3382433" cy="339725"/>
          </a:xfrm>
          <a:custGeom>
            <a:avLst/>
            <a:gdLst>
              <a:gd name="T0" fmla="*/ 0 w 2536891"/>
              <a:gd name="T1" fmla="*/ 0 h 488372"/>
              <a:gd name="T2" fmla="*/ 1942613 w 2536891"/>
              <a:gd name="T3" fmla="*/ 0 h 488372"/>
              <a:gd name="T4" fmla="*/ 2455867 w 2536891"/>
              <a:gd name="T5" fmla="*/ 200 h 488372"/>
              <a:gd name="T6" fmla="*/ 2536627 w 2536891"/>
              <a:gd name="T7" fmla="*/ 114356 h 488372"/>
              <a:gd name="T8" fmla="*/ 131751 w 2536891"/>
              <a:gd name="T9" fmla="*/ 114356 h 488372"/>
              <a:gd name="T10" fmla="*/ 81090 w 2536891"/>
              <a:gd name="T11" fmla="*/ 113442 h 488372"/>
              <a:gd name="T12" fmla="*/ 0 w 2536891"/>
              <a:gd name="T13" fmla="*/ 0 h 4883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536891" h="488372">
                <a:moveTo>
                  <a:pt x="0" y="0"/>
                </a:moveTo>
                <a:lnTo>
                  <a:pt x="1942817" y="0"/>
                </a:lnTo>
                <a:lnTo>
                  <a:pt x="2456123" y="856"/>
                </a:lnTo>
                <a:lnTo>
                  <a:pt x="2536891" y="488372"/>
                </a:lnTo>
                <a:lnTo>
                  <a:pt x="131763" y="488372"/>
                </a:lnTo>
                <a:lnTo>
                  <a:pt x="81098" y="484467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800"/>
          </a:p>
        </p:txBody>
      </p:sp>
      <p:sp>
        <p:nvSpPr>
          <p:cNvPr id="17" name="Freeform 13"/>
          <p:cNvSpPr>
            <a:spLocks/>
          </p:cNvSpPr>
          <p:nvPr userDrawn="1"/>
        </p:nvSpPr>
        <p:spPr bwMode="auto">
          <a:xfrm>
            <a:off x="609601" y="1982789"/>
            <a:ext cx="3373967" cy="339725"/>
          </a:xfrm>
          <a:custGeom>
            <a:avLst/>
            <a:gdLst>
              <a:gd name="T0" fmla="*/ 0 w 2529680"/>
              <a:gd name="T1" fmla="*/ 0 h 488372"/>
              <a:gd name="T2" fmla="*/ 1945261 w 2529680"/>
              <a:gd name="T3" fmla="*/ 0 h 488372"/>
              <a:gd name="T4" fmla="*/ 2463980 w 2529680"/>
              <a:gd name="T5" fmla="*/ 200 h 488372"/>
              <a:gd name="T6" fmla="*/ 2532861 w 2529680"/>
              <a:gd name="T7" fmla="*/ 113442 h 488372"/>
              <a:gd name="T8" fmla="*/ 0 w 2529680"/>
              <a:gd name="T9" fmla="*/ 114356 h 488372"/>
              <a:gd name="T10" fmla="*/ 0 w 2529680"/>
              <a:gd name="T11" fmla="*/ 0 h 488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529680" h="488372">
                <a:moveTo>
                  <a:pt x="0" y="0"/>
                </a:moveTo>
                <a:lnTo>
                  <a:pt x="1942817" y="0"/>
                </a:lnTo>
                <a:lnTo>
                  <a:pt x="2460885" y="856"/>
                </a:lnTo>
                <a:lnTo>
                  <a:pt x="2529680" y="484467"/>
                </a:lnTo>
                <a:lnTo>
                  <a:pt x="0" y="488372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800"/>
          </a:p>
        </p:txBody>
      </p:sp>
      <p:sp>
        <p:nvSpPr>
          <p:cNvPr id="21" name="Freeform 14"/>
          <p:cNvSpPr>
            <a:spLocks/>
          </p:cNvSpPr>
          <p:nvPr userDrawn="1"/>
        </p:nvSpPr>
        <p:spPr bwMode="auto">
          <a:xfrm>
            <a:off x="7579785" y="1981201"/>
            <a:ext cx="3829049" cy="339725"/>
          </a:xfrm>
          <a:custGeom>
            <a:avLst/>
            <a:gdLst>
              <a:gd name="T0" fmla="*/ 0 w 2996886"/>
              <a:gd name="T1" fmla="*/ 0 h 488372"/>
              <a:gd name="T2" fmla="*/ 1638173 w 2996886"/>
              <a:gd name="T3" fmla="*/ 0 h 488372"/>
              <a:gd name="T4" fmla="*/ 2526959 w 2996886"/>
              <a:gd name="T5" fmla="*/ 200 h 488372"/>
              <a:gd name="T6" fmla="*/ 2525539 w 2996886"/>
              <a:gd name="T7" fmla="*/ 114356 h 488372"/>
              <a:gd name="T8" fmla="*/ 60236 w 2996886"/>
              <a:gd name="T9" fmla="*/ 114356 h 488372"/>
              <a:gd name="T10" fmla="*/ 0 w 2996886"/>
              <a:gd name="T11" fmla="*/ 0 h 488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996886" h="488372">
                <a:moveTo>
                  <a:pt x="0" y="0"/>
                </a:moveTo>
                <a:lnTo>
                  <a:pt x="1942817" y="0"/>
                </a:lnTo>
                <a:lnTo>
                  <a:pt x="2996886" y="855"/>
                </a:lnTo>
                <a:cubicBezTo>
                  <a:pt x="2996325" y="163361"/>
                  <a:pt x="2995763" y="325866"/>
                  <a:pt x="2995202" y="488372"/>
                </a:cubicBezTo>
                <a:lnTo>
                  <a:pt x="71438" y="488372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800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16"/>
          </p:nvPr>
        </p:nvSpPr>
        <p:spPr bwMode="gray">
          <a:xfrm>
            <a:off x="7574514" y="1983087"/>
            <a:ext cx="3834321" cy="1903112"/>
          </a:xfrm>
          <a:custGeom>
            <a:avLst/>
            <a:gdLst>
              <a:gd name="connsiteX0" fmla="*/ 0 w 2674468"/>
              <a:gd name="connsiteY0" fmla="*/ 0 h 1724992"/>
              <a:gd name="connsiteX1" fmla="*/ 2472747 w 2674468"/>
              <a:gd name="connsiteY1" fmla="*/ 0 h 1724992"/>
              <a:gd name="connsiteX2" fmla="*/ 2674468 w 2674468"/>
              <a:gd name="connsiteY2" fmla="*/ 862496 h 1724992"/>
              <a:gd name="connsiteX3" fmla="*/ 2472747 w 2674468"/>
              <a:gd name="connsiteY3" fmla="*/ 1724992 h 1724992"/>
              <a:gd name="connsiteX4" fmla="*/ 0 w 2674468"/>
              <a:gd name="connsiteY4" fmla="*/ 1724992 h 1724992"/>
              <a:gd name="connsiteX5" fmla="*/ 201721 w 2674468"/>
              <a:gd name="connsiteY5" fmla="*/ 862496 h 1724992"/>
              <a:gd name="connsiteX6" fmla="*/ 0 w 2674468"/>
              <a:gd name="connsiteY6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201721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2747" h="1724992">
                <a:moveTo>
                  <a:pt x="0" y="0"/>
                </a:moveTo>
                <a:lnTo>
                  <a:pt x="2472747" y="0"/>
                </a:lnTo>
                <a:lnTo>
                  <a:pt x="2472747" y="1724992"/>
                </a:lnTo>
                <a:lnTo>
                  <a:pt x="0" y="1724992"/>
                </a:lnTo>
                <a:lnTo>
                  <a:pt x="169327" y="862496"/>
                </a:lnTo>
                <a:lnTo>
                  <a:pt x="0" y="0"/>
                </a:lnTo>
                <a:close/>
              </a:path>
            </a:pathLst>
          </a:custGeom>
          <a:noFill/>
          <a:ln w="6350">
            <a:solidFill>
              <a:srgbClr val="A9A9A9"/>
            </a:solidFill>
            <a:miter lim="800000"/>
            <a:headEnd/>
            <a:tailEnd/>
          </a:ln>
        </p:spPr>
        <p:txBody>
          <a:bodyPr lIns="411480" tIns="457200" rIns="137160" bIns="13716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20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2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2625" indent="-169863">
              <a:buClr>
                <a:srgbClr val="B01C2E"/>
              </a:buClr>
              <a:defRPr sz="12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4091412" y="1983087"/>
            <a:ext cx="3565957" cy="1903112"/>
          </a:xfrm>
          <a:prstGeom prst="chevron">
            <a:avLst>
              <a:gd name="adj" fmla="val 10431"/>
            </a:avLst>
          </a:prstGeom>
          <a:ln w="6350">
            <a:solidFill>
              <a:srgbClr val="A9A9A9"/>
            </a:solidFill>
          </a:ln>
        </p:spPr>
        <p:txBody>
          <a:bodyPr lIns="137160" tIns="457200" rIns="137160" bIns="13716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2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2625" indent="-169863">
              <a:buClr>
                <a:srgbClr val="B01C2E"/>
              </a:buClr>
              <a:defRPr sz="12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609600" y="4038600"/>
            <a:ext cx="10769600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0"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609600" y="5937504"/>
            <a:ext cx="5266944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173736" algn="l">
              <a:buClr>
                <a:schemeClr val="accent1"/>
              </a:buClr>
              <a:buFont typeface="Wingdings" pitchFamily="2" charset="2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6114371" y="5937504"/>
            <a:ext cx="5266944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173736" algn="l">
              <a:buClr>
                <a:schemeClr val="accent1"/>
              </a:buClr>
              <a:buFont typeface="Wingdings" pitchFamily="2" charset="2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609600" y="1417320"/>
            <a:ext cx="6925056" cy="457200"/>
          </a:xfrm>
          <a:prstGeom prst="homePlate">
            <a:avLst>
              <a:gd name="adj" fmla="val 33316"/>
            </a:avLst>
          </a:prstGeom>
          <a:solidFill>
            <a:srgbClr val="B01C2E"/>
          </a:solidFill>
          <a:ln w="6350">
            <a:solidFill>
              <a:srgbClr val="A9A9A9"/>
            </a:solidFill>
          </a:ln>
        </p:spPr>
        <p:txBody>
          <a:bodyPr lIns="137160" tIns="137160" rIns="27432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7541684" y="1417325"/>
            <a:ext cx="4047744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 marL="342900" marR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609600" y="1983087"/>
            <a:ext cx="3565957" cy="1903112"/>
          </a:xfrm>
          <a:prstGeom prst="homePlate">
            <a:avLst>
              <a:gd name="adj" fmla="val 11448"/>
            </a:avLst>
          </a:prstGeom>
          <a:ln w="6350">
            <a:solidFill>
              <a:srgbClr val="A9A9A9"/>
            </a:solidFill>
          </a:ln>
        </p:spPr>
        <p:txBody>
          <a:bodyPr lIns="137160" tIns="457200" rIns="137160" bIns="13716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2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2625" indent="-169863">
              <a:buClr>
                <a:srgbClr val="B01C2E"/>
              </a:buClr>
              <a:defRPr sz="12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9"/>
          <p:cNvSpPr>
            <a:spLocks noGrp="1"/>
          </p:cNvSpPr>
          <p:nvPr>
            <p:ph type="body" sz="quarter" idx="13"/>
          </p:nvPr>
        </p:nvSpPr>
        <p:spPr>
          <a:xfrm>
            <a:off x="609600" y="1981200"/>
            <a:ext cx="3297573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9"/>
          <p:cNvSpPr>
            <a:spLocks noGrp="1"/>
          </p:cNvSpPr>
          <p:nvPr>
            <p:ph type="body" sz="quarter" idx="15"/>
          </p:nvPr>
        </p:nvSpPr>
        <p:spPr>
          <a:xfrm>
            <a:off x="4192430" y="1988239"/>
            <a:ext cx="3183381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4343400"/>
            <a:ext cx="10769600" cy="14813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3736" indent="-173736">
              <a:lnSpc>
                <a:spcPct val="95000"/>
              </a:lnSpc>
              <a:spcBef>
                <a:spcPts val="720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7472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521208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914400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Text Placeholder 29"/>
          <p:cNvSpPr>
            <a:spLocks noGrp="1"/>
          </p:cNvSpPr>
          <p:nvPr>
            <p:ph type="body" sz="quarter" idx="34"/>
          </p:nvPr>
        </p:nvSpPr>
        <p:spPr>
          <a:xfrm>
            <a:off x="7683241" y="1987175"/>
            <a:ext cx="3725596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E70D8206-912D-3041-8A60-C5747B4B98E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93213104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Workstreams and outcom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entagon 32"/>
          <p:cNvSpPr/>
          <p:nvPr userDrawn="1"/>
        </p:nvSpPr>
        <p:spPr bwMode="auto">
          <a:xfrm>
            <a:off x="7342718" y="1755775"/>
            <a:ext cx="905933" cy="4343400"/>
          </a:xfrm>
          <a:prstGeom prst="homePlate">
            <a:avLst>
              <a:gd name="adj" fmla="val 98835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indent="-117475" eaLnBrk="0" hangingPunct="0">
              <a:lnSpc>
                <a:spcPct val="95000"/>
              </a:lnSpc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6" name="Text Placeholder 2"/>
          <p:cNvSpPr>
            <a:spLocks noGrp="1"/>
          </p:cNvSpPr>
          <p:nvPr>
            <p:ph type="body" idx="38"/>
          </p:nvPr>
        </p:nvSpPr>
        <p:spPr>
          <a:xfrm>
            <a:off x="3991647" y="1290639"/>
            <a:ext cx="3169920" cy="4808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39"/>
          </p:nvPr>
        </p:nvSpPr>
        <p:spPr>
          <a:xfrm>
            <a:off x="637117" y="1290639"/>
            <a:ext cx="3169920" cy="4808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5"/>
          </p:nvPr>
        </p:nvSpPr>
        <p:spPr>
          <a:xfrm>
            <a:off x="3991647" y="1290638"/>
            <a:ext cx="3169920" cy="38039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2"/>
          </p:nvPr>
        </p:nvSpPr>
        <p:spPr>
          <a:xfrm>
            <a:off x="8400511" y="1290638"/>
            <a:ext cx="316992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30"/>
          </p:nvPr>
        </p:nvSpPr>
        <p:spPr>
          <a:xfrm>
            <a:off x="637117" y="1290638"/>
            <a:ext cx="3169920" cy="380392"/>
          </a:xfrm>
          <a:prstGeom prst="rect">
            <a:avLst/>
          </a:prstGeom>
          <a:solidFill>
            <a:srgbClr val="4D4D4D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40"/>
          </p:nvPr>
        </p:nvSpPr>
        <p:spPr>
          <a:xfrm>
            <a:off x="759037" y="1731264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0" rIns="45720" bIns="0" anchor="ctr" anchorCtr="0"/>
          <a:lstStyle>
            <a:lvl1pPr marL="0" indent="-118872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41"/>
          </p:nvPr>
        </p:nvSpPr>
        <p:spPr>
          <a:xfrm>
            <a:off x="759037" y="2357120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42"/>
          </p:nvPr>
        </p:nvSpPr>
        <p:spPr>
          <a:xfrm>
            <a:off x="759037" y="2982976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43"/>
          </p:nvPr>
        </p:nvSpPr>
        <p:spPr>
          <a:xfrm>
            <a:off x="759037" y="3608832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44"/>
          </p:nvPr>
        </p:nvSpPr>
        <p:spPr>
          <a:xfrm>
            <a:off x="759037" y="4234688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45"/>
          </p:nvPr>
        </p:nvSpPr>
        <p:spPr>
          <a:xfrm>
            <a:off x="759037" y="5486400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46"/>
          </p:nvPr>
        </p:nvSpPr>
        <p:spPr>
          <a:xfrm>
            <a:off x="759037" y="4860544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47"/>
          </p:nvPr>
        </p:nvSpPr>
        <p:spPr>
          <a:xfrm>
            <a:off x="4113567" y="1743456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48"/>
          </p:nvPr>
        </p:nvSpPr>
        <p:spPr>
          <a:xfrm>
            <a:off x="4113567" y="2369312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49"/>
          </p:nvPr>
        </p:nvSpPr>
        <p:spPr>
          <a:xfrm>
            <a:off x="4113567" y="2995168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50"/>
          </p:nvPr>
        </p:nvSpPr>
        <p:spPr>
          <a:xfrm>
            <a:off x="4113567" y="3621024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9"/>
          <p:cNvSpPr>
            <a:spLocks noGrp="1"/>
          </p:cNvSpPr>
          <p:nvPr>
            <p:ph type="body" sz="quarter" idx="51"/>
          </p:nvPr>
        </p:nvSpPr>
        <p:spPr>
          <a:xfrm>
            <a:off x="4113567" y="4246880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52"/>
          </p:nvPr>
        </p:nvSpPr>
        <p:spPr>
          <a:xfrm>
            <a:off x="4113567" y="5498592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53"/>
          </p:nvPr>
        </p:nvSpPr>
        <p:spPr>
          <a:xfrm>
            <a:off x="4113567" y="4872736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9"/>
          <p:cNvSpPr>
            <a:spLocks noGrp="1"/>
          </p:cNvSpPr>
          <p:nvPr>
            <p:ph type="body" sz="quarter" idx="54"/>
          </p:nvPr>
        </p:nvSpPr>
        <p:spPr>
          <a:xfrm>
            <a:off x="8400511" y="1743456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55"/>
          </p:nvPr>
        </p:nvSpPr>
        <p:spPr>
          <a:xfrm>
            <a:off x="8400511" y="2369312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9"/>
          <p:cNvSpPr>
            <a:spLocks noGrp="1"/>
          </p:cNvSpPr>
          <p:nvPr>
            <p:ph type="body" sz="quarter" idx="56"/>
          </p:nvPr>
        </p:nvSpPr>
        <p:spPr>
          <a:xfrm>
            <a:off x="8400511" y="2995168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57"/>
          </p:nvPr>
        </p:nvSpPr>
        <p:spPr>
          <a:xfrm>
            <a:off x="8400511" y="3621024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9"/>
          <p:cNvSpPr>
            <a:spLocks noGrp="1"/>
          </p:cNvSpPr>
          <p:nvPr>
            <p:ph type="body" sz="quarter" idx="58"/>
          </p:nvPr>
        </p:nvSpPr>
        <p:spPr>
          <a:xfrm>
            <a:off x="8400511" y="4246880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59"/>
          </p:nvPr>
        </p:nvSpPr>
        <p:spPr>
          <a:xfrm>
            <a:off x="8400511" y="5498592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9"/>
          <p:cNvSpPr>
            <a:spLocks noGrp="1"/>
          </p:cNvSpPr>
          <p:nvPr>
            <p:ph type="body" sz="quarter" idx="60"/>
          </p:nvPr>
        </p:nvSpPr>
        <p:spPr>
          <a:xfrm>
            <a:off x="8400511" y="4872736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Slide Number Placeholder 9"/>
          <p:cNvSpPr>
            <a:spLocks noGrp="1"/>
          </p:cNvSpPr>
          <p:nvPr>
            <p:ph type="sldNum" sz="quarter" idx="61"/>
          </p:nvPr>
        </p:nvSpPr>
        <p:spPr/>
        <p:txBody>
          <a:bodyPr/>
          <a:lstStyle>
            <a:lvl1pPr>
              <a:defRPr/>
            </a:lvl1pPr>
          </a:lstStyle>
          <a:p>
            <a:fld id="{250D9D91-D592-1043-AF8D-0FC015913F1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5" name="Footer Placeholder 33"/>
          <p:cNvSpPr>
            <a:spLocks noGrp="1"/>
          </p:cNvSpPr>
          <p:nvPr>
            <p:ph type="ftr" sz="quarter" idx="62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84337482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Elements Leading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entagon 14"/>
          <p:cNvSpPr/>
          <p:nvPr userDrawn="1"/>
        </p:nvSpPr>
        <p:spPr bwMode="auto">
          <a:xfrm>
            <a:off x="7133167" y="1497014"/>
            <a:ext cx="905933" cy="4352925"/>
          </a:xfrm>
          <a:prstGeom prst="homePlate">
            <a:avLst>
              <a:gd name="adj" fmla="val 98835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9549384" y="-97536"/>
            <a:ext cx="640080" cy="3425952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8156448" y="1981200"/>
            <a:ext cx="3425952" cy="411480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" pitchFamily="2" charset="2"/>
              <a:buChar char="§"/>
              <a:defRPr sz="1200" b="1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200" b="1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="1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200" b="1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508004" y="1497016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22"/>
          </p:nvPr>
        </p:nvSpPr>
        <p:spPr>
          <a:xfrm>
            <a:off x="508004" y="298543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23"/>
          </p:nvPr>
        </p:nvSpPr>
        <p:spPr>
          <a:xfrm>
            <a:off x="508004" y="447385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24"/>
          </p:nvPr>
        </p:nvSpPr>
        <p:spPr>
          <a:xfrm>
            <a:off x="2743204" y="1497016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5"/>
          </p:nvPr>
        </p:nvSpPr>
        <p:spPr>
          <a:xfrm>
            <a:off x="2743204" y="298543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half" idx="26"/>
          </p:nvPr>
        </p:nvSpPr>
        <p:spPr>
          <a:xfrm>
            <a:off x="2743204" y="447385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ontent Placeholder 3"/>
          <p:cNvSpPr>
            <a:spLocks noGrp="1"/>
          </p:cNvSpPr>
          <p:nvPr>
            <p:ph sz="half" idx="27"/>
          </p:nvPr>
        </p:nvSpPr>
        <p:spPr>
          <a:xfrm>
            <a:off x="4978404" y="1497016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ontent Placeholder 3"/>
          <p:cNvSpPr>
            <a:spLocks noGrp="1"/>
          </p:cNvSpPr>
          <p:nvPr>
            <p:ph sz="half" idx="28"/>
          </p:nvPr>
        </p:nvSpPr>
        <p:spPr>
          <a:xfrm>
            <a:off x="4978404" y="298543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9"/>
          </p:nvPr>
        </p:nvSpPr>
        <p:spPr>
          <a:xfrm>
            <a:off x="4978404" y="447385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9"/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/>
            </a:lvl1pPr>
          </a:lstStyle>
          <a:p>
            <a:fld id="{09CF501B-85A3-0748-9525-578425C4928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9855464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lated Text Blocks - Sequ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Elbow Connector 24"/>
          <p:cNvCxnSpPr>
            <a:cxnSpLocks noChangeShapeType="1"/>
          </p:cNvCxnSpPr>
          <p:nvPr userDrawn="1"/>
        </p:nvCxnSpPr>
        <p:spPr bwMode="auto">
          <a:xfrm rot="16200000" flipH="1">
            <a:off x="1340909" y="2289175"/>
            <a:ext cx="768350" cy="850900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Elbow Connector 28"/>
          <p:cNvCxnSpPr>
            <a:cxnSpLocks noChangeShapeType="1"/>
          </p:cNvCxnSpPr>
          <p:nvPr userDrawn="1"/>
        </p:nvCxnSpPr>
        <p:spPr bwMode="auto">
          <a:xfrm rot="16200000" flipH="1">
            <a:off x="2881313" y="3486680"/>
            <a:ext cx="752475" cy="833967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Elbow Connector 39"/>
          <p:cNvCxnSpPr>
            <a:cxnSpLocks noChangeShapeType="1"/>
          </p:cNvCxnSpPr>
          <p:nvPr userDrawn="1"/>
        </p:nvCxnSpPr>
        <p:spPr bwMode="auto">
          <a:xfrm rot="16200000" flipH="1">
            <a:off x="4429126" y="4714875"/>
            <a:ext cx="698500" cy="793751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Content Placeholder 3"/>
          <p:cNvSpPr>
            <a:spLocks noGrp="1"/>
          </p:cNvSpPr>
          <p:nvPr>
            <p:ph sz="half" idx="17"/>
          </p:nvPr>
        </p:nvSpPr>
        <p:spPr>
          <a:xfrm>
            <a:off x="5175608" y="4986243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14"/>
          </p:nvPr>
        </p:nvSpPr>
        <p:spPr>
          <a:xfrm>
            <a:off x="638822" y="1441358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5"/>
          </p:nvPr>
        </p:nvSpPr>
        <p:spPr>
          <a:xfrm>
            <a:off x="2150310" y="2622986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6"/>
          </p:nvPr>
        </p:nvSpPr>
        <p:spPr>
          <a:xfrm>
            <a:off x="3674314" y="3804614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0C10D6D8-3B97-854D-B9A2-DD1E2B17F6F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3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61958301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uide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lelogram 6"/>
          <p:cNvSpPr/>
          <p:nvPr userDrawn="1"/>
        </p:nvSpPr>
        <p:spPr bwMode="auto">
          <a:xfrm>
            <a:off x="950384" y="1782764"/>
            <a:ext cx="10625667" cy="528637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8" name="Parallelogram 7"/>
          <p:cNvSpPr/>
          <p:nvPr userDrawn="1"/>
        </p:nvSpPr>
        <p:spPr bwMode="auto">
          <a:xfrm>
            <a:off x="950384" y="5300664"/>
            <a:ext cx="10625667" cy="530225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4" name="Parallelogram 13"/>
          <p:cNvSpPr/>
          <p:nvPr userDrawn="1"/>
        </p:nvSpPr>
        <p:spPr bwMode="auto">
          <a:xfrm>
            <a:off x="950384" y="4129089"/>
            <a:ext cx="10625667" cy="528637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5" name="Parallelogram 14"/>
          <p:cNvSpPr/>
          <p:nvPr userDrawn="1"/>
        </p:nvSpPr>
        <p:spPr bwMode="auto">
          <a:xfrm>
            <a:off x="950384" y="2955925"/>
            <a:ext cx="10625667" cy="528638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944921" y="1501649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indent="-176213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3"/>
          </p:nvPr>
        </p:nvSpPr>
        <p:spPr>
          <a:xfrm>
            <a:off x="944921" y="5019703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marR="0" indent="-176213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/>
          </p:nvPr>
        </p:nvSpPr>
        <p:spPr>
          <a:xfrm>
            <a:off x="944921" y="3847016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indent="-176213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5"/>
          </p:nvPr>
        </p:nvSpPr>
        <p:spPr>
          <a:xfrm>
            <a:off x="944921" y="2674335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indent="-176213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97E92AD8-7AD1-8240-8596-9839AB315E2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49958287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s and threads with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8"/>
          <p:cNvCxnSpPr>
            <a:cxnSpLocks noChangeShapeType="1"/>
          </p:cNvCxnSpPr>
          <p:nvPr userDrawn="1"/>
        </p:nvCxnSpPr>
        <p:spPr bwMode="auto">
          <a:xfrm>
            <a:off x="637117" y="3294064"/>
            <a:ext cx="10651067" cy="1587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Connector 9"/>
          <p:cNvCxnSpPr>
            <a:cxnSpLocks noChangeShapeType="1"/>
          </p:cNvCxnSpPr>
          <p:nvPr userDrawn="1"/>
        </p:nvCxnSpPr>
        <p:spPr bwMode="auto">
          <a:xfrm>
            <a:off x="637117" y="4670425"/>
            <a:ext cx="10651067" cy="1588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0"/>
          <p:cNvCxnSpPr>
            <a:cxnSpLocks noChangeShapeType="1"/>
          </p:cNvCxnSpPr>
          <p:nvPr userDrawn="1"/>
        </p:nvCxnSpPr>
        <p:spPr bwMode="auto">
          <a:xfrm>
            <a:off x="637117" y="6046789"/>
            <a:ext cx="10651067" cy="1587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2110661" y="1290643"/>
            <a:ext cx="2494291" cy="600507"/>
          </a:xfrm>
          <a:prstGeom prst="homePlate">
            <a:avLst>
              <a:gd name="adj" fmla="val 31973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9195340" y="1290643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0"/>
          </p:nvPr>
        </p:nvSpPr>
        <p:spPr>
          <a:xfrm>
            <a:off x="6819046" y="1290643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1"/>
          </p:nvPr>
        </p:nvSpPr>
        <p:spPr>
          <a:xfrm>
            <a:off x="4442752" y="1290643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609600" y="2068960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609600" y="3436667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609600" y="4802487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110661" y="2068960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2110661" y="3441508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2110661" y="4807328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4442752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4442752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4442752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6819045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6819045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6819045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9195340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44"/>
          </p:nvPr>
        </p:nvSpPr>
        <p:spPr>
          <a:xfrm>
            <a:off x="9195340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9195340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Slide Number Placeholder 9"/>
          <p:cNvSpPr>
            <a:spLocks noGrp="1"/>
          </p:cNvSpPr>
          <p:nvPr>
            <p:ph type="sldNum" sz="quarter" idx="46"/>
          </p:nvPr>
        </p:nvSpPr>
        <p:spPr/>
        <p:txBody>
          <a:bodyPr/>
          <a:lstStyle>
            <a:lvl1pPr>
              <a:defRPr/>
            </a:lvl1pPr>
          </a:lstStyle>
          <a:p>
            <a:fld id="{BC9105C1-E9DE-DA45-BFF7-4F496C07EBD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6" name="Footer Placeholder 37"/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23327755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entagon 11"/>
          <p:cNvSpPr>
            <a:spLocks noChangeArrowheads="1"/>
          </p:cNvSpPr>
          <p:nvPr userDrawn="1"/>
        </p:nvSpPr>
        <p:spPr bwMode="auto">
          <a:xfrm>
            <a:off x="2868085" y="1277938"/>
            <a:ext cx="8824383" cy="582612"/>
          </a:xfrm>
          <a:prstGeom prst="homePlate">
            <a:avLst>
              <a:gd name="adj" fmla="val 39286"/>
            </a:avLst>
          </a:prstGeom>
          <a:solidFill>
            <a:schemeClr val="accent1"/>
          </a:solidFill>
          <a:ln w="12700">
            <a:solidFill>
              <a:srgbClr val="A9A9A9"/>
            </a:solidFill>
            <a:miter lim="800000"/>
            <a:headEnd/>
            <a:tailEnd/>
          </a:ln>
        </p:spPr>
        <p:txBody>
          <a:bodyPr lIns="137160" tIns="137160" rIns="228600" bIns="13716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800" b="1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23" name="Straight Connector 9"/>
          <p:cNvCxnSpPr>
            <a:cxnSpLocks noChangeShapeType="1"/>
          </p:cNvCxnSpPr>
          <p:nvPr userDrawn="1"/>
        </p:nvCxnSpPr>
        <p:spPr bwMode="auto">
          <a:xfrm>
            <a:off x="2880784" y="1568450"/>
            <a:ext cx="8811683" cy="0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0"/>
          <p:cNvCxnSpPr>
            <a:cxnSpLocks noChangeShapeType="1"/>
          </p:cNvCxnSpPr>
          <p:nvPr userDrawn="1"/>
        </p:nvCxnSpPr>
        <p:spPr bwMode="auto">
          <a:xfrm rot="16200000" flipH="1">
            <a:off x="554302" y="3602303"/>
            <a:ext cx="4665662" cy="16933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5" name="Group 115"/>
          <p:cNvGrpSpPr>
            <a:grpSpLocks/>
          </p:cNvGrpSpPr>
          <p:nvPr userDrawn="1"/>
        </p:nvGrpSpPr>
        <p:grpSpPr bwMode="auto">
          <a:xfrm>
            <a:off x="3445933" y="1576388"/>
            <a:ext cx="7374467" cy="4367212"/>
            <a:chOff x="2585007" y="1576462"/>
            <a:chExt cx="5530617" cy="4041195"/>
          </a:xfrm>
        </p:grpSpPr>
        <p:cxnSp>
          <p:nvCxnSpPr>
            <p:cNvPr id="42" name="Straight Connector 12"/>
            <p:cNvCxnSpPr>
              <a:cxnSpLocks noChangeShapeType="1"/>
            </p:cNvCxnSpPr>
            <p:nvPr userDrawn="1"/>
          </p:nvCxnSpPr>
          <p:spPr bwMode="auto">
            <a:xfrm rot="5400000">
              <a:off x="564416" y="3597053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" name="Straight Connector 13"/>
            <p:cNvCxnSpPr>
              <a:cxnSpLocks noChangeShapeType="1"/>
            </p:cNvCxnSpPr>
            <p:nvPr userDrawn="1"/>
          </p:nvCxnSpPr>
          <p:spPr bwMode="auto">
            <a:xfrm rot="5400000">
              <a:off x="1415280" y="3597055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" name="Straight Connector 14"/>
            <p:cNvCxnSpPr>
              <a:cxnSpLocks noChangeShapeType="1"/>
            </p:cNvCxnSpPr>
            <p:nvPr userDrawn="1"/>
          </p:nvCxnSpPr>
          <p:spPr bwMode="auto">
            <a:xfrm rot="5400000">
              <a:off x="989848" y="3597056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" name="Straight Connector 15"/>
            <p:cNvCxnSpPr>
              <a:cxnSpLocks noChangeShapeType="1"/>
            </p:cNvCxnSpPr>
            <p:nvPr userDrawn="1"/>
          </p:nvCxnSpPr>
          <p:spPr bwMode="auto">
            <a:xfrm rot="5400000">
              <a:off x="2266144" y="3597056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" name="Straight Connector 16"/>
            <p:cNvCxnSpPr>
              <a:cxnSpLocks noChangeShapeType="1"/>
            </p:cNvCxnSpPr>
            <p:nvPr userDrawn="1"/>
          </p:nvCxnSpPr>
          <p:spPr bwMode="auto">
            <a:xfrm rot="5400000">
              <a:off x="1840712" y="3597058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" name="Straight Connector 17"/>
            <p:cNvCxnSpPr>
              <a:cxnSpLocks noChangeShapeType="1"/>
            </p:cNvCxnSpPr>
            <p:nvPr userDrawn="1"/>
          </p:nvCxnSpPr>
          <p:spPr bwMode="auto">
            <a:xfrm rot="5400000">
              <a:off x="3117008" y="3597058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" name="Straight Connector 18"/>
            <p:cNvCxnSpPr>
              <a:cxnSpLocks noChangeShapeType="1"/>
            </p:cNvCxnSpPr>
            <p:nvPr userDrawn="1"/>
          </p:nvCxnSpPr>
          <p:spPr bwMode="auto">
            <a:xfrm rot="5400000">
              <a:off x="2691576" y="3597059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" name="Straight Connector 19"/>
            <p:cNvCxnSpPr>
              <a:cxnSpLocks noChangeShapeType="1"/>
            </p:cNvCxnSpPr>
            <p:nvPr userDrawn="1"/>
          </p:nvCxnSpPr>
          <p:spPr bwMode="auto">
            <a:xfrm rot="5400000">
              <a:off x="3967872" y="3597059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4" name="Straight Connector 20"/>
            <p:cNvCxnSpPr>
              <a:cxnSpLocks noChangeShapeType="1"/>
            </p:cNvCxnSpPr>
            <p:nvPr userDrawn="1"/>
          </p:nvCxnSpPr>
          <p:spPr bwMode="auto">
            <a:xfrm rot="5400000">
              <a:off x="3542440" y="3597061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" name="Straight Connector 21"/>
            <p:cNvCxnSpPr>
              <a:cxnSpLocks noChangeShapeType="1"/>
            </p:cNvCxnSpPr>
            <p:nvPr userDrawn="1"/>
          </p:nvCxnSpPr>
          <p:spPr bwMode="auto">
            <a:xfrm rot="5400000">
              <a:off x="4818736" y="3597061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6" name="Straight Connector 22"/>
            <p:cNvCxnSpPr>
              <a:cxnSpLocks noChangeShapeType="1"/>
            </p:cNvCxnSpPr>
            <p:nvPr userDrawn="1"/>
          </p:nvCxnSpPr>
          <p:spPr bwMode="auto">
            <a:xfrm rot="5400000">
              <a:off x="4393304" y="3597062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" name="Straight Connector 23"/>
            <p:cNvCxnSpPr>
              <a:cxnSpLocks noChangeShapeType="1"/>
            </p:cNvCxnSpPr>
            <p:nvPr userDrawn="1"/>
          </p:nvCxnSpPr>
          <p:spPr bwMode="auto">
            <a:xfrm rot="5400000">
              <a:off x="5669600" y="3597062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" name="Straight Connector 24"/>
            <p:cNvCxnSpPr>
              <a:cxnSpLocks noChangeShapeType="1"/>
            </p:cNvCxnSpPr>
            <p:nvPr userDrawn="1"/>
          </p:nvCxnSpPr>
          <p:spPr bwMode="auto">
            <a:xfrm rot="5400000">
              <a:off x="5244168" y="3597064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" name="Straight Connector 25"/>
            <p:cNvCxnSpPr>
              <a:cxnSpLocks noChangeShapeType="1"/>
            </p:cNvCxnSpPr>
            <p:nvPr userDrawn="1"/>
          </p:nvCxnSpPr>
          <p:spPr bwMode="auto">
            <a:xfrm rot="5400000">
              <a:off x="6095032" y="3597065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60" name="Rectangle 30"/>
          <p:cNvSpPr>
            <a:spLocks noChangeArrowheads="1"/>
          </p:cNvSpPr>
          <p:nvPr userDrawn="1"/>
        </p:nvSpPr>
        <p:spPr bwMode="auto">
          <a:xfrm>
            <a:off x="624417" y="1860550"/>
            <a:ext cx="10759016" cy="4083050"/>
          </a:xfrm>
          <a:prstGeom prst="rect">
            <a:avLst/>
          </a:prstGeom>
          <a:noFill/>
          <a:ln w="12700">
            <a:solidFill>
              <a:srgbClr val="A9A9A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37160" tIns="137160" rIns="228600" bIns="13716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800" b="1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61" name="Rectangle 31"/>
          <p:cNvSpPr>
            <a:spLocks noChangeArrowheads="1"/>
          </p:cNvSpPr>
          <p:nvPr userDrawn="1"/>
        </p:nvSpPr>
        <p:spPr bwMode="auto">
          <a:xfrm>
            <a:off x="624418" y="1277938"/>
            <a:ext cx="2256367" cy="582612"/>
          </a:xfrm>
          <a:prstGeom prst="rect">
            <a:avLst/>
          </a:prstGeom>
          <a:solidFill>
            <a:srgbClr val="4D4D4D"/>
          </a:solidFill>
          <a:ln w="12700">
            <a:solidFill>
              <a:srgbClr val="A9A9A9"/>
            </a:solidFill>
            <a:miter lim="800000"/>
            <a:headEnd/>
            <a:tailEnd/>
          </a:ln>
        </p:spPr>
        <p:txBody>
          <a:bodyPr lIns="137160" tIns="137160" rIns="228600" bIns="13716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800" b="1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62" name="Straight Connector 28"/>
          <p:cNvCxnSpPr>
            <a:cxnSpLocks noChangeShapeType="1"/>
          </p:cNvCxnSpPr>
          <p:nvPr userDrawn="1"/>
        </p:nvCxnSpPr>
        <p:spPr bwMode="auto">
          <a:xfrm>
            <a:off x="630767" y="1277938"/>
            <a:ext cx="2235200" cy="582612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2879952" y="1282930"/>
            <a:ext cx="8496387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2"/>
          <p:cNvSpPr>
            <a:spLocks noGrp="1"/>
          </p:cNvSpPr>
          <p:nvPr>
            <p:ph type="body" sz="quarter" idx="31"/>
          </p:nvPr>
        </p:nvSpPr>
        <p:spPr>
          <a:xfrm>
            <a:off x="4021495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4588796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2886892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3454193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6290700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6858001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5156097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5723399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8559905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9127207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7425303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7992604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9694508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44"/>
          </p:nvPr>
        </p:nvSpPr>
        <p:spPr>
          <a:xfrm>
            <a:off x="10261809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10829111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46"/>
          </p:nvPr>
        </p:nvSpPr>
        <p:spPr>
          <a:xfrm>
            <a:off x="730741" y="1548247"/>
            <a:ext cx="860776" cy="280554"/>
          </a:xfrm>
          <a:prstGeom prst="rect">
            <a:avLst/>
          </a:prstGeom>
          <a:ln w="6350">
            <a:noFill/>
          </a:ln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/>
          <p:cNvSpPr>
            <a:spLocks noGrp="1"/>
          </p:cNvSpPr>
          <p:nvPr>
            <p:ph type="body" sz="quarter" idx="47"/>
          </p:nvPr>
        </p:nvSpPr>
        <p:spPr>
          <a:xfrm>
            <a:off x="1868569" y="1278088"/>
            <a:ext cx="860776" cy="561107"/>
          </a:xfrm>
          <a:prstGeom prst="rect">
            <a:avLst/>
          </a:prstGeom>
          <a:ln w="6350">
            <a:noFill/>
          </a:ln>
        </p:spPr>
        <p:txBody>
          <a:bodyPr lIns="0" tIns="0" rIns="0" bIns="0" anchor="ctr"/>
          <a:lstStyle>
            <a:lvl1pPr marL="0" marR="0" indent="0" algn="r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7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711200" y="1905000"/>
            <a:ext cx="2072640" cy="3977640"/>
          </a:xfrm>
          <a:prstGeom prst="rect">
            <a:avLst/>
          </a:prstGeom>
          <a:noFill/>
          <a:ln>
            <a:noFill/>
          </a:ln>
        </p:spPr>
        <p:txBody>
          <a:bodyPr wrap="square" lIns="91440" anchor="t" anchorCtr="0">
            <a:noAutofit/>
          </a:bodyPr>
          <a:lstStyle>
            <a:lvl1pPr marL="173736" indent="-173736" algn="l">
              <a:spcBef>
                <a:spcPts val="200"/>
              </a:spcBef>
              <a:buClr>
                <a:srgbClr val="B01C2E"/>
              </a:buClr>
              <a:buFont typeface="Wingdings" pitchFamily="2" charset="2"/>
              <a:buChar char="§"/>
              <a:defRPr sz="12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2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2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3" name="Slide Number Placeholder 9"/>
          <p:cNvSpPr>
            <a:spLocks noGrp="1"/>
          </p:cNvSpPr>
          <p:nvPr>
            <p:ph type="sldNum" sz="quarter" idx="48"/>
          </p:nvPr>
        </p:nvSpPr>
        <p:spPr/>
        <p:txBody>
          <a:bodyPr/>
          <a:lstStyle>
            <a:lvl1pPr>
              <a:defRPr/>
            </a:lvl1pPr>
          </a:lstStyle>
          <a:p>
            <a:fld id="{A2AEA599-6C77-BA4A-9F89-7B2425581CA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4" name="Footer Placeholder 47"/>
          <p:cNvSpPr>
            <a:spLocks noGrp="1"/>
          </p:cNvSpPr>
          <p:nvPr>
            <p:ph type="ftr" sz="quarter" idx="49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30598318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nt chart or Timelin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1"/>
          <p:cNvSpPr>
            <a:spLocks noChangeArrowheads="1"/>
          </p:cNvSpPr>
          <p:nvPr userDrawn="1"/>
        </p:nvSpPr>
        <p:spPr bwMode="auto">
          <a:xfrm>
            <a:off x="2074333" y="1828801"/>
            <a:ext cx="9508067" cy="379413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endParaRPr lang="en-US" altLang="en-US" sz="1800">
              <a:latin typeface="Arial" charset="0"/>
            </a:endParaRPr>
          </a:p>
        </p:txBody>
      </p:sp>
      <p:sp>
        <p:nvSpPr>
          <p:cNvPr id="71" name="Rectangle 13"/>
          <p:cNvSpPr>
            <a:spLocks noChangeArrowheads="1"/>
          </p:cNvSpPr>
          <p:nvPr userDrawn="1"/>
        </p:nvSpPr>
        <p:spPr bwMode="auto">
          <a:xfrm>
            <a:off x="596900" y="2189163"/>
            <a:ext cx="1464733" cy="3287712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endParaRPr lang="en-US" altLang="en-US" sz="1800">
              <a:latin typeface="Arial" charset="0"/>
            </a:endParaRPr>
          </a:p>
        </p:txBody>
      </p:sp>
      <p:grpSp>
        <p:nvGrpSpPr>
          <p:cNvPr id="72" name="Group 84"/>
          <p:cNvGrpSpPr>
            <a:grpSpLocks/>
          </p:cNvGrpSpPr>
          <p:nvPr userDrawn="1"/>
        </p:nvGrpSpPr>
        <p:grpSpPr bwMode="auto">
          <a:xfrm>
            <a:off x="590551" y="1819275"/>
            <a:ext cx="10979149" cy="3657600"/>
            <a:chOff x="443344" y="1819866"/>
            <a:chExt cx="8234523" cy="3657600"/>
          </a:xfrm>
        </p:grpSpPr>
        <p:grpSp>
          <p:nvGrpSpPr>
            <p:cNvPr id="73" name="Group 83"/>
            <p:cNvGrpSpPr>
              <a:grpSpLocks/>
            </p:cNvGrpSpPr>
            <p:nvPr userDrawn="1"/>
          </p:nvGrpSpPr>
          <p:grpSpPr bwMode="auto">
            <a:xfrm>
              <a:off x="443344" y="2565862"/>
              <a:ext cx="8229600" cy="2556366"/>
              <a:chOff x="443344" y="2565862"/>
              <a:chExt cx="8229600" cy="2556366"/>
            </a:xfrm>
          </p:grpSpPr>
          <p:cxnSp>
            <p:nvCxnSpPr>
              <p:cNvPr id="87" name="Straight Connector 27"/>
              <p:cNvCxnSpPr>
                <a:cxnSpLocks noChangeShapeType="1"/>
              </p:cNvCxnSpPr>
              <p:nvPr userDrawn="1"/>
            </p:nvCxnSpPr>
            <p:spPr bwMode="auto">
              <a:xfrm>
                <a:off x="443344" y="512064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8" name="Straight Connector 28"/>
              <p:cNvCxnSpPr>
                <a:cxnSpLocks noChangeShapeType="1"/>
              </p:cNvCxnSpPr>
              <p:nvPr userDrawn="1"/>
            </p:nvCxnSpPr>
            <p:spPr bwMode="auto">
              <a:xfrm>
                <a:off x="443344" y="475488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9" name="Straight Connector 29"/>
              <p:cNvCxnSpPr>
                <a:cxnSpLocks noChangeShapeType="1"/>
              </p:cNvCxnSpPr>
              <p:nvPr userDrawn="1"/>
            </p:nvCxnSpPr>
            <p:spPr bwMode="auto">
              <a:xfrm>
                <a:off x="443344" y="438912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0" name="Straight Connector 30"/>
              <p:cNvCxnSpPr>
                <a:cxnSpLocks noChangeShapeType="1"/>
              </p:cNvCxnSpPr>
              <p:nvPr userDrawn="1"/>
            </p:nvCxnSpPr>
            <p:spPr bwMode="auto">
              <a:xfrm>
                <a:off x="443344" y="402890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1" name="Straight Connector 31"/>
              <p:cNvCxnSpPr>
                <a:cxnSpLocks noChangeShapeType="1"/>
              </p:cNvCxnSpPr>
              <p:nvPr userDrawn="1"/>
            </p:nvCxnSpPr>
            <p:spPr bwMode="auto">
              <a:xfrm>
                <a:off x="443344" y="366314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2" name="Straight Connector 32"/>
              <p:cNvCxnSpPr>
                <a:cxnSpLocks noChangeShapeType="1"/>
              </p:cNvCxnSpPr>
              <p:nvPr userDrawn="1"/>
            </p:nvCxnSpPr>
            <p:spPr bwMode="auto">
              <a:xfrm>
                <a:off x="443344" y="3302924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3" name="Straight Connector 33"/>
              <p:cNvCxnSpPr>
                <a:cxnSpLocks noChangeShapeType="1"/>
              </p:cNvCxnSpPr>
              <p:nvPr userDrawn="1"/>
            </p:nvCxnSpPr>
            <p:spPr bwMode="auto">
              <a:xfrm>
                <a:off x="443344" y="292608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4" name="Straight Connector 34"/>
              <p:cNvCxnSpPr>
                <a:cxnSpLocks noChangeShapeType="1"/>
              </p:cNvCxnSpPr>
              <p:nvPr userDrawn="1"/>
            </p:nvCxnSpPr>
            <p:spPr bwMode="auto">
              <a:xfrm>
                <a:off x="443344" y="256586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74" name="Group 82"/>
            <p:cNvGrpSpPr>
              <a:grpSpLocks/>
            </p:cNvGrpSpPr>
            <p:nvPr userDrawn="1"/>
          </p:nvGrpSpPr>
          <p:grpSpPr bwMode="auto">
            <a:xfrm>
              <a:off x="2202964" y="1819866"/>
              <a:ext cx="6474903" cy="3657600"/>
              <a:chOff x="2202964" y="1819866"/>
              <a:chExt cx="6474903" cy="3657600"/>
            </a:xfrm>
          </p:grpSpPr>
          <p:cxnSp>
            <p:nvCxnSpPr>
              <p:cNvPr id="75" name="Straight Connector 16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374958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6" name="Straight Connector 17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1022290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7" name="Straight Connector 18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1669622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9" name="Straight Connector 19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2316954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0" name="Straight Connector 20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2964286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1" name="Straight Connector 21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3611618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" name="Straight Connector 22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4258950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3" name="Straight Connector 23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4906282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4" name="Straight Connector 24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5553614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5" name="Straight Connector 25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6200946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6" name="Straight Connector 26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6848273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95" name="TextBox 36"/>
          <p:cNvSpPr txBox="1">
            <a:spLocks noChangeArrowheads="1"/>
          </p:cNvSpPr>
          <p:nvPr userDrawn="1"/>
        </p:nvSpPr>
        <p:spPr bwMode="auto">
          <a:xfrm>
            <a:off x="683685" y="1566864"/>
            <a:ext cx="1178983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lnSpc>
                <a:spcPts val="1400"/>
              </a:lnSpc>
              <a:spcBef>
                <a:spcPts val="1500"/>
              </a:spcBef>
              <a:buClr>
                <a:schemeClr val="accent1"/>
              </a:buClr>
              <a:buFont typeface="Wingdings 2" pitchFamily="18" charset="2"/>
              <a:buNone/>
              <a:defRPr/>
            </a:pPr>
            <a:r>
              <a:rPr lang="en-US" sz="800" b="1">
                <a:solidFill>
                  <a:srgbClr val="000000"/>
                </a:solidFill>
                <a:latin typeface="Arial" charset="0"/>
                <a:ea typeface="+mn-ea"/>
              </a:rPr>
              <a:t>WEEK NUMBER</a:t>
            </a:r>
          </a:p>
        </p:txBody>
      </p:sp>
      <p:sp>
        <p:nvSpPr>
          <p:cNvPr id="96" name="TextBox 37"/>
          <p:cNvSpPr txBox="1">
            <a:spLocks noChangeArrowheads="1"/>
          </p:cNvSpPr>
          <p:nvPr userDrawn="1"/>
        </p:nvSpPr>
        <p:spPr bwMode="auto">
          <a:xfrm>
            <a:off x="683685" y="1939925"/>
            <a:ext cx="1178983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lnSpc>
                <a:spcPts val="1400"/>
              </a:lnSpc>
              <a:spcBef>
                <a:spcPts val="1500"/>
              </a:spcBef>
              <a:buClr>
                <a:schemeClr val="accent1"/>
              </a:buClr>
              <a:buFont typeface="Wingdings 2" pitchFamily="18" charset="2"/>
              <a:buNone/>
              <a:defRPr/>
            </a:pPr>
            <a:r>
              <a:rPr lang="en-US" sz="800" b="1">
                <a:solidFill>
                  <a:srgbClr val="000000"/>
                </a:solidFill>
                <a:latin typeface="Arial" charset="0"/>
                <a:ea typeface="+mn-ea"/>
              </a:rPr>
              <a:t>STARTS ON</a:t>
            </a:r>
          </a:p>
        </p:txBody>
      </p:sp>
      <p:cxnSp>
        <p:nvCxnSpPr>
          <p:cNvPr id="97" name="Straight Connector 39"/>
          <p:cNvCxnSpPr>
            <a:cxnSpLocks noChangeShapeType="1"/>
          </p:cNvCxnSpPr>
          <p:nvPr userDrawn="1"/>
        </p:nvCxnSpPr>
        <p:spPr bwMode="auto">
          <a:xfrm>
            <a:off x="590551" y="2200275"/>
            <a:ext cx="10972800" cy="1588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8" name="Straight Connector 40"/>
          <p:cNvCxnSpPr>
            <a:cxnSpLocks noChangeShapeType="1"/>
          </p:cNvCxnSpPr>
          <p:nvPr userDrawn="1"/>
        </p:nvCxnSpPr>
        <p:spPr bwMode="auto">
          <a:xfrm>
            <a:off x="590551" y="5486400"/>
            <a:ext cx="10972800" cy="1588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9" name="Freeform 40"/>
          <p:cNvSpPr>
            <a:spLocks/>
          </p:cNvSpPr>
          <p:nvPr userDrawn="1"/>
        </p:nvSpPr>
        <p:spPr bwMode="auto">
          <a:xfrm>
            <a:off x="2074334" y="1468439"/>
            <a:ext cx="9469967" cy="4027487"/>
          </a:xfrm>
          <a:custGeom>
            <a:avLst/>
            <a:gdLst>
              <a:gd name="T0" fmla="*/ 0 w 7101191"/>
              <a:gd name="T1" fmla="*/ 4028195 h 4027251"/>
              <a:gd name="T2" fmla="*/ 0 w 7101191"/>
              <a:gd name="T3" fmla="*/ 0 h 4027251"/>
              <a:gd name="T4" fmla="*/ 7106328 w 7101191"/>
              <a:gd name="T5" fmla="*/ 0 h 402725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101191" h="4027251">
                <a:moveTo>
                  <a:pt x="0" y="4027251"/>
                </a:moveTo>
                <a:lnTo>
                  <a:pt x="0" y="0"/>
                </a:lnTo>
                <a:lnTo>
                  <a:pt x="7101191" y="0"/>
                </a:lnTo>
              </a:path>
            </a:pathLst>
          </a:cu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cxnSp>
        <p:nvCxnSpPr>
          <p:cNvPr id="100" name="Straight Connector 42"/>
          <p:cNvCxnSpPr>
            <a:cxnSpLocks noChangeShapeType="1"/>
          </p:cNvCxnSpPr>
          <p:nvPr userDrawn="1"/>
        </p:nvCxnSpPr>
        <p:spPr bwMode="auto">
          <a:xfrm>
            <a:off x="2061634" y="1828800"/>
            <a:ext cx="865717" cy="228600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2061633" y="1835813"/>
            <a:ext cx="861216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937751" y="1835813"/>
            <a:ext cx="862519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3800274" y="1835813"/>
            <a:ext cx="86900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4662791" y="1835813"/>
            <a:ext cx="85603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5518824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6394315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7250347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8112867" y="1835813"/>
            <a:ext cx="86900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8975387" y="1835813"/>
            <a:ext cx="862520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9844389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10700427" y="1835813"/>
            <a:ext cx="87089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625653" y="223026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12"/>
          <p:cNvSpPr>
            <a:spLocks noGrp="1"/>
          </p:cNvSpPr>
          <p:nvPr>
            <p:ph type="body" sz="quarter" idx="46"/>
          </p:nvPr>
        </p:nvSpPr>
        <p:spPr>
          <a:xfrm>
            <a:off x="625653" y="259557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12"/>
          <p:cNvSpPr>
            <a:spLocks noGrp="1"/>
          </p:cNvSpPr>
          <p:nvPr>
            <p:ph type="body" sz="quarter" idx="47"/>
          </p:nvPr>
        </p:nvSpPr>
        <p:spPr>
          <a:xfrm>
            <a:off x="625653" y="296088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2"/>
          <p:cNvSpPr>
            <a:spLocks noGrp="1"/>
          </p:cNvSpPr>
          <p:nvPr>
            <p:ph type="body" sz="quarter" idx="48"/>
          </p:nvPr>
        </p:nvSpPr>
        <p:spPr>
          <a:xfrm>
            <a:off x="625653" y="332619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2"/>
          <p:cNvSpPr>
            <a:spLocks noGrp="1"/>
          </p:cNvSpPr>
          <p:nvPr>
            <p:ph type="body" sz="quarter" idx="49"/>
          </p:nvPr>
        </p:nvSpPr>
        <p:spPr>
          <a:xfrm>
            <a:off x="625653" y="369150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12"/>
          <p:cNvSpPr>
            <a:spLocks noGrp="1"/>
          </p:cNvSpPr>
          <p:nvPr>
            <p:ph type="body" sz="quarter" idx="50"/>
          </p:nvPr>
        </p:nvSpPr>
        <p:spPr>
          <a:xfrm>
            <a:off x="625653" y="405681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2"/>
          <p:cNvSpPr>
            <a:spLocks noGrp="1"/>
          </p:cNvSpPr>
          <p:nvPr>
            <p:ph type="body" sz="quarter" idx="51"/>
          </p:nvPr>
        </p:nvSpPr>
        <p:spPr>
          <a:xfrm>
            <a:off x="625653" y="5152742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12"/>
          <p:cNvSpPr>
            <a:spLocks noGrp="1"/>
          </p:cNvSpPr>
          <p:nvPr>
            <p:ph type="body" sz="quarter" idx="52"/>
          </p:nvPr>
        </p:nvSpPr>
        <p:spPr>
          <a:xfrm>
            <a:off x="625653" y="442212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12"/>
          <p:cNvSpPr>
            <a:spLocks noGrp="1"/>
          </p:cNvSpPr>
          <p:nvPr>
            <p:ph type="body" sz="quarter" idx="53"/>
          </p:nvPr>
        </p:nvSpPr>
        <p:spPr>
          <a:xfrm>
            <a:off x="625653" y="478743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Text Placeholder 12"/>
          <p:cNvSpPr>
            <a:spLocks noGrp="1"/>
          </p:cNvSpPr>
          <p:nvPr>
            <p:ph type="body" sz="quarter" idx="54"/>
          </p:nvPr>
        </p:nvSpPr>
        <p:spPr>
          <a:xfrm>
            <a:off x="2083023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94301C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Text Placeholder 12"/>
          <p:cNvSpPr>
            <a:spLocks noGrp="1"/>
          </p:cNvSpPr>
          <p:nvPr>
            <p:ph type="body" sz="quarter" idx="55"/>
          </p:nvPr>
        </p:nvSpPr>
        <p:spPr>
          <a:xfrm>
            <a:off x="293775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2"/>
          <p:cNvSpPr>
            <a:spLocks noGrp="1"/>
          </p:cNvSpPr>
          <p:nvPr>
            <p:ph type="body" sz="quarter" idx="56"/>
          </p:nvPr>
        </p:nvSpPr>
        <p:spPr>
          <a:xfrm>
            <a:off x="380027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2"/>
          <p:cNvSpPr>
            <a:spLocks noGrp="1"/>
          </p:cNvSpPr>
          <p:nvPr>
            <p:ph type="body" sz="quarter" idx="57"/>
          </p:nvPr>
        </p:nvSpPr>
        <p:spPr>
          <a:xfrm>
            <a:off x="466279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2"/>
          <p:cNvSpPr>
            <a:spLocks noGrp="1"/>
          </p:cNvSpPr>
          <p:nvPr>
            <p:ph type="body" sz="quarter" idx="58"/>
          </p:nvPr>
        </p:nvSpPr>
        <p:spPr>
          <a:xfrm>
            <a:off x="5518824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12"/>
          <p:cNvSpPr>
            <a:spLocks noGrp="1"/>
          </p:cNvSpPr>
          <p:nvPr>
            <p:ph type="body" sz="quarter" idx="59"/>
          </p:nvPr>
        </p:nvSpPr>
        <p:spPr>
          <a:xfrm>
            <a:off x="6394315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Text Placeholder 12"/>
          <p:cNvSpPr>
            <a:spLocks noGrp="1"/>
          </p:cNvSpPr>
          <p:nvPr>
            <p:ph type="body" sz="quarter" idx="60"/>
          </p:nvPr>
        </p:nvSpPr>
        <p:spPr>
          <a:xfrm>
            <a:off x="725034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Text Placeholder 12"/>
          <p:cNvSpPr>
            <a:spLocks noGrp="1"/>
          </p:cNvSpPr>
          <p:nvPr>
            <p:ph type="body" sz="quarter" idx="61"/>
          </p:nvPr>
        </p:nvSpPr>
        <p:spPr>
          <a:xfrm>
            <a:off x="811286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Text Placeholder 12"/>
          <p:cNvSpPr>
            <a:spLocks noGrp="1"/>
          </p:cNvSpPr>
          <p:nvPr>
            <p:ph type="body" sz="quarter" idx="62"/>
          </p:nvPr>
        </p:nvSpPr>
        <p:spPr>
          <a:xfrm>
            <a:off x="897538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2"/>
          <p:cNvSpPr>
            <a:spLocks noGrp="1"/>
          </p:cNvSpPr>
          <p:nvPr>
            <p:ph type="body" sz="quarter" idx="63"/>
          </p:nvPr>
        </p:nvSpPr>
        <p:spPr>
          <a:xfrm>
            <a:off x="9844389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12"/>
          <p:cNvSpPr>
            <a:spLocks noGrp="1"/>
          </p:cNvSpPr>
          <p:nvPr>
            <p:ph type="body" sz="quarter" idx="64"/>
          </p:nvPr>
        </p:nvSpPr>
        <p:spPr>
          <a:xfrm>
            <a:off x="10700424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9" name="Text Placeholder 178"/>
          <p:cNvSpPr>
            <a:spLocks noGrp="1"/>
          </p:cNvSpPr>
          <p:nvPr>
            <p:ph type="body" sz="quarter" idx="65"/>
          </p:nvPr>
        </p:nvSpPr>
        <p:spPr>
          <a:xfrm>
            <a:off x="2061633" y="2321700"/>
            <a:ext cx="12192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0" name="Text Placeholder 178"/>
          <p:cNvSpPr>
            <a:spLocks noGrp="1"/>
          </p:cNvSpPr>
          <p:nvPr>
            <p:ph type="body" sz="quarter" idx="66"/>
          </p:nvPr>
        </p:nvSpPr>
        <p:spPr>
          <a:xfrm>
            <a:off x="2061633" y="2687010"/>
            <a:ext cx="24384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1" name="Text Placeholder 178"/>
          <p:cNvSpPr>
            <a:spLocks noGrp="1"/>
          </p:cNvSpPr>
          <p:nvPr>
            <p:ph type="body" sz="quarter" idx="67"/>
          </p:nvPr>
        </p:nvSpPr>
        <p:spPr>
          <a:xfrm>
            <a:off x="2061633" y="3052320"/>
            <a:ext cx="36576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2" name="Text Placeholder 178"/>
          <p:cNvSpPr>
            <a:spLocks noGrp="1"/>
          </p:cNvSpPr>
          <p:nvPr>
            <p:ph type="body" sz="quarter" idx="68"/>
          </p:nvPr>
        </p:nvSpPr>
        <p:spPr>
          <a:xfrm>
            <a:off x="2061633" y="3417630"/>
            <a:ext cx="48768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3" name="Text Placeholder 178"/>
          <p:cNvSpPr>
            <a:spLocks noGrp="1"/>
          </p:cNvSpPr>
          <p:nvPr>
            <p:ph type="body" sz="quarter" idx="69"/>
          </p:nvPr>
        </p:nvSpPr>
        <p:spPr>
          <a:xfrm>
            <a:off x="2061633" y="3782940"/>
            <a:ext cx="60960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4" name="Text Placeholder 178"/>
          <p:cNvSpPr>
            <a:spLocks noGrp="1"/>
          </p:cNvSpPr>
          <p:nvPr>
            <p:ph type="body" sz="quarter" idx="70"/>
          </p:nvPr>
        </p:nvSpPr>
        <p:spPr>
          <a:xfrm>
            <a:off x="2061633" y="4148250"/>
            <a:ext cx="12192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5" name="Text Placeholder 178"/>
          <p:cNvSpPr>
            <a:spLocks noGrp="1"/>
          </p:cNvSpPr>
          <p:nvPr>
            <p:ph type="body" sz="quarter" idx="71"/>
          </p:nvPr>
        </p:nvSpPr>
        <p:spPr>
          <a:xfrm>
            <a:off x="2061633" y="4513560"/>
            <a:ext cx="24384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6" name="Text Placeholder 178"/>
          <p:cNvSpPr>
            <a:spLocks noGrp="1"/>
          </p:cNvSpPr>
          <p:nvPr>
            <p:ph type="body" sz="quarter" idx="72"/>
          </p:nvPr>
        </p:nvSpPr>
        <p:spPr>
          <a:xfrm>
            <a:off x="2061633" y="4878870"/>
            <a:ext cx="36576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7" name="Text Placeholder 178"/>
          <p:cNvSpPr>
            <a:spLocks noGrp="1"/>
          </p:cNvSpPr>
          <p:nvPr>
            <p:ph type="body" sz="quarter" idx="73"/>
          </p:nvPr>
        </p:nvSpPr>
        <p:spPr>
          <a:xfrm>
            <a:off x="2061633" y="5244182"/>
            <a:ext cx="48768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178"/>
          <p:cNvSpPr>
            <a:spLocks noGrp="1"/>
          </p:cNvSpPr>
          <p:nvPr>
            <p:ph type="body" sz="quarter" idx="74"/>
          </p:nvPr>
        </p:nvSpPr>
        <p:spPr>
          <a:xfrm>
            <a:off x="4582160" y="5562600"/>
            <a:ext cx="182880" cy="137160"/>
          </a:xfrm>
          <a:prstGeom prst="flowChartExtra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>
              <a:buNone/>
              <a:defRPr sz="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0" name="Text Placeholder 12"/>
          <p:cNvSpPr>
            <a:spLocks noGrp="1"/>
          </p:cNvSpPr>
          <p:nvPr>
            <p:ph type="body" sz="quarter" idx="76"/>
          </p:nvPr>
        </p:nvSpPr>
        <p:spPr>
          <a:xfrm>
            <a:off x="4064000" y="5817472"/>
            <a:ext cx="1219200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1" name="Text Placeholder 178"/>
          <p:cNvSpPr>
            <a:spLocks noGrp="1"/>
          </p:cNvSpPr>
          <p:nvPr>
            <p:ph type="body" sz="quarter" idx="77"/>
          </p:nvPr>
        </p:nvSpPr>
        <p:spPr>
          <a:xfrm>
            <a:off x="7140089" y="5562600"/>
            <a:ext cx="182880" cy="137160"/>
          </a:xfrm>
          <a:prstGeom prst="flowChartExtra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>
              <a:buNone/>
              <a:defRPr sz="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Text Placeholder 12"/>
          <p:cNvSpPr>
            <a:spLocks noGrp="1"/>
          </p:cNvSpPr>
          <p:nvPr>
            <p:ph type="body" sz="quarter" idx="78"/>
          </p:nvPr>
        </p:nvSpPr>
        <p:spPr>
          <a:xfrm>
            <a:off x="6621929" y="5817472"/>
            <a:ext cx="1219200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1" name="Slide Number Placeholder 9"/>
          <p:cNvSpPr>
            <a:spLocks noGrp="1"/>
          </p:cNvSpPr>
          <p:nvPr>
            <p:ph type="sldNum" sz="quarter" idx="79"/>
          </p:nvPr>
        </p:nvSpPr>
        <p:spPr/>
        <p:txBody>
          <a:bodyPr/>
          <a:lstStyle>
            <a:lvl1pPr>
              <a:defRPr/>
            </a:lvl1pPr>
          </a:lstStyle>
          <a:p>
            <a:fld id="{D003C6ED-C4A5-154D-A951-DFA096D6467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2" name="Footer Placeholder 79"/>
          <p:cNvSpPr>
            <a:spLocks noGrp="1"/>
          </p:cNvSpPr>
          <p:nvPr>
            <p:ph type="ftr" sz="quarter" idx="80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80644388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7"/>
          <p:cNvCxnSpPr>
            <a:cxnSpLocks noChangeShapeType="1"/>
          </p:cNvCxnSpPr>
          <p:nvPr userDrawn="1"/>
        </p:nvCxnSpPr>
        <p:spPr bwMode="auto">
          <a:xfrm>
            <a:off x="2372785" y="5981700"/>
            <a:ext cx="7327900" cy="1588"/>
          </a:xfrm>
          <a:prstGeom prst="line">
            <a:avLst/>
          </a:prstGeom>
          <a:noFill/>
          <a:ln w="9525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389717" y="5453936"/>
            <a:ext cx="7315200" cy="474325"/>
          </a:xfrm>
          <a:prstGeom prst="rect">
            <a:avLst/>
          </a:prstGeom>
        </p:spPr>
        <p:txBody>
          <a:bodyPr/>
          <a:lstStyle>
            <a:lvl1pPr algn="l">
              <a:defRPr sz="1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66755"/>
            <a:ext cx="7315200" cy="41926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6042020"/>
            <a:ext cx="7315200" cy="311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i="1">
                <a:solidFill>
                  <a:srgbClr val="4D4D4D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1026004" y="0"/>
            <a:ext cx="10139992" cy="896112"/>
          </a:xfrm>
          <a:prstGeom prst="rect">
            <a:avLst/>
          </a:prstGeom>
        </p:spPr>
        <p:txBody>
          <a:bodyPr anchor="b"/>
          <a:lstStyle>
            <a:lvl1pPr>
              <a:buNone/>
              <a:defRPr sz="22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14CE4E3-D3DE-AB41-A281-30813EB5473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35593479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603254" y="14478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603254" y="26670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603254" y="51054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9337923" y="14478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9337923" y="26670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6"/>
          </p:nvPr>
        </p:nvSpPr>
        <p:spPr>
          <a:xfrm>
            <a:off x="9337923" y="38862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7"/>
          </p:nvPr>
        </p:nvSpPr>
        <p:spPr>
          <a:xfrm>
            <a:off x="9337923" y="51054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8"/>
          </p:nvPr>
        </p:nvSpPr>
        <p:spPr>
          <a:xfrm>
            <a:off x="603254" y="38862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fld id="{1B28FF10-2575-714D-9D0B-AB6D45C94EA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2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70181634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212506" y="1419225"/>
            <a:ext cx="3376247" cy="48006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B01C2E"/>
              </a:buClr>
              <a:buFont typeface="Wingdings 2" pitchFamily="18" charset="2"/>
              <a:buChar char=""/>
              <a:defRPr sz="1100"/>
            </a:lvl1pPr>
            <a:lvl2pPr marL="457200" indent="-228600">
              <a:buClr>
                <a:srgbClr val="B01C2E"/>
              </a:buClr>
              <a:buSzPct val="125000"/>
              <a:buFont typeface="Arial" pitchFamily="34" charset="0"/>
              <a:buChar char="•"/>
              <a:defRPr sz="1100"/>
            </a:lvl2pPr>
            <a:lvl3pPr marL="685800">
              <a:buClr>
                <a:srgbClr val="B01C2E"/>
              </a:buClr>
              <a:buFont typeface="Arial" pitchFamily="34" charset="0"/>
              <a:buChar char="–"/>
              <a:defRPr sz="1100"/>
            </a:lvl3pPr>
            <a:lvl4pPr marL="914400">
              <a:buClr>
                <a:srgbClr val="B01C2E"/>
              </a:buClr>
              <a:buFont typeface="Arial" pitchFamily="34" charset="0"/>
              <a:buChar char="–"/>
              <a:defRPr sz="1100"/>
            </a:lvl4pPr>
            <a:lvl5pPr marL="1143000">
              <a:buClr>
                <a:srgbClr val="B01C2E"/>
              </a:buClr>
              <a:buFont typeface="Arial" pitchFamily="34" charset="0"/>
              <a:buChar char="–"/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B598768-D1F4-594C-B51E-99B1ED06033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94692366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66735" y="1419225"/>
            <a:ext cx="6815667" cy="470693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B01C2E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rgbClr val="B01C2E"/>
              </a:buClr>
              <a:buSzPct val="125000"/>
              <a:buFont typeface="Arial" pitchFamily="34" charset="0"/>
              <a:buChar char="•"/>
              <a:defRPr sz="1200"/>
            </a:lvl2pPr>
            <a:lvl3pPr marL="68580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19226"/>
            <a:ext cx="3891064" cy="470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i="1">
                <a:solidFill>
                  <a:srgbClr val="666666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19B113F-1BA8-CA4E-A6B3-92D1D8C0C88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65065046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09601" y="1419225"/>
            <a:ext cx="6815667" cy="470693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B01C2E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rgbClr val="B01C2E"/>
              </a:buClr>
              <a:buSzPct val="125000"/>
              <a:buFont typeface="Arial" pitchFamily="34" charset="0"/>
              <a:buChar char="•"/>
              <a:defRPr sz="1200"/>
            </a:lvl2pPr>
            <a:lvl3pPr marL="68580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7697687" y="1419226"/>
            <a:ext cx="3891064" cy="470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i="1">
                <a:solidFill>
                  <a:srgbClr val="666666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24011BE-5C53-0E48-93A9-5E9857491FB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89128295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torney 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22"/>
          <p:cNvSpPr>
            <a:spLocks noChangeShapeType="1"/>
          </p:cNvSpPr>
          <p:nvPr/>
        </p:nvSpPr>
        <p:spPr bwMode="auto">
          <a:xfrm>
            <a:off x="2768600" y="2667000"/>
            <a:ext cx="88392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3" name="TextBox 13"/>
          <p:cNvSpPr txBox="1">
            <a:spLocks noChangeArrowheads="1"/>
          </p:cNvSpPr>
          <p:nvPr userDrawn="1"/>
        </p:nvSpPr>
        <p:spPr bwMode="auto">
          <a:xfrm>
            <a:off x="2755900" y="1108076"/>
            <a:ext cx="42672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sz="1000" b="1">
                <a:solidFill>
                  <a:srgbClr val="B01C2E"/>
                </a:solidFill>
                <a:latin typeface="Arial" charset="0"/>
                <a:ea typeface="+mn-ea"/>
              </a:rPr>
              <a:t>Specialization</a:t>
            </a:r>
          </a:p>
        </p:txBody>
      </p:sp>
      <p:sp>
        <p:nvSpPr>
          <p:cNvPr id="14" name="TextBox 14"/>
          <p:cNvSpPr txBox="1">
            <a:spLocks noChangeArrowheads="1"/>
          </p:cNvSpPr>
          <p:nvPr userDrawn="1"/>
        </p:nvSpPr>
        <p:spPr bwMode="auto">
          <a:xfrm>
            <a:off x="7340600" y="1108076"/>
            <a:ext cx="42672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sz="1000" b="1">
                <a:solidFill>
                  <a:srgbClr val="B01C2E"/>
                </a:solidFill>
                <a:latin typeface="Arial" charset="0"/>
                <a:ea typeface="+mn-ea"/>
              </a:rPr>
              <a:t>Education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2756408" y="2743200"/>
            <a:ext cx="8851392" cy="3429000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 "/>
              <a:defRPr sz="1000" b="0" baseline="0">
                <a:latin typeface="+mn-lt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spcAft>
                <a:spcPts val="1200"/>
              </a:spcAft>
              <a:buFont typeface="Arial" pitchFamily="34" charset="0"/>
              <a:buChar char=" "/>
              <a:defRPr sz="1000" b="1" baseline="0">
                <a:solidFill>
                  <a:srgbClr val="666666"/>
                </a:solidFill>
                <a:latin typeface="Arial" pitchFamily="34" charset="0"/>
              </a:defRPr>
            </a:lvl2pPr>
            <a:lvl3pPr marL="228600" indent="-228600">
              <a:buClr>
                <a:srgbClr val="B01C2E"/>
              </a:buClr>
              <a:buFont typeface="Wingdings 2" pitchFamily="18" charset="2"/>
              <a:buChar char="¡"/>
              <a:defRPr sz="1000" baseline="0">
                <a:latin typeface="Arial" pitchFamily="34" charset="0"/>
              </a:defRPr>
            </a:lvl3pPr>
            <a:lvl4pPr marL="457200" indent="-228600">
              <a:buClr>
                <a:srgbClr val="B01C2E"/>
              </a:buClr>
              <a:buFont typeface="Arial" pitchFamily="34" charset="0"/>
              <a:buChar char="–"/>
              <a:defRPr sz="1000" baseline="0">
                <a:latin typeface="Arial" pitchFamily="34" charset="0"/>
              </a:defRPr>
            </a:lvl4pPr>
            <a:lvl5pPr marL="685800" indent="-228600">
              <a:buClr>
                <a:srgbClr val="B01C2E"/>
              </a:buClr>
              <a:buFont typeface="Arial" pitchFamily="34" charset="0"/>
              <a:buChar char="–"/>
              <a:defRPr sz="10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 baseline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07483" y="1108074"/>
            <a:ext cx="1560576" cy="1563624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607487" y="2722996"/>
            <a:ext cx="2034116" cy="553604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1000"/>
              </a:lnSpc>
              <a:buNone/>
              <a:defRPr sz="1000" b="0" baseline="0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7340600" y="2144554"/>
            <a:ext cx="4267200" cy="246888"/>
          </a:xfrm>
          <a:prstGeom prst="rect">
            <a:avLst/>
          </a:prstGeom>
          <a:ln w="6350">
            <a:noFill/>
          </a:ln>
        </p:spPr>
        <p:txBody>
          <a:bodyPr lIns="27432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1pPr>
            <a:lvl2pPr marL="118872" indent="-118872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2pPr>
            <a:lvl3pPr marL="0" indent="-118872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Clr>
                <a:srgbClr val="B01C2E"/>
              </a:buClr>
              <a:buFont typeface="Wingdings 2" pitchFamily="18" charset="2"/>
              <a:buNone/>
              <a:defRPr lang="en-US" sz="1000" b="1" kern="1200" baseline="0" dirty="0" smtClean="0">
                <a:solidFill>
                  <a:srgbClr val="B01C2E"/>
                </a:solidFill>
                <a:latin typeface="+mn-lt"/>
                <a:ea typeface="+mn-ea"/>
                <a:cs typeface="+mn-cs"/>
              </a:defRPr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2756408" y="2144554"/>
            <a:ext cx="4267200" cy="246888"/>
          </a:xfrm>
          <a:prstGeom prst="rect">
            <a:avLst/>
          </a:prstGeom>
          <a:ln w="6350">
            <a:noFill/>
          </a:ln>
        </p:spPr>
        <p:txBody>
          <a:bodyPr lIns="27432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1pPr>
            <a:lvl2pPr marL="118872" indent="-118872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2pPr>
            <a:lvl3pPr marL="0" indent="-118872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Clr>
                <a:srgbClr val="B01C2E"/>
              </a:buClr>
              <a:buFont typeface="Wingdings 2" pitchFamily="18" charset="2"/>
              <a:buNone/>
              <a:defRPr lang="en-US" sz="1000" b="1" kern="1200" baseline="0" dirty="0" smtClean="0">
                <a:solidFill>
                  <a:srgbClr val="B01C2E"/>
                </a:solidFill>
                <a:latin typeface="+mn-lt"/>
                <a:ea typeface="+mn-ea"/>
                <a:cs typeface="+mn-cs"/>
              </a:defRPr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6"/>
          <p:cNvSpPr>
            <a:spLocks noGrp="1"/>
          </p:cNvSpPr>
          <p:nvPr>
            <p:ph type="body" sz="quarter" idx="41"/>
          </p:nvPr>
        </p:nvSpPr>
        <p:spPr>
          <a:xfrm>
            <a:off x="2756408" y="2308860"/>
            <a:ext cx="4267200" cy="347472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None/>
              <a:defRPr sz="1000" b="0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6"/>
          <p:cNvSpPr>
            <a:spLocks noGrp="1"/>
          </p:cNvSpPr>
          <p:nvPr>
            <p:ph type="body" sz="quarter" idx="42"/>
          </p:nvPr>
        </p:nvSpPr>
        <p:spPr>
          <a:xfrm>
            <a:off x="7340600" y="2308860"/>
            <a:ext cx="4267200" cy="347472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None/>
              <a:defRPr sz="1000" b="0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2756408" y="1295400"/>
            <a:ext cx="4267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7432" tIns="45720" rIns="45720" bIns="45720" anchor="t">
            <a:noAutofit/>
          </a:bodyPr>
          <a:lstStyle>
            <a:lvl1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Font typeface="Wingdings 2" pitchFamily="18" charset="2"/>
              <a:buChar char=""/>
              <a:defRPr sz="1000" baseline="0">
                <a:solidFill>
                  <a:schemeClr val="tx1"/>
                </a:solidFill>
              </a:defRPr>
            </a:lvl1pPr>
            <a:lvl2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NSimSun" pitchFamily="49" charset="-122"/>
              <a:buChar char=" "/>
              <a:defRPr sz="1000" baseline="0"/>
            </a:lvl2pPr>
            <a:lvl3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Wingdings 2" pitchFamily="18" charset="2"/>
              <a:buChar char="¡"/>
              <a:defRPr sz="10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9"/>
          <p:cNvSpPr>
            <a:spLocks noGrp="1"/>
          </p:cNvSpPr>
          <p:nvPr>
            <p:ph type="body" sz="quarter" idx="43"/>
          </p:nvPr>
        </p:nvSpPr>
        <p:spPr>
          <a:xfrm>
            <a:off x="7340600" y="1295400"/>
            <a:ext cx="4267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7432" tIns="45720" rIns="45720" bIns="45720" anchor="t">
            <a:noAutofit/>
          </a:bodyPr>
          <a:lstStyle>
            <a:lvl1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Font typeface="Wingdings 2" pitchFamily="18" charset="2"/>
              <a:buChar char=""/>
              <a:defRPr sz="1000" baseline="0">
                <a:solidFill>
                  <a:schemeClr val="tx1"/>
                </a:solidFill>
              </a:defRPr>
            </a:lvl1pPr>
            <a:lvl2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Arial" pitchFamily="34" charset="0"/>
              <a:buChar char=" "/>
              <a:defRPr sz="1000" baseline="0"/>
            </a:lvl2pPr>
            <a:lvl3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Wingdings 2" pitchFamily="18" charset="2"/>
              <a:buChar char="¡"/>
              <a:defRPr sz="10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/>
            </a:lvl1pPr>
          </a:lstStyle>
          <a:p>
            <a:fld id="{3D17329F-BDC0-3444-A6CB-5CFB4AFF00F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211366941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eam with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769315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 baseline="0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769313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623842" y="1246188"/>
            <a:ext cx="10917767" cy="2286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1200" b="1" cap="all" baseline="0">
                <a:solidFill>
                  <a:srgbClr val="C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2930625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spcBef>
                <a:spcPts val="0"/>
              </a:spcBef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2930622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7"/>
          </p:nvPr>
        </p:nvSpPr>
        <p:spPr>
          <a:xfrm>
            <a:off x="5133498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8"/>
          </p:nvPr>
        </p:nvSpPr>
        <p:spPr>
          <a:xfrm>
            <a:off x="5133498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7322517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Picture Placeholder 9"/>
          <p:cNvSpPr>
            <a:spLocks noGrp="1"/>
          </p:cNvSpPr>
          <p:nvPr>
            <p:ph type="pic" sz="quarter" idx="21"/>
          </p:nvPr>
        </p:nvSpPr>
        <p:spPr>
          <a:xfrm>
            <a:off x="7322514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9525389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23"/>
          </p:nvPr>
        </p:nvSpPr>
        <p:spPr>
          <a:xfrm>
            <a:off x="9525389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4"/>
          </p:nvPr>
        </p:nvSpPr>
        <p:spPr>
          <a:xfrm>
            <a:off x="769315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Picture Placeholder 9"/>
          <p:cNvSpPr>
            <a:spLocks noGrp="1"/>
          </p:cNvSpPr>
          <p:nvPr>
            <p:ph type="pic" sz="quarter" idx="25"/>
          </p:nvPr>
        </p:nvSpPr>
        <p:spPr>
          <a:xfrm>
            <a:off x="769313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26"/>
          </p:nvPr>
        </p:nvSpPr>
        <p:spPr>
          <a:xfrm>
            <a:off x="2930625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spcBef>
                <a:spcPts val="0"/>
              </a:spcBef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9"/>
          <p:cNvSpPr>
            <a:spLocks noGrp="1"/>
          </p:cNvSpPr>
          <p:nvPr>
            <p:ph type="pic" sz="quarter" idx="27"/>
          </p:nvPr>
        </p:nvSpPr>
        <p:spPr>
          <a:xfrm>
            <a:off x="2930622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20" name="Text Placeholder 7"/>
          <p:cNvSpPr>
            <a:spLocks noGrp="1"/>
          </p:cNvSpPr>
          <p:nvPr>
            <p:ph type="body" sz="quarter" idx="28"/>
          </p:nvPr>
        </p:nvSpPr>
        <p:spPr>
          <a:xfrm>
            <a:off x="5133498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9"/>
          <p:cNvSpPr>
            <a:spLocks noGrp="1"/>
          </p:cNvSpPr>
          <p:nvPr>
            <p:ph type="pic" sz="quarter" idx="29"/>
          </p:nvPr>
        </p:nvSpPr>
        <p:spPr>
          <a:xfrm>
            <a:off x="5133498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30"/>
          </p:nvPr>
        </p:nvSpPr>
        <p:spPr>
          <a:xfrm>
            <a:off x="7322517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Picture Placeholder 9"/>
          <p:cNvSpPr>
            <a:spLocks noGrp="1"/>
          </p:cNvSpPr>
          <p:nvPr>
            <p:ph type="pic" sz="quarter" idx="31"/>
          </p:nvPr>
        </p:nvSpPr>
        <p:spPr>
          <a:xfrm>
            <a:off x="7322514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32"/>
          </p:nvPr>
        </p:nvSpPr>
        <p:spPr>
          <a:xfrm>
            <a:off x="9525389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Picture Placeholder 9"/>
          <p:cNvSpPr>
            <a:spLocks noGrp="1"/>
          </p:cNvSpPr>
          <p:nvPr>
            <p:ph type="pic" sz="quarter" idx="33"/>
          </p:nvPr>
        </p:nvSpPr>
        <p:spPr>
          <a:xfrm>
            <a:off x="9525389" y="3962401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7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516D5A61-1BB2-3C40-A809-0A00CE29D5F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8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2298893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eam -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588433" y="1439863"/>
            <a:ext cx="1113366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>
                <a:solidFill>
                  <a:srgbClr val="C00000"/>
                </a:solidFill>
                <a:latin typeface="Arial" charset="0"/>
                <a:ea typeface="+mn-ea"/>
                <a:cs typeface="+mn-cs"/>
              </a:rPr>
              <a:t>PARTNERS</a:t>
            </a:r>
          </a:p>
        </p:txBody>
      </p:sp>
      <p:sp>
        <p:nvSpPr>
          <p:cNvPr id="11" name="Line 22"/>
          <p:cNvSpPr>
            <a:spLocks noChangeShapeType="1"/>
          </p:cNvSpPr>
          <p:nvPr/>
        </p:nvSpPr>
        <p:spPr bwMode="auto">
          <a:xfrm>
            <a:off x="584201" y="1897063"/>
            <a:ext cx="111379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2" name="Text Box 23"/>
          <p:cNvSpPr txBox="1">
            <a:spLocks noChangeArrowheads="1"/>
          </p:cNvSpPr>
          <p:nvPr/>
        </p:nvSpPr>
        <p:spPr bwMode="auto">
          <a:xfrm>
            <a:off x="588433" y="3268663"/>
            <a:ext cx="1113366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>
                <a:solidFill>
                  <a:srgbClr val="C00000"/>
                </a:solidFill>
                <a:latin typeface="Arial" charset="0"/>
                <a:ea typeface="+mn-ea"/>
                <a:cs typeface="+mn-cs"/>
              </a:rPr>
              <a:t>ASSOCIATES</a:t>
            </a:r>
          </a:p>
        </p:txBody>
      </p:sp>
      <p:sp>
        <p:nvSpPr>
          <p:cNvPr id="13" name="Line 24"/>
          <p:cNvSpPr>
            <a:spLocks noChangeShapeType="1"/>
          </p:cNvSpPr>
          <p:nvPr/>
        </p:nvSpPr>
        <p:spPr bwMode="auto">
          <a:xfrm>
            <a:off x="584201" y="3725863"/>
            <a:ext cx="111379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0"/>
          </p:nvPr>
        </p:nvSpPr>
        <p:spPr>
          <a:xfrm>
            <a:off x="3478108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11"/>
          </p:nvPr>
        </p:nvSpPr>
        <p:spPr>
          <a:xfrm>
            <a:off x="6372015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2"/>
          </p:nvPr>
        </p:nvSpPr>
        <p:spPr>
          <a:xfrm>
            <a:off x="9265920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1975104" y="3886200"/>
            <a:ext cx="3962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8"/>
          </p:nvPr>
        </p:nvSpPr>
        <p:spPr>
          <a:xfrm>
            <a:off x="6299200" y="3886200"/>
            <a:ext cx="3962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1975104" y="4800600"/>
            <a:ext cx="8290560" cy="54864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7"/>
          <p:cNvSpPr>
            <a:spLocks noGrp="1"/>
          </p:cNvSpPr>
          <p:nvPr>
            <p:ph type="body" sz="quarter" idx="20"/>
          </p:nvPr>
        </p:nvSpPr>
        <p:spPr>
          <a:xfrm>
            <a:off x="584201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B0AC1651-679E-F444-9932-326657929C5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58711758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HIGHLIGHT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/>
          <p:cNvSpPr>
            <a:spLocks noGrp="1"/>
          </p:cNvSpPr>
          <p:nvPr>
            <p:ph type="body" sz="quarter" idx="102"/>
          </p:nvPr>
        </p:nvSpPr>
        <p:spPr>
          <a:xfrm>
            <a:off x="601133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103"/>
          </p:nvPr>
        </p:nvSpPr>
        <p:spPr>
          <a:xfrm>
            <a:off x="601133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6"/>
          <p:cNvSpPr>
            <a:spLocks noGrp="1"/>
          </p:cNvSpPr>
          <p:nvPr>
            <p:ph type="body" sz="quarter" idx="104"/>
          </p:nvPr>
        </p:nvSpPr>
        <p:spPr>
          <a:xfrm>
            <a:off x="2815275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6"/>
          <p:cNvSpPr>
            <a:spLocks noGrp="1"/>
          </p:cNvSpPr>
          <p:nvPr>
            <p:ph type="body" sz="quarter" idx="105"/>
          </p:nvPr>
        </p:nvSpPr>
        <p:spPr>
          <a:xfrm>
            <a:off x="2815275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6"/>
          <p:cNvSpPr>
            <a:spLocks noGrp="1"/>
          </p:cNvSpPr>
          <p:nvPr>
            <p:ph type="body" sz="quarter" idx="106"/>
          </p:nvPr>
        </p:nvSpPr>
        <p:spPr>
          <a:xfrm>
            <a:off x="5029416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6"/>
          <p:cNvSpPr>
            <a:spLocks noGrp="1"/>
          </p:cNvSpPr>
          <p:nvPr>
            <p:ph type="body" sz="quarter" idx="107"/>
          </p:nvPr>
        </p:nvSpPr>
        <p:spPr>
          <a:xfrm>
            <a:off x="5029416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6"/>
          <p:cNvSpPr>
            <a:spLocks noGrp="1"/>
          </p:cNvSpPr>
          <p:nvPr>
            <p:ph type="body" sz="quarter" idx="108"/>
          </p:nvPr>
        </p:nvSpPr>
        <p:spPr>
          <a:xfrm>
            <a:off x="7243557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6"/>
          <p:cNvSpPr>
            <a:spLocks noGrp="1"/>
          </p:cNvSpPr>
          <p:nvPr>
            <p:ph type="body" sz="quarter" idx="109"/>
          </p:nvPr>
        </p:nvSpPr>
        <p:spPr>
          <a:xfrm>
            <a:off x="7243557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6"/>
          <p:cNvSpPr>
            <a:spLocks noGrp="1"/>
          </p:cNvSpPr>
          <p:nvPr>
            <p:ph type="body" sz="quarter" idx="110"/>
          </p:nvPr>
        </p:nvSpPr>
        <p:spPr>
          <a:xfrm>
            <a:off x="9474200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6"/>
          <p:cNvSpPr>
            <a:spLocks noGrp="1"/>
          </p:cNvSpPr>
          <p:nvPr>
            <p:ph type="body" sz="quarter" idx="111"/>
          </p:nvPr>
        </p:nvSpPr>
        <p:spPr>
          <a:xfrm>
            <a:off x="9474200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6"/>
          <p:cNvSpPr>
            <a:spLocks noGrp="1"/>
          </p:cNvSpPr>
          <p:nvPr>
            <p:ph type="body" sz="quarter" idx="112"/>
          </p:nvPr>
        </p:nvSpPr>
        <p:spPr>
          <a:xfrm>
            <a:off x="601133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36"/>
          <p:cNvSpPr>
            <a:spLocks noGrp="1"/>
          </p:cNvSpPr>
          <p:nvPr>
            <p:ph type="body" sz="quarter" idx="113"/>
          </p:nvPr>
        </p:nvSpPr>
        <p:spPr>
          <a:xfrm>
            <a:off x="601133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6"/>
          <p:cNvSpPr>
            <a:spLocks noGrp="1"/>
          </p:cNvSpPr>
          <p:nvPr>
            <p:ph type="body" sz="quarter" idx="114"/>
          </p:nvPr>
        </p:nvSpPr>
        <p:spPr>
          <a:xfrm>
            <a:off x="2815275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3" name="Text Placeholder 36"/>
          <p:cNvSpPr>
            <a:spLocks noGrp="1"/>
          </p:cNvSpPr>
          <p:nvPr>
            <p:ph type="body" sz="quarter" idx="115"/>
          </p:nvPr>
        </p:nvSpPr>
        <p:spPr>
          <a:xfrm>
            <a:off x="2815275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36"/>
          <p:cNvSpPr>
            <a:spLocks noGrp="1"/>
          </p:cNvSpPr>
          <p:nvPr>
            <p:ph type="body" sz="quarter" idx="116"/>
          </p:nvPr>
        </p:nvSpPr>
        <p:spPr>
          <a:xfrm>
            <a:off x="5029416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Text Placeholder 36"/>
          <p:cNvSpPr>
            <a:spLocks noGrp="1"/>
          </p:cNvSpPr>
          <p:nvPr>
            <p:ph type="body" sz="quarter" idx="117"/>
          </p:nvPr>
        </p:nvSpPr>
        <p:spPr>
          <a:xfrm>
            <a:off x="5029416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36"/>
          <p:cNvSpPr>
            <a:spLocks noGrp="1"/>
          </p:cNvSpPr>
          <p:nvPr>
            <p:ph type="body" sz="quarter" idx="118"/>
          </p:nvPr>
        </p:nvSpPr>
        <p:spPr>
          <a:xfrm>
            <a:off x="7243557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7" name="Text Placeholder 36"/>
          <p:cNvSpPr>
            <a:spLocks noGrp="1"/>
          </p:cNvSpPr>
          <p:nvPr>
            <p:ph type="body" sz="quarter" idx="119"/>
          </p:nvPr>
        </p:nvSpPr>
        <p:spPr>
          <a:xfrm>
            <a:off x="7243557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36"/>
          <p:cNvSpPr>
            <a:spLocks noGrp="1"/>
          </p:cNvSpPr>
          <p:nvPr>
            <p:ph type="body" sz="quarter" idx="120"/>
          </p:nvPr>
        </p:nvSpPr>
        <p:spPr>
          <a:xfrm>
            <a:off x="9474200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Text Placeholder 36"/>
          <p:cNvSpPr>
            <a:spLocks noGrp="1"/>
          </p:cNvSpPr>
          <p:nvPr>
            <p:ph type="body" sz="quarter" idx="121"/>
          </p:nvPr>
        </p:nvSpPr>
        <p:spPr>
          <a:xfrm>
            <a:off x="9474200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36"/>
          <p:cNvSpPr>
            <a:spLocks noGrp="1"/>
          </p:cNvSpPr>
          <p:nvPr>
            <p:ph type="body" sz="quarter" idx="122"/>
          </p:nvPr>
        </p:nvSpPr>
        <p:spPr>
          <a:xfrm>
            <a:off x="601133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1" name="Text Placeholder 36"/>
          <p:cNvSpPr>
            <a:spLocks noGrp="1"/>
          </p:cNvSpPr>
          <p:nvPr>
            <p:ph type="body" sz="quarter" idx="123"/>
          </p:nvPr>
        </p:nvSpPr>
        <p:spPr>
          <a:xfrm>
            <a:off x="601133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36"/>
          <p:cNvSpPr>
            <a:spLocks noGrp="1"/>
          </p:cNvSpPr>
          <p:nvPr>
            <p:ph type="body" sz="quarter" idx="124"/>
          </p:nvPr>
        </p:nvSpPr>
        <p:spPr>
          <a:xfrm>
            <a:off x="2815275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3" name="Text Placeholder 36"/>
          <p:cNvSpPr>
            <a:spLocks noGrp="1"/>
          </p:cNvSpPr>
          <p:nvPr>
            <p:ph type="body" sz="quarter" idx="125"/>
          </p:nvPr>
        </p:nvSpPr>
        <p:spPr>
          <a:xfrm>
            <a:off x="281527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36"/>
          <p:cNvSpPr>
            <a:spLocks noGrp="1"/>
          </p:cNvSpPr>
          <p:nvPr>
            <p:ph type="body" sz="quarter" idx="126"/>
          </p:nvPr>
        </p:nvSpPr>
        <p:spPr>
          <a:xfrm>
            <a:off x="5029416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5" name="Text Placeholder 36"/>
          <p:cNvSpPr>
            <a:spLocks noGrp="1"/>
          </p:cNvSpPr>
          <p:nvPr>
            <p:ph type="body" sz="quarter" idx="127"/>
          </p:nvPr>
        </p:nvSpPr>
        <p:spPr>
          <a:xfrm>
            <a:off x="5029416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36"/>
          <p:cNvSpPr>
            <a:spLocks noGrp="1"/>
          </p:cNvSpPr>
          <p:nvPr>
            <p:ph type="body" sz="quarter" idx="128"/>
          </p:nvPr>
        </p:nvSpPr>
        <p:spPr>
          <a:xfrm>
            <a:off x="7243557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7" name="Text Placeholder 36"/>
          <p:cNvSpPr>
            <a:spLocks noGrp="1"/>
          </p:cNvSpPr>
          <p:nvPr>
            <p:ph type="body" sz="quarter" idx="129"/>
          </p:nvPr>
        </p:nvSpPr>
        <p:spPr>
          <a:xfrm>
            <a:off x="7243557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36"/>
          <p:cNvSpPr>
            <a:spLocks noGrp="1"/>
          </p:cNvSpPr>
          <p:nvPr>
            <p:ph type="body" sz="quarter" idx="130"/>
          </p:nvPr>
        </p:nvSpPr>
        <p:spPr>
          <a:xfrm>
            <a:off x="9474200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Text Placeholder 36"/>
          <p:cNvSpPr>
            <a:spLocks noGrp="1"/>
          </p:cNvSpPr>
          <p:nvPr>
            <p:ph type="body" sz="quarter" idx="131"/>
          </p:nvPr>
        </p:nvSpPr>
        <p:spPr>
          <a:xfrm>
            <a:off x="94742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3" name="Slide Number Placeholder 9"/>
          <p:cNvSpPr>
            <a:spLocks noGrp="1"/>
          </p:cNvSpPr>
          <p:nvPr>
            <p:ph type="sldNum" sz="quarter" idx="132"/>
          </p:nvPr>
        </p:nvSpPr>
        <p:spPr/>
        <p:txBody>
          <a:bodyPr/>
          <a:lstStyle>
            <a:lvl1pPr>
              <a:defRPr/>
            </a:lvl1pPr>
          </a:lstStyle>
          <a:p>
            <a:fld id="{77461BCF-BBA5-5E4A-ABD5-3E5D9382F9D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4" name="Footer Placeholder 12"/>
          <p:cNvSpPr>
            <a:spLocks noGrp="1"/>
          </p:cNvSpPr>
          <p:nvPr>
            <p:ph type="ftr" sz="quarter" idx="133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38692242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HIGHLIGHT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/>
          <p:cNvSpPr>
            <a:spLocks noGrp="1"/>
          </p:cNvSpPr>
          <p:nvPr>
            <p:ph type="body" sz="quarter" idx="102"/>
          </p:nvPr>
        </p:nvSpPr>
        <p:spPr>
          <a:xfrm>
            <a:off x="601133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103"/>
          </p:nvPr>
        </p:nvSpPr>
        <p:spPr>
          <a:xfrm>
            <a:off x="601133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6"/>
          <p:cNvSpPr>
            <a:spLocks noGrp="1"/>
          </p:cNvSpPr>
          <p:nvPr>
            <p:ph type="body" sz="quarter" idx="104"/>
          </p:nvPr>
        </p:nvSpPr>
        <p:spPr>
          <a:xfrm>
            <a:off x="2815275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6"/>
          <p:cNvSpPr>
            <a:spLocks noGrp="1"/>
          </p:cNvSpPr>
          <p:nvPr>
            <p:ph type="body" sz="quarter" idx="105"/>
          </p:nvPr>
        </p:nvSpPr>
        <p:spPr>
          <a:xfrm>
            <a:off x="2815275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6"/>
          <p:cNvSpPr>
            <a:spLocks noGrp="1"/>
          </p:cNvSpPr>
          <p:nvPr>
            <p:ph type="body" sz="quarter" idx="106"/>
          </p:nvPr>
        </p:nvSpPr>
        <p:spPr>
          <a:xfrm>
            <a:off x="5029416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6"/>
          <p:cNvSpPr>
            <a:spLocks noGrp="1"/>
          </p:cNvSpPr>
          <p:nvPr>
            <p:ph type="body" sz="quarter" idx="107"/>
          </p:nvPr>
        </p:nvSpPr>
        <p:spPr>
          <a:xfrm>
            <a:off x="5029416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6"/>
          <p:cNvSpPr>
            <a:spLocks noGrp="1"/>
          </p:cNvSpPr>
          <p:nvPr>
            <p:ph type="body" sz="quarter" idx="108"/>
          </p:nvPr>
        </p:nvSpPr>
        <p:spPr>
          <a:xfrm>
            <a:off x="7243557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6"/>
          <p:cNvSpPr>
            <a:spLocks noGrp="1"/>
          </p:cNvSpPr>
          <p:nvPr>
            <p:ph type="body" sz="quarter" idx="109"/>
          </p:nvPr>
        </p:nvSpPr>
        <p:spPr>
          <a:xfrm>
            <a:off x="7243557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6"/>
          <p:cNvSpPr>
            <a:spLocks noGrp="1"/>
          </p:cNvSpPr>
          <p:nvPr>
            <p:ph type="body" sz="quarter" idx="110"/>
          </p:nvPr>
        </p:nvSpPr>
        <p:spPr>
          <a:xfrm>
            <a:off x="9474200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6"/>
          <p:cNvSpPr>
            <a:spLocks noGrp="1"/>
          </p:cNvSpPr>
          <p:nvPr>
            <p:ph type="body" sz="quarter" idx="111"/>
          </p:nvPr>
        </p:nvSpPr>
        <p:spPr>
          <a:xfrm>
            <a:off x="9474200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6"/>
          <p:cNvSpPr>
            <a:spLocks noGrp="1"/>
          </p:cNvSpPr>
          <p:nvPr>
            <p:ph type="body" sz="quarter" idx="112"/>
          </p:nvPr>
        </p:nvSpPr>
        <p:spPr>
          <a:xfrm>
            <a:off x="601133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36"/>
          <p:cNvSpPr>
            <a:spLocks noGrp="1"/>
          </p:cNvSpPr>
          <p:nvPr>
            <p:ph type="body" sz="quarter" idx="113"/>
          </p:nvPr>
        </p:nvSpPr>
        <p:spPr>
          <a:xfrm>
            <a:off x="601133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6"/>
          <p:cNvSpPr>
            <a:spLocks noGrp="1"/>
          </p:cNvSpPr>
          <p:nvPr>
            <p:ph type="body" sz="quarter" idx="114"/>
          </p:nvPr>
        </p:nvSpPr>
        <p:spPr>
          <a:xfrm>
            <a:off x="601133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36"/>
          <p:cNvSpPr>
            <a:spLocks noGrp="1"/>
          </p:cNvSpPr>
          <p:nvPr>
            <p:ph type="body" sz="quarter" idx="115"/>
          </p:nvPr>
        </p:nvSpPr>
        <p:spPr>
          <a:xfrm>
            <a:off x="601133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6"/>
          <p:cNvSpPr>
            <a:spLocks noGrp="1"/>
          </p:cNvSpPr>
          <p:nvPr>
            <p:ph type="body" sz="quarter" idx="116"/>
          </p:nvPr>
        </p:nvSpPr>
        <p:spPr>
          <a:xfrm>
            <a:off x="2815275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36"/>
          <p:cNvSpPr>
            <a:spLocks noGrp="1"/>
          </p:cNvSpPr>
          <p:nvPr>
            <p:ph type="body" sz="quarter" idx="117"/>
          </p:nvPr>
        </p:nvSpPr>
        <p:spPr>
          <a:xfrm>
            <a:off x="281527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6"/>
          <p:cNvSpPr>
            <a:spLocks noGrp="1"/>
          </p:cNvSpPr>
          <p:nvPr>
            <p:ph type="body" sz="quarter" idx="118"/>
          </p:nvPr>
        </p:nvSpPr>
        <p:spPr>
          <a:xfrm>
            <a:off x="2815275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36"/>
          <p:cNvSpPr>
            <a:spLocks noGrp="1"/>
          </p:cNvSpPr>
          <p:nvPr>
            <p:ph type="body" sz="quarter" idx="119"/>
          </p:nvPr>
        </p:nvSpPr>
        <p:spPr>
          <a:xfrm>
            <a:off x="2815275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6"/>
          <p:cNvSpPr>
            <a:spLocks noGrp="1"/>
          </p:cNvSpPr>
          <p:nvPr>
            <p:ph type="body" sz="quarter" idx="120"/>
          </p:nvPr>
        </p:nvSpPr>
        <p:spPr>
          <a:xfrm>
            <a:off x="5029416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Text Placeholder 36"/>
          <p:cNvSpPr>
            <a:spLocks noGrp="1"/>
          </p:cNvSpPr>
          <p:nvPr>
            <p:ph type="body" sz="quarter" idx="121"/>
          </p:nvPr>
        </p:nvSpPr>
        <p:spPr>
          <a:xfrm>
            <a:off x="5029416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6"/>
          <p:cNvSpPr>
            <a:spLocks noGrp="1"/>
          </p:cNvSpPr>
          <p:nvPr>
            <p:ph type="body" sz="quarter" idx="122"/>
          </p:nvPr>
        </p:nvSpPr>
        <p:spPr>
          <a:xfrm>
            <a:off x="5029416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7" name="Text Placeholder 36"/>
          <p:cNvSpPr>
            <a:spLocks noGrp="1"/>
          </p:cNvSpPr>
          <p:nvPr>
            <p:ph type="body" sz="quarter" idx="123"/>
          </p:nvPr>
        </p:nvSpPr>
        <p:spPr>
          <a:xfrm>
            <a:off x="5029416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6"/>
          <p:cNvSpPr>
            <a:spLocks noGrp="1"/>
          </p:cNvSpPr>
          <p:nvPr>
            <p:ph type="body" sz="quarter" idx="124"/>
          </p:nvPr>
        </p:nvSpPr>
        <p:spPr>
          <a:xfrm>
            <a:off x="7243557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Text Placeholder 36"/>
          <p:cNvSpPr>
            <a:spLocks noGrp="1"/>
          </p:cNvSpPr>
          <p:nvPr>
            <p:ph type="body" sz="quarter" idx="125"/>
          </p:nvPr>
        </p:nvSpPr>
        <p:spPr>
          <a:xfrm>
            <a:off x="7243557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6"/>
          <p:cNvSpPr>
            <a:spLocks noGrp="1"/>
          </p:cNvSpPr>
          <p:nvPr>
            <p:ph type="body" sz="quarter" idx="126"/>
          </p:nvPr>
        </p:nvSpPr>
        <p:spPr>
          <a:xfrm>
            <a:off x="7243557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36"/>
          <p:cNvSpPr>
            <a:spLocks noGrp="1"/>
          </p:cNvSpPr>
          <p:nvPr>
            <p:ph type="body" sz="quarter" idx="127"/>
          </p:nvPr>
        </p:nvSpPr>
        <p:spPr>
          <a:xfrm>
            <a:off x="7243557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6"/>
          <p:cNvSpPr>
            <a:spLocks noGrp="1"/>
          </p:cNvSpPr>
          <p:nvPr>
            <p:ph type="body" sz="quarter" idx="128"/>
          </p:nvPr>
        </p:nvSpPr>
        <p:spPr>
          <a:xfrm>
            <a:off x="9474200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36"/>
          <p:cNvSpPr>
            <a:spLocks noGrp="1"/>
          </p:cNvSpPr>
          <p:nvPr>
            <p:ph type="body" sz="quarter" idx="129"/>
          </p:nvPr>
        </p:nvSpPr>
        <p:spPr>
          <a:xfrm>
            <a:off x="94742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6"/>
          <p:cNvSpPr>
            <a:spLocks noGrp="1"/>
          </p:cNvSpPr>
          <p:nvPr>
            <p:ph type="body" sz="quarter" idx="130"/>
          </p:nvPr>
        </p:nvSpPr>
        <p:spPr>
          <a:xfrm>
            <a:off x="9474200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36"/>
          <p:cNvSpPr>
            <a:spLocks noGrp="1"/>
          </p:cNvSpPr>
          <p:nvPr>
            <p:ph type="body" sz="quarter" idx="131"/>
          </p:nvPr>
        </p:nvSpPr>
        <p:spPr>
          <a:xfrm>
            <a:off x="9474200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2"/>
          </p:nvPr>
        </p:nvSpPr>
        <p:spPr/>
        <p:txBody>
          <a:bodyPr/>
          <a:lstStyle>
            <a:lvl1pPr>
              <a:defRPr/>
            </a:lvl1pPr>
          </a:lstStyle>
          <a:p>
            <a:fld id="{31BEBA66-216E-7243-B012-B44CAA5F986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3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2302434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28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9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0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2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3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4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 u="none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 u="none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 u="none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 u="none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 u="none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6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7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8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0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1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8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601133" y="6020181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601133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1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2818451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5035768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7253085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9470400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5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2818451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2818451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5035768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5035768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7253085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725308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9470400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3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44A3DAED-98CA-ED44-BD8D-010557C4E8A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4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92079638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280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25123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2818449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5035765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7253081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9470400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601133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2818449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5035765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7253081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9470400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601133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2818449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5035765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7253081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465CD288-24B3-4B48-8EA0-67784588A8A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48866573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2818449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5035765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7253081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9470400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601133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2818449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5035765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7253081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9470400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601133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2818449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5035765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7253081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90FE7E78-F63E-6945-90BC-87516667A72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99006345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52400"/>
            <a:ext cx="10363200" cy="609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914400"/>
            <a:ext cx="10363200" cy="5410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Structure of the Income Tax 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latin typeface="Calibri"/>
            </a:endParaRPr>
          </a:p>
          <a:p>
            <a:fld id="{32A47CA8-1D40-3C49-82CF-CF2201A41E4F}" type="slidenum">
              <a:rPr lang="en-US" smtClean="0">
                <a:latin typeface="Calibri"/>
              </a:rPr>
              <a:pPr/>
              <a:t>‹#›</a:t>
            </a:fld>
            <a:endParaRPr lang="en-US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546976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022781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85B43-D788-46F7-A773-91C16572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512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Line 88"/>
          <p:cNvSpPr>
            <a:spLocks noChangeShapeType="1"/>
          </p:cNvSpPr>
          <p:nvPr/>
        </p:nvSpPr>
        <p:spPr bwMode="gray">
          <a:xfrm>
            <a:off x="0" y="6423027"/>
            <a:ext cx="12192000" cy="0"/>
          </a:xfrm>
          <a:prstGeom prst="line">
            <a:avLst/>
          </a:prstGeom>
          <a:noFill/>
          <a:ln w="158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11480800" y="6436634"/>
            <a:ext cx="609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800" b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algn="r"/>
            <a:fld id="{D9D5F7EB-196B-A148-8812-2A4F7A2FBBD6}" type="slidenum">
              <a:rPr lang="en-US" altLang="en-US" smtClean="0"/>
              <a:pPr algn="r"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3"/>
          </p:nvPr>
        </p:nvSpPr>
        <p:spPr>
          <a:xfrm>
            <a:off x="4165600" y="6442487"/>
            <a:ext cx="386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000" smtClean="0">
                <a:solidFill>
                  <a:srgbClr val="898989"/>
                </a:solidFill>
                <a:latin typeface="+mn-lt"/>
                <a:ea typeface="+mn-ea"/>
              </a:defRPr>
            </a:lvl1pPr>
          </a:lstStyle>
          <a:p>
            <a:r>
              <a:rPr lang="en-US"/>
              <a:t>Structure of the Income Tax </a:t>
            </a:r>
            <a:endParaRPr lang="en-US" dirty="0"/>
          </a:p>
        </p:txBody>
      </p:sp>
      <p:sp>
        <p:nvSpPr>
          <p:cNvPr id="9" name="Footer Placeholder 3"/>
          <p:cNvSpPr txBox="1">
            <a:spLocks/>
          </p:cNvSpPr>
          <p:nvPr userDrawn="1"/>
        </p:nvSpPr>
        <p:spPr>
          <a:xfrm>
            <a:off x="96545" y="6423028"/>
            <a:ext cx="3149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l">
              <a:defRPr/>
            </a:pPr>
            <a:r>
              <a:rPr lang="en-US" sz="800" baseline="0" dirty="0">
                <a:latin typeface="+mn-lt"/>
              </a:rPr>
              <a:t>FIT_StructureIncomeTax_2026F</a:t>
            </a:r>
            <a:endParaRPr lang="en-US" sz="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1776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715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  <p:sldLayoutId id="2147483693" r:id="rId34"/>
    <p:sldLayoutId id="2147483694" r:id="rId35"/>
    <p:sldLayoutId id="2147483695" r:id="rId36"/>
    <p:sldLayoutId id="2147483696" r:id="rId37"/>
    <p:sldLayoutId id="2147483697" r:id="rId38"/>
    <p:sldLayoutId id="2147483698" r:id="rId39"/>
    <p:sldLayoutId id="2147483699" r:id="rId40"/>
    <p:sldLayoutId id="2147483700" r:id="rId41"/>
    <p:sldLayoutId id="2147483701" r:id="rId42"/>
    <p:sldLayoutId id="2147483702" r:id="rId43"/>
    <p:sldLayoutId id="2147483703" r:id="rId44"/>
    <p:sldLayoutId id="2147483704" r:id="rId45"/>
    <p:sldLayoutId id="2147483705" r:id="rId46"/>
    <p:sldLayoutId id="2147483706" r:id="rId47"/>
    <p:sldLayoutId id="2147483707" r:id="rId48"/>
    <p:sldLayoutId id="2147483708" r:id="rId49"/>
    <p:sldLayoutId id="2147483709" r:id="rId50"/>
    <p:sldLayoutId id="2147483710" r:id="rId51"/>
    <p:sldLayoutId id="2147483711" r:id="rId52"/>
    <p:sldLayoutId id="2147483712" r:id="rId53"/>
    <p:sldLayoutId id="2147483713" r:id="rId54"/>
    <p:sldLayoutId id="2147483714" r:id="rId55"/>
    <p:sldLayoutId id="2147483716" r:id="rId56"/>
    <p:sldLayoutId id="2147483717" r:id="rId57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openclipart.org/detail/220844/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600345"/>
            <a:ext cx="9144000" cy="23876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Federal Income Taxation</a:t>
            </a:r>
            <a:br>
              <a:rPr lang="en-US" dirty="0"/>
            </a:br>
            <a:r>
              <a:rPr lang="en-US" i="1" dirty="0"/>
              <a:t>Essential Structure of the Income Tax</a:t>
            </a:r>
            <a:br>
              <a:rPr lang="en-US" i="1" dirty="0"/>
            </a:br>
            <a:r>
              <a:rPr lang="en-US" i="1" dirty="0"/>
              <a:t>Ch. 1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58533" y="5013325"/>
            <a:ext cx="6858000" cy="609600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r>
              <a:rPr lang="en-US" sz="2100" b="1" dirty="0"/>
              <a:t>Prof. Colon</a:t>
            </a:r>
          </a:p>
          <a:p>
            <a:r>
              <a:rPr lang="en-US" sz="2100" b="1" dirty="0"/>
              <a:t>Fall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D80FCD-05A6-764D-BFDB-63AA23C97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EAF7C4-7F9E-D84A-9606-10CB55E91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85B43-D788-46F7-A773-91C165729B0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58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4B3B691-7CFE-4CDD-A111-194ADF0B3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3200" b="1" dirty="0"/>
              <a:t>Course Goal:</a:t>
            </a:r>
            <a:r>
              <a:rPr lang="en-US" sz="3200" dirty="0"/>
              <a:t> Understand the basic structure of the U.S. federal income tax system and how theory translates into positive law (the Internal Revenue Code).</a:t>
            </a:r>
          </a:p>
          <a:p>
            <a:pPr marL="0" lvl="0" indent="0" algn="l">
              <a:buNone/>
            </a:pPr>
            <a:br>
              <a:rPr lang="en-US" sz="3200" dirty="0"/>
            </a:br>
            <a:endParaRPr lang="en-US" sz="3200" dirty="0"/>
          </a:p>
          <a:p>
            <a:pPr lvl="0"/>
            <a:r>
              <a:rPr lang="en-US" sz="3200" b="1" dirty="0"/>
              <a:t>Key Question:</a:t>
            </a:r>
            <a:r>
              <a:rPr lang="en-US" sz="3200" dirty="0"/>
              <a:t> How do we and how should we allocate the economic burden of government costs ($X) across the population?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F597ECF-E5BC-3B0C-74EC-8A5AC12AB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Federal Income Taxation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C2A6B-4902-98AE-F12D-3DED841001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D85B43-D788-46F7-A773-91C165729B06}" type="slidenum">
              <a:rPr lang="en-US" smtClean="0"/>
              <a:t>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2701B8-192C-C106-A619-2DDBCD3FA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3247916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white and red pot with a red lid&#10;&#10;Description automatically generated">
            <a:extLst>
              <a:ext uri="{FF2B5EF4-FFF2-40B4-BE49-F238E27FC236}">
                <a16:creationId xmlns:a16="http://schemas.microsoft.com/office/drawing/2014/main" id="{E2E8E66D-8350-496E-AFBA-176CD4601E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35387" y="955545"/>
            <a:ext cx="2662238" cy="1998127"/>
          </a:xfr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Tax Base and Tax Rates (Single, 2026)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D706CB-156B-8643-9A07-D8448DABBCBD}" type="slidenum">
              <a:rPr lang="en-US" altLang="en-US" smtClean="0"/>
              <a:pPr/>
              <a:t>3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88630B-04C1-717A-661D-E50A5931E579}"/>
              </a:ext>
            </a:extLst>
          </p:cNvPr>
          <p:cNvSpPr txBox="1"/>
          <p:nvPr/>
        </p:nvSpPr>
        <p:spPr>
          <a:xfrm>
            <a:off x="4140200" y="2463800"/>
            <a:ext cx="47801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B26F4A-BED8-0295-C19C-0A32DCB4FBE5}"/>
              </a:ext>
            </a:extLst>
          </p:cNvPr>
          <p:cNvSpPr txBox="1"/>
          <p:nvPr/>
        </p:nvSpPr>
        <p:spPr>
          <a:xfrm>
            <a:off x="240534" y="3063982"/>
            <a:ext cx="413867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u="sng" dirty="0"/>
              <a:t>Tax Base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Income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Consumption/Wages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Wealth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Tariffs (New for ‘25     ) and other excise taxes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795B00-711C-E441-11A5-2A227183394C}"/>
              </a:ext>
            </a:extLst>
          </p:cNvPr>
          <p:cNvSpPr txBox="1"/>
          <p:nvPr/>
        </p:nvSpPr>
        <p:spPr>
          <a:xfrm>
            <a:off x="9033641" y="2463800"/>
            <a:ext cx="4564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=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C87323-361C-461C-008B-8550E975191B}"/>
              </a:ext>
            </a:extLst>
          </p:cNvPr>
          <p:cNvSpPr txBox="1"/>
          <p:nvPr/>
        </p:nvSpPr>
        <p:spPr>
          <a:xfrm>
            <a:off x="9490087" y="2692062"/>
            <a:ext cx="23602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$Tax Revenue$</a:t>
            </a:r>
          </a:p>
        </p:txBody>
      </p:sp>
      <p:pic>
        <p:nvPicPr>
          <p:cNvPr id="6" name="Picture 5" descr="A screenshot of a white sheet with numbers and a few black text&#10;&#10;AI-generated content may be incorrect.">
            <a:extLst>
              <a:ext uri="{FF2B5EF4-FFF2-40B4-BE49-F238E27FC236}">
                <a16:creationId xmlns:a16="http://schemas.microsoft.com/office/drawing/2014/main" id="{322BE3E8-2E20-C41F-8F97-74B97103C2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4316" y="809918"/>
            <a:ext cx="3860800" cy="5522259"/>
          </a:xfrm>
          <a:prstGeom prst="rect">
            <a:avLst/>
          </a:prstGeom>
        </p:spPr>
      </p:pic>
      <p:pic>
        <p:nvPicPr>
          <p:cNvPr id="14" name="Picture 13" descr="A yellow smiley face with black eyes&#10;&#10;AI-generated content may be incorrect.">
            <a:extLst>
              <a:ext uri="{FF2B5EF4-FFF2-40B4-BE49-F238E27FC236}">
                <a16:creationId xmlns:a16="http://schemas.microsoft.com/office/drawing/2014/main" id="{9BC0B543-4937-8824-B3BC-A814AADBC7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8555" y="4852627"/>
            <a:ext cx="274736" cy="359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22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E880BDC-C7C4-38EA-84C8-7EC4C241C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HS Definition of Income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1F3D4D-5384-72D3-45BE-709C1E2B87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4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E851A-224E-C615-89F9-49AC75D79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DA6A61-CE97-E85D-E5A8-22D89B734D5F}"/>
              </a:ext>
            </a:extLst>
          </p:cNvPr>
          <p:cNvSpPr txBox="1"/>
          <p:nvPr/>
        </p:nvSpPr>
        <p:spPr>
          <a:xfrm>
            <a:off x="512064" y="699319"/>
            <a:ext cx="114289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arenBoth"/>
            </a:pPr>
            <a:r>
              <a:rPr lang="en-US" sz="3600" dirty="0"/>
              <a:t>Market value of rights exercised in </a:t>
            </a:r>
            <a:r>
              <a:rPr lang="en-US" sz="3600" i="1" dirty="0"/>
              <a:t>consumption</a:t>
            </a:r>
            <a:r>
              <a:rPr lang="en-US" sz="3600" dirty="0"/>
              <a:t>, </a:t>
            </a:r>
          </a:p>
          <a:p>
            <a:r>
              <a:rPr lang="en-US" sz="3600" b="1" dirty="0"/>
              <a:t>			plus </a:t>
            </a:r>
          </a:p>
          <a:p>
            <a:r>
              <a:rPr lang="en-US" sz="3600" dirty="0"/>
              <a:t>(2) Change in value of property during period (e.g., annually).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3AD089-AA9B-B28D-AE08-DFE77881782F}"/>
              </a:ext>
            </a:extLst>
          </p:cNvPr>
          <p:cNvSpPr txBox="1"/>
          <p:nvPr/>
        </p:nvSpPr>
        <p:spPr>
          <a:xfrm>
            <a:off x="468140" y="3870522"/>
            <a:ext cx="112557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Simplified Formula:  </a:t>
            </a:r>
          </a:p>
          <a:p>
            <a:r>
              <a:rPr lang="en-US" sz="3600" b="1" dirty="0"/>
              <a:t>Income = Wealth increases – Wealth decreases</a:t>
            </a:r>
            <a:r>
              <a:rPr lang="en-US" sz="3600" dirty="0"/>
              <a:t>, </a:t>
            </a:r>
          </a:p>
          <a:p>
            <a:r>
              <a:rPr lang="en-US" sz="3600" dirty="0"/>
              <a:t>but only if wealth reduction does </a:t>
            </a:r>
            <a:r>
              <a:rPr lang="en-US" sz="3600" b="1" i="1" dirty="0"/>
              <a:t>not</a:t>
            </a:r>
            <a:r>
              <a:rPr lang="en-US" sz="3600" dirty="0"/>
              <a:t> represent personal consumption </a:t>
            </a:r>
          </a:p>
        </p:txBody>
      </p:sp>
    </p:spTree>
    <p:extLst>
      <p:ext uri="{BB962C8B-B14F-4D97-AF65-F5344CB8AC3E}">
        <p14:creationId xmlns:p14="http://schemas.microsoft.com/office/powerpoint/2010/main" val="3713557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8BB476-452E-9948-B7BD-31B104C08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Structure of a Tax on </a:t>
            </a:r>
            <a:r>
              <a:rPr lang="en-US" i="1" dirty="0"/>
              <a:t>Income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0037E2-7E1C-2032-46CC-F9D839EFDD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F7429-C773-11A9-8857-7701CC386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B2002D-F835-CFE3-93F2-70654574641A}"/>
              </a:ext>
            </a:extLst>
          </p:cNvPr>
          <p:cNvSpPr txBox="1"/>
          <p:nvPr/>
        </p:nvSpPr>
        <p:spPr>
          <a:xfrm>
            <a:off x="454615" y="1850041"/>
            <a:ext cx="1139249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/>
              <a:t>Gross Income </a:t>
            </a:r>
            <a:r>
              <a:rPr lang="en-US" sz="3200" dirty="0"/>
              <a:t>(inflows—wealth accessions, </a:t>
            </a:r>
            <a:r>
              <a:rPr lang="en-US" sz="3200" u="sng" dirty="0"/>
              <a:t>if not excluded</a:t>
            </a:r>
            <a:r>
              <a:rPr lang="en-US" sz="3200" dirty="0"/>
              <a:t>) [§61] </a:t>
            </a:r>
          </a:p>
          <a:p>
            <a:r>
              <a:rPr lang="en-US" sz="3200" dirty="0"/>
              <a:t>					</a:t>
            </a:r>
            <a:r>
              <a:rPr lang="en-US" sz="3200" b="1" dirty="0"/>
              <a:t>minus</a:t>
            </a:r>
          </a:p>
          <a:p>
            <a:r>
              <a:rPr lang="en-US" sz="3200" b="1" i="1" u="sng" dirty="0"/>
              <a:t>Allowable Deductions </a:t>
            </a:r>
            <a:r>
              <a:rPr lang="en-US" sz="3200" u="sng" dirty="0"/>
              <a:t>(certain outflows—wealth reductions) </a:t>
            </a:r>
            <a:r>
              <a:rPr lang="en-US" sz="3200" dirty="0"/>
              <a:t>[§161]</a:t>
            </a:r>
          </a:p>
          <a:p>
            <a:pPr algn="ctr"/>
            <a:r>
              <a:rPr lang="en-US" sz="3200" dirty="0"/>
              <a:t>=</a:t>
            </a:r>
            <a:br>
              <a:rPr lang="en-US" sz="3200" dirty="0"/>
            </a:br>
            <a:r>
              <a:rPr lang="en-US" sz="3200" b="1" dirty="0"/>
              <a:t>Taxable Income (tax base) [§1]</a:t>
            </a:r>
          </a:p>
        </p:txBody>
      </p:sp>
    </p:spTree>
    <p:extLst>
      <p:ext uri="{BB962C8B-B14F-4D97-AF65-F5344CB8AC3E}">
        <p14:creationId xmlns:p14="http://schemas.microsoft.com/office/powerpoint/2010/main" val="2687559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E0760F-52F1-1F78-F1C9-F99CD63A2A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3200" b="1" dirty="0"/>
              <a:t>The Rule:</a:t>
            </a:r>
            <a:r>
              <a:rPr lang="en-US" sz="3200" dirty="0"/>
              <a:t> §61 applies "Unless as otherwise provided in this subtitle".</a:t>
            </a:r>
          </a:p>
          <a:p>
            <a:pPr lvl="1"/>
            <a:r>
              <a:rPr lang="en-US" sz="3000" b="1" dirty="0"/>
              <a:t>Example – Gifts (§102)</a:t>
            </a:r>
            <a:endParaRPr lang="en-US" sz="3000" dirty="0"/>
          </a:p>
          <a:p>
            <a:pPr lvl="2"/>
            <a:r>
              <a:rPr lang="en-US" sz="3200" b="1" dirty="0"/>
              <a:t>HS theory</a:t>
            </a:r>
            <a:r>
              <a:rPr lang="en-US" sz="3200" dirty="0"/>
              <a:t>: receiving a cash gift is a clear wealth increase and should be taxed.</a:t>
            </a:r>
          </a:p>
          <a:p>
            <a:pPr lvl="2"/>
            <a:r>
              <a:rPr lang="en-US" sz="3200" b="1" dirty="0"/>
              <a:t>Positive Law:</a:t>
            </a:r>
            <a:r>
              <a:rPr lang="en-US" sz="3200" dirty="0"/>
              <a:t> §102(a) specifically </a:t>
            </a:r>
            <a:r>
              <a:rPr lang="en-US" sz="3200" b="1" dirty="0"/>
              <a:t>excludes </a:t>
            </a:r>
            <a:r>
              <a:rPr lang="en-US" sz="3200" dirty="0"/>
              <a:t>"gifts, bequests, devises, and inheritances" from Gross Income.</a:t>
            </a:r>
          </a:p>
          <a:p>
            <a:pPr lvl="0"/>
            <a:r>
              <a:rPr lang="en-US" sz="3200" b="1" dirty="0"/>
              <a:t>Exclusion vs. Deduction:</a:t>
            </a:r>
            <a:r>
              <a:rPr lang="en-US" sz="3200" dirty="0"/>
              <a:t> </a:t>
            </a:r>
          </a:p>
          <a:p>
            <a:pPr lvl="1"/>
            <a:r>
              <a:rPr lang="en-US" sz="3000" b="1" dirty="0"/>
              <a:t>Exclusions</a:t>
            </a:r>
            <a:r>
              <a:rPr lang="en-US" sz="3000" dirty="0"/>
              <a:t> are wealth inflows that never enter Gross Income</a:t>
            </a:r>
          </a:p>
          <a:p>
            <a:pPr lvl="1"/>
            <a:r>
              <a:rPr lang="en-US" sz="3000" b="1" dirty="0"/>
              <a:t>Deductions</a:t>
            </a:r>
            <a:r>
              <a:rPr lang="en-US" sz="3000" dirty="0"/>
              <a:t> are outflows that reduce Gross Income.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27FB6F-DCE8-C2EE-46D7-3B8D3C1DB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Deviations from HS (Theory)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1FBF1F-99D0-0F1D-61F6-B3664E7BAC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E3051-7B3E-EA2A-43C0-9CBB338FD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288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0C59A6D-4FF9-E7BB-8190-89C1FD11DF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5804244"/>
              </p:ext>
            </p:extLst>
          </p:nvPr>
        </p:nvGraphicFramePr>
        <p:xfrm>
          <a:off x="457200" y="827314"/>
          <a:ext cx="11277600" cy="36249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15579026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3170792172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1032614266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95212796"/>
                    </a:ext>
                  </a:extLst>
                </a:gridCol>
              </a:tblGrid>
              <a:tr h="724989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Analysis of Wealth Reductions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628741"/>
                  </a:ext>
                </a:extLst>
              </a:tr>
              <a:tr h="724989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Personal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Business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Investment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6400613"/>
                  </a:ext>
                </a:extLst>
              </a:tr>
              <a:tr h="724989">
                <a:tc rowSpan="3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Capital Expenditures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 wealth reduction; mere change in form of wealth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2657164"/>
                  </a:ext>
                </a:extLst>
              </a:tr>
              <a:tr h="72498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deductible [§263]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deductible  [§263]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deductible [§263]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252253"/>
                  </a:ext>
                </a:extLst>
              </a:tr>
              <a:tr h="724989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Creates basis [§1012]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Creates basis [§1012]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Creates basis [§1012]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295213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C4A7757A-3B8F-6B3A-AE3A-5656142F8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Wealth Reductions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B85464-BA3D-73BF-CFA1-097E9E2569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7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0EFDE-66BD-47EC-C321-9039AE9DF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3DDF0F-815F-0CFC-A4B3-1DDB0215DB8D}"/>
              </a:ext>
            </a:extLst>
          </p:cNvPr>
          <p:cNvSpPr txBox="1"/>
          <p:nvPr/>
        </p:nvSpPr>
        <p:spPr>
          <a:xfrm>
            <a:off x="369454" y="4893375"/>
            <a:ext cx="115475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Capital Expenditures are generally made after-tax dollars because they are not deductible.</a:t>
            </a:r>
          </a:p>
        </p:txBody>
      </p:sp>
    </p:spTree>
    <p:extLst>
      <p:ext uri="{BB962C8B-B14F-4D97-AF65-F5344CB8AC3E}">
        <p14:creationId xmlns:p14="http://schemas.microsoft.com/office/powerpoint/2010/main" val="1453473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148268-E9B6-8BC9-35F3-E16FF2991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2800" b="1" dirty="0"/>
              <a:t>Two Precepts of a Tax on Income</a:t>
            </a:r>
          </a:p>
          <a:p>
            <a:pPr lvl="1" algn="l"/>
            <a:r>
              <a:rPr lang="en-US" sz="2400" dirty="0"/>
              <a:t>Same $ should not be taxed to the same taxpayer more than once; and</a:t>
            </a:r>
          </a:p>
          <a:p>
            <a:pPr lvl="1" algn="l"/>
            <a:r>
              <a:rPr lang="en-US" sz="2400" dirty="0"/>
              <a:t>Same $ should not provide a double tax benefit to the same taxpayer</a:t>
            </a:r>
          </a:p>
          <a:p>
            <a:pPr lvl="1" algn="l"/>
            <a:endParaRPr lang="en-US" sz="2400" dirty="0"/>
          </a:p>
          <a:p>
            <a:pPr algn="l"/>
            <a:r>
              <a:rPr lang="en-US" sz="2800" b="1" dirty="0"/>
              <a:t>Basis </a:t>
            </a:r>
          </a:p>
          <a:p>
            <a:pPr lvl="1" algn="l"/>
            <a:r>
              <a:rPr lang="en-US" sz="2400" dirty="0"/>
              <a:t>Record of previously taxed $</a:t>
            </a:r>
          </a:p>
          <a:p>
            <a:pPr lvl="1" algn="l"/>
            <a:r>
              <a:rPr lang="en-US" sz="2400" dirty="0"/>
              <a:t>$ that have not yet been deducted</a:t>
            </a:r>
          </a:p>
          <a:p>
            <a:pPr lvl="1" algn="l"/>
            <a:endParaRPr lang="en-US" sz="2400" dirty="0"/>
          </a:p>
          <a:p>
            <a:pPr algn="l"/>
            <a:r>
              <a:rPr lang="en-US" sz="2800" b="1" dirty="0"/>
              <a:t>Basis (</a:t>
            </a:r>
            <a:r>
              <a:rPr lang="en-US" sz="2800" b="1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§1012)</a:t>
            </a:r>
            <a:endParaRPr lang="en-US" sz="2800" b="1" dirty="0"/>
          </a:p>
          <a:p>
            <a:pPr lvl="1" algn="l"/>
            <a:r>
              <a:rPr lang="en-US" sz="2400" dirty="0"/>
              <a:t>Created by nondeductible capital expenditures (most common), or</a:t>
            </a:r>
          </a:p>
          <a:p>
            <a:pPr lvl="1" algn="l"/>
            <a:r>
              <a:rPr lang="en-US" sz="2400" dirty="0"/>
              <a:t>Income inclusion—your employer grants you stock as additional compensation; by including it in income, basis is created.</a:t>
            </a:r>
          </a:p>
          <a:p>
            <a:pPr lvl="1" algn="l"/>
            <a:endParaRPr lang="en-US" dirty="0"/>
          </a:p>
          <a:p>
            <a:pPr lvl="1" algn="l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6405E59-6D24-4DE6-76A8-7E8C4B128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of Basis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8A40C-64BF-8B45-1D39-B871A95683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8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6DCD9-997F-4B96-72BD-117306918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557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B597CAF-DB3F-7C5F-62EE-CCC34A668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800" dirty="0"/>
              <a:t>Under HS, increases (decreases) in wealth, e.g., increases (decreases) in the value of an asset, would be taxable events.</a:t>
            </a:r>
          </a:p>
          <a:p>
            <a:endParaRPr lang="en-US" sz="2800" dirty="0"/>
          </a:p>
          <a:p>
            <a:r>
              <a:rPr lang="en-US" sz="2800" dirty="0"/>
              <a:t>Gains/losses are not </a:t>
            </a:r>
            <a:r>
              <a:rPr lang="en-US" sz="2800" b="1" i="1" dirty="0"/>
              <a:t>recognized</a:t>
            </a:r>
            <a:r>
              <a:rPr lang="en-US" sz="2800" dirty="0"/>
              <a:t> (enter into the tax base) generally until there is a </a:t>
            </a:r>
            <a:r>
              <a:rPr lang="en-US" sz="2800" b="1" i="1" dirty="0"/>
              <a:t>realization event </a:t>
            </a:r>
            <a:r>
              <a:rPr lang="en-US" sz="2800" dirty="0"/>
              <a:t>(sale or exchange).</a:t>
            </a:r>
          </a:p>
          <a:p>
            <a:pPr lvl="1"/>
            <a:r>
              <a:rPr lang="en-US" sz="2800" dirty="0"/>
              <a:t>Gain/Loss:  </a:t>
            </a:r>
            <a:r>
              <a:rPr lang="en-US" sz="2800" b="1" dirty="0"/>
              <a:t>Amount realized</a:t>
            </a:r>
            <a:r>
              <a:rPr lang="en-US" sz="2800" dirty="0"/>
              <a:t> minus </a:t>
            </a:r>
            <a:r>
              <a:rPr lang="en-US" sz="2800" b="1" dirty="0"/>
              <a:t>adjusted basis </a:t>
            </a:r>
            <a:r>
              <a:rPr lang="en-US" sz="2800" dirty="0"/>
              <a:t>(AR – AB).  §1001(a)</a:t>
            </a:r>
          </a:p>
          <a:p>
            <a:pPr lvl="2"/>
            <a:r>
              <a:rPr lang="en-US" sz="2800" b="1" dirty="0"/>
              <a:t>AR</a:t>
            </a:r>
            <a:r>
              <a:rPr lang="en-US" sz="2800" dirty="0"/>
              <a:t>: Cash or FMV of other property.  §1001(b)</a:t>
            </a:r>
          </a:p>
          <a:p>
            <a:pPr lvl="2"/>
            <a:r>
              <a:rPr lang="en-US" sz="2800" b="1" dirty="0"/>
              <a:t>AB</a:t>
            </a:r>
            <a:r>
              <a:rPr lang="en-US" sz="2800" dirty="0"/>
              <a:t>: Cost basis with adjustments, e.g., depreciation. §1011(a)</a:t>
            </a:r>
          </a:p>
          <a:p>
            <a:pPr lvl="2"/>
            <a:r>
              <a:rPr lang="en-US" sz="2800" dirty="0"/>
              <a:t>Subtracting the AB ensures that the same dollars are not taxed more than once to the same taxpayer.</a:t>
            </a:r>
          </a:p>
          <a:p>
            <a:pPr lvl="2"/>
            <a:endParaRPr lang="en-US" sz="2800" dirty="0"/>
          </a:p>
          <a:p>
            <a:r>
              <a:rPr lang="en-US" sz="3000" dirty="0"/>
              <a:t>Realization is a valuable option for taxpayers.  Why?</a:t>
            </a:r>
          </a:p>
          <a:p>
            <a:pPr lvl="1"/>
            <a:endParaRPr lang="en-US" sz="2400" dirty="0"/>
          </a:p>
          <a:p>
            <a:r>
              <a:rPr lang="en-US" sz="2800" dirty="0"/>
              <a:t>What is one justification for the realization requirement?  One critique</a:t>
            </a:r>
            <a:r>
              <a:rPr lang="en-US" dirty="0"/>
              <a:t>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1B3A42A-3985-5D06-6DFC-7AABA43B4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4B4EDD-2B05-F0DC-DAC2-8E745168EC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9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8AC25-B73B-0DC8-CC0F-77D049325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372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69440-583E-4E86-8988-E74539918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8861D9B-228E-1A63-8C54-DD197121E6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5987094"/>
              </p:ext>
            </p:extLst>
          </p:nvPr>
        </p:nvGraphicFramePr>
        <p:xfrm>
          <a:off x="457200" y="827314"/>
          <a:ext cx="11332464" cy="4110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3116">
                  <a:extLst>
                    <a:ext uri="{9D8B030D-6E8A-4147-A177-3AD203B41FA5}">
                      <a16:colId xmlns:a16="http://schemas.microsoft.com/office/drawing/2014/main" val="155790263"/>
                    </a:ext>
                  </a:extLst>
                </a:gridCol>
                <a:gridCol w="2833116">
                  <a:extLst>
                    <a:ext uri="{9D8B030D-6E8A-4147-A177-3AD203B41FA5}">
                      <a16:colId xmlns:a16="http://schemas.microsoft.com/office/drawing/2014/main" val="3170792172"/>
                    </a:ext>
                  </a:extLst>
                </a:gridCol>
                <a:gridCol w="2672225">
                  <a:extLst>
                    <a:ext uri="{9D8B030D-6E8A-4147-A177-3AD203B41FA5}">
                      <a16:colId xmlns:a16="http://schemas.microsoft.com/office/drawing/2014/main" val="1032614266"/>
                    </a:ext>
                  </a:extLst>
                </a:gridCol>
                <a:gridCol w="160891">
                  <a:extLst>
                    <a:ext uri="{9D8B030D-6E8A-4147-A177-3AD203B41FA5}">
                      <a16:colId xmlns:a16="http://schemas.microsoft.com/office/drawing/2014/main" val="2972393445"/>
                    </a:ext>
                  </a:extLst>
                </a:gridCol>
                <a:gridCol w="2833116">
                  <a:extLst>
                    <a:ext uri="{9D8B030D-6E8A-4147-A177-3AD203B41FA5}">
                      <a16:colId xmlns:a16="http://schemas.microsoft.com/office/drawing/2014/main" val="2495212796"/>
                    </a:ext>
                  </a:extLst>
                </a:gridCol>
              </a:tblGrid>
              <a:tr h="57694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Analysis of Wealth Reductions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628741"/>
                  </a:ext>
                </a:extLst>
              </a:tr>
              <a:tr h="576943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Personal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Business 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Investment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6400613"/>
                  </a:ext>
                </a:extLst>
              </a:tr>
              <a:tr h="544286">
                <a:tc rowSpan="3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Capital Expenditures</a:t>
                      </a:r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 wealth reduction; mere change in form of wealth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2657164"/>
                  </a:ext>
                </a:extLst>
              </a:tr>
              <a:tr h="62048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deductible [§263]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deductible  [§263]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deductible [§263]</a:t>
                      </a:r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deductible [§263]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252253"/>
                  </a:ext>
                </a:extLst>
              </a:tr>
              <a:tr h="511629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Creates basis [§1012]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Creates basis [§1012]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Creates basis [§1012]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Creates basis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295213"/>
                  </a:ext>
                </a:extLst>
              </a:tr>
              <a:tr h="555171">
                <a:tc rowSpan="2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Expenses</a:t>
                      </a:r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Outlays that reduce wealth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516420"/>
                  </a:ext>
                </a:extLst>
              </a:tr>
              <a:tr h="724989">
                <a:tc vMerge="1"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deductible [§262]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Deductible [§162(a)]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Deductible [But not §212(1) and (2) expenses]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Deductible [§212(1) and (2)]</a:t>
                      </a:r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2958153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94D7668E-FE85-4943-C6EF-F41ADAA6F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Wealth Reductions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43622A-98E0-1AE5-291E-CAF150739F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10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F70CC6-934C-DF25-8352-D81DE4B55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969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76BF7-90EB-EC0B-73B5-C67BE0663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7B6FAE6-AE3F-EDDA-BA7E-1EFD874039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1628131"/>
              </p:ext>
            </p:extLst>
          </p:nvPr>
        </p:nvGraphicFramePr>
        <p:xfrm>
          <a:off x="457200" y="827314"/>
          <a:ext cx="11332464" cy="4835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3116">
                  <a:extLst>
                    <a:ext uri="{9D8B030D-6E8A-4147-A177-3AD203B41FA5}">
                      <a16:colId xmlns:a16="http://schemas.microsoft.com/office/drawing/2014/main" val="155790263"/>
                    </a:ext>
                  </a:extLst>
                </a:gridCol>
                <a:gridCol w="2833116">
                  <a:extLst>
                    <a:ext uri="{9D8B030D-6E8A-4147-A177-3AD203B41FA5}">
                      <a16:colId xmlns:a16="http://schemas.microsoft.com/office/drawing/2014/main" val="3170792172"/>
                    </a:ext>
                  </a:extLst>
                </a:gridCol>
                <a:gridCol w="2672225">
                  <a:extLst>
                    <a:ext uri="{9D8B030D-6E8A-4147-A177-3AD203B41FA5}">
                      <a16:colId xmlns:a16="http://schemas.microsoft.com/office/drawing/2014/main" val="1032614266"/>
                    </a:ext>
                  </a:extLst>
                </a:gridCol>
                <a:gridCol w="160891">
                  <a:extLst>
                    <a:ext uri="{9D8B030D-6E8A-4147-A177-3AD203B41FA5}">
                      <a16:colId xmlns:a16="http://schemas.microsoft.com/office/drawing/2014/main" val="2972393445"/>
                    </a:ext>
                  </a:extLst>
                </a:gridCol>
                <a:gridCol w="2833116">
                  <a:extLst>
                    <a:ext uri="{9D8B030D-6E8A-4147-A177-3AD203B41FA5}">
                      <a16:colId xmlns:a16="http://schemas.microsoft.com/office/drawing/2014/main" val="2495212796"/>
                    </a:ext>
                  </a:extLst>
                </a:gridCol>
              </a:tblGrid>
              <a:tr h="57694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Analysis of Wealth Reductions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628741"/>
                  </a:ext>
                </a:extLst>
              </a:tr>
              <a:tr h="576943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Personal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Business 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Investment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6400613"/>
                  </a:ext>
                </a:extLst>
              </a:tr>
              <a:tr h="544286">
                <a:tc rowSpan="3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Capital Expenditures</a:t>
                      </a:r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 wealth reduction; mere change in form of wealth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2657164"/>
                  </a:ext>
                </a:extLst>
              </a:tr>
              <a:tr h="62048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deductible [§263]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deductible  [§263]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deductible [§263]</a:t>
                      </a:r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deductible [§263]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252253"/>
                  </a:ext>
                </a:extLst>
              </a:tr>
              <a:tr h="511629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Creates basis [§1012]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Creates basis [§1012]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Creates basis [§1012]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Creates basis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295213"/>
                  </a:ext>
                </a:extLst>
              </a:tr>
              <a:tr h="555171">
                <a:tc rowSpan="2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Expenses</a:t>
                      </a:r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Outlays that reduce wealth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516420"/>
                  </a:ext>
                </a:extLst>
              </a:tr>
              <a:tr h="724989">
                <a:tc vMerge="1"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deductible [§262]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Deductible [§162(a)]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Deductible [But not §212(1) and (2) expenses]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Deductible [§212(1) and (2)]</a:t>
                      </a:r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2958153"/>
                  </a:ext>
                </a:extLst>
              </a:tr>
              <a:tr h="72498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Losses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deductible [§165(c)(3)]</a:t>
                      </a:r>
                    </a:p>
                  </a:txBody>
                  <a:tcPr anchor="ctr">
                    <a:solidFill>
                      <a:schemeClr val="accent3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Deductible [§165(c)(1)]</a:t>
                      </a:r>
                    </a:p>
                  </a:txBody>
                  <a:tcPr anchor="ctr">
                    <a:solidFill>
                      <a:schemeClr val="accent3">
                        <a:lumMod val="10000"/>
                        <a:lumOff val="9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Deductible [§165(c)(2)]</a:t>
                      </a:r>
                    </a:p>
                  </a:txBody>
                  <a:tcPr anchor="ctr">
                    <a:solidFill>
                      <a:schemeClr val="accent3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3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629674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38E2E5F0-C460-2292-ED7A-320EFB95A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Wealth Reductions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4CBA14-DA59-703E-ED65-CD0F09B66C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11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605EB-F721-E4DC-8E1E-D60FF17A7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9197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2FFE4-AD03-95B0-84A7-76D41B806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27EC45A-F303-EE8C-3311-5D377DF835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4046790"/>
              </p:ext>
            </p:extLst>
          </p:nvPr>
        </p:nvGraphicFramePr>
        <p:xfrm>
          <a:off x="457200" y="684997"/>
          <a:ext cx="11332464" cy="5508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3116">
                  <a:extLst>
                    <a:ext uri="{9D8B030D-6E8A-4147-A177-3AD203B41FA5}">
                      <a16:colId xmlns:a16="http://schemas.microsoft.com/office/drawing/2014/main" val="155790263"/>
                    </a:ext>
                  </a:extLst>
                </a:gridCol>
                <a:gridCol w="2833116">
                  <a:extLst>
                    <a:ext uri="{9D8B030D-6E8A-4147-A177-3AD203B41FA5}">
                      <a16:colId xmlns:a16="http://schemas.microsoft.com/office/drawing/2014/main" val="3170792172"/>
                    </a:ext>
                  </a:extLst>
                </a:gridCol>
                <a:gridCol w="2672225">
                  <a:extLst>
                    <a:ext uri="{9D8B030D-6E8A-4147-A177-3AD203B41FA5}">
                      <a16:colId xmlns:a16="http://schemas.microsoft.com/office/drawing/2014/main" val="1032614266"/>
                    </a:ext>
                  </a:extLst>
                </a:gridCol>
                <a:gridCol w="160891">
                  <a:extLst>
                    <a:ext uri="{9D8B030D-6E8A-4147-A177-3AD203B41FA5}">
                      <a16:colId xmlns:a16="http://schemas.microsoft.com/office/drawing/2014/main" val="2972393445"/>
                    </a:ext>
                  </a:extLst>
                </a:gridCol>
                <a:gridCol w="2833116">
                  <a:extLst>
                    <a:ext uri="{9D8B030D-6E8A-4147-A177-3AD203B41FA5}">
                      <a16:colId xmlns:a16="http://schemas.microsoft.com/office/drawing/2014/main" val="2495212796"/>
                    </a:ext>
                  </a:extLst>
                </a:gridCol>
              </a:tblGrid>
              <a:tr h="571521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Analysis of Wealth Reductions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628741"/>
                  </a:ext>
                </a:extLst>
              </a:tr>
              <a:tr h="571521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Personal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Business 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Investment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6400613"/>
                  </a:ext>
                </a:extLst>
              </a:tr>
              <a:tr h="539171">
                <a:tc rowSpan="3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Capital Expenditures</a:t>
                      </a:r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 wealth reduction; mere change in form of wealth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2657164"/>
                  </a:ext>
                </a:extLst>
              </a:tr>
              <a:tr h="6146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deductible [§263]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deductible  [§263]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deductible [§263]</a:t>
                      </a:r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deductible [§263]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252253"/>
                  </a:ext>
                </a:extLst>
              </a:tr>
              <a:tr h="506821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Creates basis [§1012]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Creates basis [§1012]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Creates basis [§1012]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Creates basis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295213"/>
                  </a:ext>
                </a:extLst>
              </a:tr>
              <a:tr h="549954">
                <a:tc rowSpan="2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Expenses</a:t>
                      </a:r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Outlays that reduce wealth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516420"/>
                  </a:ext>
                </a:extLst>
              </a:tr>
              <a:tr h="718176">
                <a:tc vMerge="1"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deductible [§262]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Deductible [§162(a)]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Deductible [But not §212(1) and (2) expenses]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Deductible [§212(1) and (2)]</a:t>
                      </a:r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2958153"/>
                  </a:ext>
                </a:extLst>
              </a:tr>
              <a:tr h="71817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Losses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deductible [§165(c)(3)]</a:t>
                      </a:r>
                    </a:p>
                  </a:txBody>
                  <a:tcPr anchor="ctr">
                    <a:solidFill>
                      <a:schemeClr val="accent3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Deductible [§165(c)(1)]</a:t>
                      </a:r>
                    </a:p>
                  </a:txBody>
                  <a:tcPr anchor="ctr">
                    <a:solidFill>
                      <a:schemeClr val="accent3">
                        <a:lumMod val="10000"/>
                        <a:lumOff val="9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Deductible [§165(c)(2)]</a:t>
                      </a:r>
                    </a:p>
                  </a:txBody>
                  <a:tcPr anchor="ctr">
                    <a:solidFill>
                      <a:schemeClr val="accent3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3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629674"/>
                  </a:ext>
                </a:extLst>
              </a:tr>
              <a:tr h="71817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Depreciation</a:t>
                      </a:r>
                    </a:p>
                  </a:txBody>
                  <a:tcPr anchor="ctr">
                    <a:solidFill>
                      <a:srgbClr val="00F5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None</a:t>
                      </a:r>
                    </a:p>
                  </a:txBody>
                  <a:tcPr anchor="ctr">
                    <a:solidFill>
                      <a:schemeClr val="bg2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Deductible [§167(a)] if wasting asset</a:t>
                      </a:r>
                    </a:p>
                  </a:txBody>
                  <a:tcPr anchor="ctr">
                    <a:solidFill>
                      <a:schemeClr val="bg2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Deductible [§167(a)] if wasting asset</a:t>
                      </a:r>
                    </a:p>
                  </a:txBody>
                  <a:tcPr anchor="ctr">
                    <a:solidFill>
                      <a:schemeClr val="bg2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308945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1E8AF0F7-1E01-C37E-C301-5A51960B3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Wealth Reductions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4A02D3-E4A8-DF12-44A8-81B97E5388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12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C85D7-CBD0-4071-1C63-9A9276897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945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9B29230-91B2-FDBF-63B1-2A8D9569CA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800" b="1" dirty="0"/>
              <a:t>Important:</a:t>
            </a:r>
            <a:r>
              <a:rPr lang="en-US" sz="2800" dirty="0"/>
              <a:t> "Capital expenditure" ≠ "capital gain/loss" — different concepts</a:t>
            </a:r>
          </a:p>
          <a:p>
            <a:r>
              <a:rPr lang="en-US" sz="2800" b="1" dirty="0"/>
              <a:t>Three Requirements for "Capital" Treatment:</a:t>
            </a:r>
            <a:endParaRPr lang="en-US" sz="2800" dirty="0"/>
          </a:p>
          <a:p>
            <a:pPr lvl="1"/>
            <a:r>
              <a:rPr lang="en-US" sz="2600" dirty="0"/>
              <a:t>Gain includable or loss deductible (personal losses generally not deductible)</a:t>
            </a:r>
          </a:p>
          <a:p>
            <a:pPr lvl="1"/>
            <a:r>
              <a:rPr lang="en-US" sz="2600" dirty="0"/>
              <a:t>Asset is a "capital asset" (§ 1221)</a:t>
            </a:r>
          </a:p>
          <a:p>
            <a:pPr lvl="1"/>
            <a:r>
              <a:rPr lang="en-US" sz="2600" dirty="0"/>
              <a:t>From "sale or exchange"</a:t>
            </a:r>
          </a:p>
          <a:p>
            <a:r>
              <a:rPr lang="en-US" sz="2800" b="1" dirty="0"/>
              <a:t>Example:</a:t>
            </a:r>
            <a:endParaRPr lang="en-US" sz="2800" dirty="0"/>
          </a:p>
          <a:p>
            <a:pPr lvl="1"/>
            <a:r>
              <a:rPr lang="en-US" sz="2600" dirty="0"/>
              <a:t>Gold necklace purchased by Ellen for personal adornment → Capital asset for Ellen</a:t>
            </a:r>
          </a:p>
          <a:p>
            <a:pPr lvl="1"/>
            <a:r>
              <a:rPr lang="en-US" sz="2600" dirty="0"/>
              <a:t>Same necklace held by Steve (retail shop) as inventory → Not a capital asset</a:t>
            </a:r>
          </a:p>
          <a:p>
            <a:endParaRPr lang="en-US" sz="2800" dirty="0"/>
          </a:p>
          <a:p>
            <a:r>
              <a:rPr lang="en-US" sz="2800" dirty="0"/>
              <a:t>If the property sold is a </a:t>
            </a:r>
            <a:r>
              <a:rPr lang="en-US" sz="2800" i="1" dirty="0"/>
              <a:t>capital asset </a:t>
            </a:r>
            <a:r>
              <a:rPr lang="en-US" sz="2800" dirty="0"/>
              <a:t>and is held for </a:t>
            </a:r>
            <a:r>
              <a:rPr lang="en-US" sz="2800" i="1" dirty="0"/>
              <a:t>more than one year</a:t>
            </a:r>
            <a:r>
              <a:rPr lang="en-US" sz="2800" dirty="0"/>
              <a:t>, any gains are potentially subject to a rate of 0%, 15%, 20%. §1(h) (CG rates).</a:t>
            </a:r>
          </a:p>
          <a:p>
            <a:r>
              <a:rPr lang="en-US" sz="2800" dirty="0"/>
              <a:t>Capital losses are limited under §1211(b) (amt of CGs plus 3K)</a:t>
            </a:r>
          </a:p>
          <a:p>
            <a:r>
              <a:rPr lang="en-US" sz="2800" dirty="0"/>
              <a:t>If the property is held for less than one year, any gains are generally subject to the same rates as wage income.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38012A5-E99F-0308-CEE6-2F6E0C57A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 of Income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44C7BB-8FCC-285B-0FEA-689429478B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13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05FA5-B185-F486-7299-3B42908DC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525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AA41031-2326-2FB2-EF7F-D9EF63374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Subsistence Consumption, Tax Rates,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2D551E-1050-0CA2-64D1-66B614A39D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14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474F2-A04C-F6F8-A8CC-F086C20F4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3B55C39-922E-0657-FA4C-38257E127818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8654673"/>
              </p:ext>
            </p:extLst>
          </p:nvPr>
        </p:nvGraphicFramePr>
        <p:xfrm>
          <a:off x="393339" y="836629"/>
          <a:ext cx="11277600" cy="51847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855200" imgH="6883400" progId="Excel.Sheet.12">
                  <p:embed/>
                </p:oleObj>
              </mc:Choice>
              <mc:Fallback>
                <p:oleObj name="Worksheet" r:id="rId2" imgW="9855200" imgH="6883400" progId="Excel.Sheet.12">
                  <p:embed/>
                  <p:pic>
                    <p:nvPicPr>
                      <p:cNvPr id="6" name="Content Placeholder 5">
                        <a:extLst>
                          <a:ext uri="{FF2B5EF4-FFF2-40B4-BE49-F238E27FC236}">
                            <a16:creationId xmlns:a16="http://schemas.microsoft.com/office/drawing/2014/main" id="{03B55C39-922E-0657-FA4C-38257E1278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93339" y="836629"/>
                        <a:ext cx="11277600" cy="51847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971335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A062C4-474A-8C5A-8E6E-CAE2EDC96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 1040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A76FF-D25B-511D-D197-274298ABDA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245EC0-F106-2F32-184F-71D450A32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  <p:pic>
        <p:nvPicPr>
          <p:cNvPr id="11" name="Content Placeholder 10" descr="A close-up of a form&#10;&#10;AI-generated content may be incorrect.">
            <a:extLst>
              <a:ext uri="{FF2B5EF4-FFF2-40B4-BE49-F238E27FC236}">
                <a16:creationId xmlns:a16="http://schemas.microsoft.com/office/drawing/2014/main" id="{2A508B3F-C342-79CD-8AA3-2124FE1FF3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2064" y="533400"/>
            <a:ext cx="11277600" cy="5811838"/>
          </a:xfrm>
        </p:spPr>
      </p:pic>
    </p:spTree>
    <p:extLst>
      <p:ext uri="{BB962C8B-B14F-4D97-AF65-F5344CB8AC3E}">
        <p14:creationId xmlns:p14="http://schemas.microsoft.com/office/powerpoint/2010/main" val="4411037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5DE76C-C23F-A6E3-5478-0B41828F9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 1040:  From Gross Income (GI </a:t>
            </a:r>
            <a:r>
              <a:rPr lang="en-US" sz="2400" dirty="0"/>
              <a:t>§61</a:t>
            </a:r>
            <a:r>
              <a:rPr lang="en-US" dirty="0"/>
              <a:t>) to Adjusted Gross Income (AGI </a:t>
            </a:r>
            <a:r>
              <a:rPr lang="en-US" sz="2400" dirty="0"/>
              <a:t>§63</a:t>
            </a:r>
            <a:r>
              <a:rPr lang="en-US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1EA7D6-89EF-2D09-82E2-35C747605B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EE196-239D-B0EC-731C-F1A79475A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  <p:pic>
        <p:nvPicPr>
          <p:cNvPr id="6" name="Picture 5" descr="A close-up of a form&#10;&#10;AI-generated content may be incorrect.">
            <a:extLst>
              <a:ext uri="{FF2B5EF4-FFF2-40B4-BE49-F238E27FC236}">
                <a16:creationId xmlns:a16="http://schemas.microsoft.com/office/drawing/2014/main" id="{ABEAA6C9-D83E-05A4-2DC6-818E1A282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3" y="578853"/>
            <a:ext cx="11277599" cy="556069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2F80584-30BD-A696-5904-A483BC3E8926}"/>
              </a:ext>
            </a:extLst>
          </p:cNvPr>
          <p:cNvCxnSpPr>
            <a:cxnSpLocks/>
          </p:cNvCxnSpPr>
          <p:nvPr/>
        </p:nvCxnSpPr>
        <p:spPr>
          <a:xfrm flipH="1">
            <a:off x="7408785" y="4846865"/>
            <a:ext cx="2292824" cy="723331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46F55BF-32CD-CA5E-BACA-038BF05062FB}"/>
              </a:ext>
            </a:extLst>
          </p:cNvPr>
          <p:cNvCxnSpPr>
            <a:cxnSpLocks/>
          </p:cNvCxnSpPr>
          <p:nvPr/>
        </p:nvCxnSpPr>
        <p:spPr>
          <a:xfrm flipH="1">
            <a:off x="7236992" y="5360003"/>
            <a:ext cx="2292824" cy="723331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56B4AC0-B254-2BAA-CFA7-03895FAD5C4A}"/>
              </a:ext>
            </a:extLst>
          </p:cNvPr>
          <p:cNvCxnSpPr/>
          <p:nvPr/>
        </p:nvCxnSpPr>
        <p:spPr>
          <a:xfrm flipH="1">
            <a:off x="5279010" y="5360003"/>
            <a:ext cx="1536569" cy="446908"/>
          </a:xfrm>
          <a:prstGeom prst="straightConnector1">
            <a:avLst/>
          </a:prstGeom>
          <a:ln w="254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6248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00A0CDF-20DD-5C3B-1FDD-ABBB48E19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 to Taxable Income, Tax, and Credits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B7E7DE-703F-E93F-1DEA-27E9EE6824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17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D18A3-4504-512E-BEFA-8CF6366B8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  <p:pic>
        <p:nvPicPr>
          <p:cNvPr id="9" name="Content Placeholder 8" descr="A close-up of a tax form&#10;&#10;AI-generated content may be incorrect.">
            <a:extLst>
              <a:ext uri="{FF2B5EF4-FFF2-40B4-BE49-F238E27FC236}">
                <a16:creationId xmlns:a16="http://schemas.microsoft.com/office/drawing/2014/main" id="{D6DCD75C-5ED1-7B4A-69A4-199772B2BC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2064" y="772185"/>
            <a:ext cx="11278299" cy="5471861"/>
          </a:xfr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8CCE798-FAF9-1CA3-9BB0-10BCBDAC3A78}"/>
              </a:ext>
            </a:extLst>
          </p:cNvPr>
          <p:cNvCxnSpPr>
            <a:cxnSpLocks/>
          </p:cNvCxnSpPr>
          <p:nvPr/>
        </p:nvCxnSpPr>
        <p:spPr>
          <a:xfrm flipH="1">
            <a:off x="7774545" y="2403566"/>
            <a:ext cx="1996472" cy="1025434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4F88A16-E771-0EA2-6B90-C22793F21D88}"/>
              </a:ext>
            </a:extLst>
          </p:cNvPr>
          <p:cNvCxnSpPr>
            <a:cxnSpLocks/>
          </p:cNvCxnSpPr>
          <p:nvPr/>
        </p:nvCxnSpPr>
        <p:spPr>
          <a:xfrm flipH="1">
            <a:off x="2671454" y="3315855"/>
            <a:ext cx="958437" cy="459509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FF597D8-322D-510E-5572-58E4CAF2E373}"/>
              </a:ext>
            </a:extLst>
          </p:cNvPr>
          <p:cNvCxnSpPr>
            <a:cxnSpLocks/>
          </p:cNvCxnSpPr>
          <p:nvPr/>
        </p:nvCxnSpPr>
        <p:spPr>
          <a:xfrm flipH="1">
            <a:off x="5616781" y="5626306"/>
            <a:ext cx="958437" cy="459509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89616CE-3C31-4109-5F74-F58797C75729}"/>
              </a:ext>
            </a:extLst>
          </p:cNvPr>
          <p:cNvCxnSpPr/>
          <p:nvPr/>
        </p:nvCxnSpPr>
        <p:spPr>
          <a:xfrm flipH="1">
            <a:off x="7343480" y="1998482"/>
            <a:ext cx="1206631" cy="405084"/>
          </a:xfrm>
          <a:prstGeom prst="straightConnector1">
            <a:avLst/>
          </a:prstGeom>
          <a:ln w="254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78C7792-702E-54D7-333B-342BD02A10D7}"/>
              </a:ext>
            </a:extLst>
          </p:cNvPr>
          <p:cNvCxnSpPr/>
          <p:nvPr/>
        </p:nvCxnSpPr>
        <p:spPr>
          <a:xfrm flipH="1">
            <a:off x="7749837" y="2244646"/>
            <a:ext cx="1206631" cy="405084"/>
          </a:xfrm>
          <a:prstGeom prst="straightConnector1">
            <a:avLst/>
          </a:prstGeom>
          <a:ln w="254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0064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6730352-7748-7511-70EC-B75A31DDE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Payments, Refunds, and Amounts Owed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20CCB5-D216-281E-2B9B-C257824D62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18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3D45A-8965-8618-4FDE-DE7DD7990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  <p:pic>
        <p:nvPicPr>
          <p:cNvPr id="6" name="Picture 5" descr="A close-up of a tax form&#10;&#10;AI-generated content may be incorrect.">
            <a:extLst>
              <a:ext uri="{FF2B5EF4-FFF2-40B4-BE49-F238E27FC236}">
                <a16:creationId xmlns:a16="http://schemas.microsoft.com/office/drawing/2014/main" id="{FBFE54EA-8387-1B33-4037-7D0EBACDE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56" y="757646"/>
            <a:ext cx="11277600" cy="5460274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60EF8E1-1126-4D4F-FBC1-65B7BCC7920F}"/>
              </a:ext>
            </a:extLst>
          </p:cNvPr>
          <p:cNvCxnSpPr>
            <a:cxnSpLocks/>
          </p:cNvCxnSpPr>
          <p:nvPr/>
        </p:nvCxnSpPr>
        <p:spPr>
          <a:xfrm flipH="1">
            <a:off x="3459967" y="757646"/>
            <a:ext cx="2636033" cy="35717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FB9C913-59F6-9E86-F9FD-E8C96ACCD644}"/>
              </a:ext>
            </a:extLst>
          </p:cNvPr>
          <p:cNvCxnSpPr>
            <a:cxnSpLocks/>
          </p:cNvCxnSpPr>
          <p:nvPr/>
        </p:nvCxnSpPr>
        <p:spPr>
          <a:xfrm flipH="1">
            <a:off x="6493353" y="3429000"/>
            <a:ext cx="1435622" cy="178585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05579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53B3506-C7AC-BC35-92F7-AD052FCBA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taking FIT, you realize that you are eligible for a tax credit for a portion of your education expenses under §25A (Lifetime Learning Credit).  Where does it go on your 1040 and what other forms do you need to file?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82D744-F36E-AAFE-A1DB-494527BC4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Going from the Code to the 1040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D57E1-07FA-1939-659E-933478B8E6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19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E0F7F7-84E4-FBA9-F10F-2B300F15A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4209ADC6-0359-733F-142E-08D992DD350C}"/>
              </a:ext>
            </a:extLst>
          </p:cNvPr>
          <p:cNvSpPr>
            <a:spLocks noGrp="1"/>
          </p:cNvSpPr>
          <p:nvPr/>
        </p:nvSpPr>
        <p:spPr>
          <a:xfrm>
            <a:off x="579836" y="2283171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12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Step 1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2A5ABB71-3A97-F8CC-6675-AC8B130FBFF1}"/>
              </a:ext>
            </a:extLst>
          </p:cNvPr>
          <p:cNvSpPr>
            <a:spLocks noGrp="1"/>
          </p:cNvSpPr>
          <p:nvPr/>
        </p:nvSpPr>
        <p:spPr>
          <a:xfrm>
            <a:off x="3546556" y="2283171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 algn="l" rtl="0" eaLnBrk="1" fontAlgn="base" hangingPunct="1"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Font typeface="Wingdings 2" pitchFamily="18" charset="2"/>
              <a:buChar char="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7472" indent="-164592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B01C2E"/>
              </a:buClr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0352" indent="-173736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B01C2E"/>
              </a:buClr>
              <a:buFont typeface="Arial" pitchFamily="34" charset="0"/>
              <a:buChar char="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Form 8863:  Education Credits (American Opportunity and Lifetime Learning Credits), Line 19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BAB17282-B245-2309-1479-E6A53671B431}"/>
              </a:ext>
            </a:extLst>
          </p:cNvPr>
          <p:cNvSpPr>
            <a:spLocks noGrp="1"/>
          </p:cNvSpPr>
          <p:nvPr/>
        </p:nvSpPr>
        <p:spPr>
          <a:xfrm>
            <a:off x="579836" y="3431251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Step 2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AE7A100D-5F02-5B9C-DDAF-A4686CAD52A7}"/>
              </a:ext>
            </a:extLst>
          </p:cNvPr>
          <p:cNvSpPr>
            <a:spLocks noGrp="1"/>
          </p:cNvSpPr>
          <p:nvPr/>
        </p:nvSpPr>
        <p:spPr>
          <a:xfrm>
            <a:off x="3546556" y="3431251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 algn="l" rtl="0" eaLnBrk="1" fontAlgn="base" hangingPunct="1"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Font typeface="Wingdings 2" pitchFamily="18" charset="2"/>
              <a:buChar char="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7472" indent="-164592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B01C2E"/>
              </a:buClr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0352" indent="-173736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B01C2E"/>
              </a:buClr>
              <a:buFont typeface="Arial" pitchFamily="34" charset="0"/>
              <a:buChar char="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Schedule 3 (Form 1040):   Additional Credits and Payments, Line 3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2B3C7C2-BF5A-6BC9-0D7D-BF85D7803D40}"/>
              </a:ext>
            </a:extLst>
          </p:cNvPr>
          <p:cNvSpPr>
            <a:spLocks noGrp="1"/>
          </p:cNvSpPr>
          <p:nvPr/>
        </p:nvSpPr>
        <p:spPr>
          <a:xfrm>
            <a:off x="579836" y="4579331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Step 3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46624165-468C-42E0-CE39-B214F6625E8B}"/>
              </a:ext>
            </a:extLst>
          </p:cNvPr>
          <p:cNvSpPr>
            <a:spLocks noGrp="1"/>
          </p:cNvSpPr>
          <p:nvPr/>
        </p:nvSpPr>
        <p:spPr>
          <a:xfrm>
            <a:off x="3546556" y="4579331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 algn="l" rtl="0" eaLnBrk="1" fontAlgn="base" hangingPunct="1">
              <a:spcBef>
                <a:spcPts val="200"/>
              </a:spcBef>
              <a:spcAft>
                <a:spcPct val="0"/>
              </a:spcAft>
              <a:buClr>
                <a:schemeClr val="accent1"/>
              </a:buClr>
              <a:buFont typeface="Wingdings 2" pitchFamily="18" charset="2"/>
              <a:buChar char="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7472" indent="-164592" algn="l" rtl="0" eaLnBrk="1" fontAlgn="base" hangingPunct="1">
              <a:spcBef>
                <a:spcPts val="300"/>
              </a:spcBef>
              <a:spcAft>
                <a:spcPct val="0"/>
              </a:spcAft>
              <a:buClr>
                <a:srgbClr val="B01C2E"/>
              </a:buClr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0352" indent="-173736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B01C2E"/>
              </a:buClr>
              <a:buFont typeface="Arial" pitchFamily="34" charset="0"/>
              <a:buChar char="‒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Form 1040, Line 20</a:t>
            </a:r>
          </a:p>
        </p:txBody>
      </p:sp>
    </p:spTree>
    <p:extLst>
      <p:ext uri="{BB962C8B-B14F-4D97-AF65-F5344CB8AC3E}">
        <p14:creationId xmlns:p14="http://schemas.microsoft.com/office/powerpoint/2010/main" val="3690394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pie chart with numbers and text&#10;&#10;AI-generated content may be incorrect.">
            <a:extLst>
              <a:ext uri="{FF2B5EF4-FFF2-40B4-BE49-F238E27FC236}">
                <a16:creationId xmlns:a16="http://schemas.microsoft.com/office/drawing/2014/main" id="{CED427BF-570E-FAD0-A049-5FEC9C5EC0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2300" y="609600"/>
            <a:ext cx="10960100" cy="56896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BAB5B72-4B2A-D476-5333-0D6D9ED6B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Thinking of Completing Your Return </a:t>
            </a:r>
            <a:r>
              <a:rPr lang="en-US"/>
              <a:t>with Pencil and Paper?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8DF1B-8833-2332-50CD-C3FF7676B0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20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CE4A9-833B-AAB5-77D3-7342E5D78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91501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17E57B-157B-C10E-69D1-2E750F38E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Deductions from </a:t>
            </a:r>
            <a:r>
              <a:rPr lang="en-US" sz="3200" b="1" dirty="0"/>
              <a:t>GI</a:t>
            </a:r>
            <a:r>
              <a:rPr lang="en-US" sz="3200" dirty="0"/>
              <a:t> to arrive at </a:t>
            </a:r>
            <a:r>
              <a:rPr lang="en-US" sz="3200" b="1" dirty="0"/>
              <a:t>AGI</a:t>
            </a:r>
            <a:r>
              <a:rPr lang="en-US" sz="3200" dirty="0"/>
              <a:t> are referred to as “</a:t>
            </a:r>
            <a:r>
              <a:rPr lang="en-US" sz="3200" b="1" dirty="0"/>
              <a:t>above the line</a:t>
            </a:r>
            <a:r>
              <a:rPr lang="en-US" sz="3200" dirty="0"/>
              <a:t>” deductions.</a:t>
            </a:r>
          </a:p>
          <a:p>
            <a:pPr lvl="1"/>
            <a:r>
              <a:rPr lang="en-US" sz="2800" dirty="0"/>
              <a:t>Examples: T/B deductions; losses from S/X of property; deductions attributable to rents &amp; royalties; IRA deduction; interest on student loans. §62(a).</a:t>
            </a:r>
          </a:p>
          <a:p>
            <a:pPr lvl="1"/>
            <a:r>
              <a:rPr lang="en-US" sz="2800" dirty="0"/>
              <a:t>Above the line deductions are generally </a:t>
            </a:r>
            <a:r>
              <a:rPr lang="en-US" sz="2800" b="1" dirty="0"/>
              <a:t>not</a:t>
            </a:r>
            <a:r>
              <a:rPr lang="en-US" sz="2800" dirty="0"/>
              <a:t> limited (more beneficial than itemized deductions)</a:t>
            </a:r>
          </a:p>
          <a:p>
            <a:pPr lvl="1"/>
            <a:endParaRPr lang="en-US" sz="2400" dirty="0"/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E5AFB2-BC75-45A0-5BA0-8E7C01A05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Gross Income to AGI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3EFF2-DA33-4E09-BE35-38466D4351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21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0D72C-07AA-ADC5-D558-CE2A3A095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Structure of the Income Tax </a:t>
            </a:r>
          </a:p>
        </p:txBody>
      </p:sp>
    </p:spTree>
    <p:extLst>
      <p:ext uri="{BB962C8B-B14F-4D97-AF65-F5344CB8AC3E}">
        <p14:creationId xmlns:p14="http://schemas.microsoft.com/office/powerpoint/2010/main" val="1855141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3D35294-E70F-8BC5-2ADF-991ED08C4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200" b="1" dirty="0"/>
              <a:t>AGI to Taxable Income (TI): To itemize or not to itemize</a:t>
            </a:r>
          </a:p>
          <a:p>
            <a:pPr lvl="1"/>
            <a:r>
              <a:rPr lang="en-US" sz="2800" b="1" dirty="0"/>
              <a:t>Non-itemizer</a:t>
            </a:r>
          </a:p>
          <a:p>
            <a:pPr lvl="2"/>
            <a:r>
              <a:rPr lang="en-US" sz="2800" dirty="0"/>
              <a:t>Standard deduction (16.1k S, 32.2k MFJ) + </a:t>
            </a:r>
            <a:r>
              <a:rPr lang="en-US" sz="2800" strike="sngStrike" dirty="0"/>
              <a:t>personal exemptions ($0 through 2025) </a:t>
            </a:r>
            <a:r>
              <a:rPr lang="en-US" sz="2800" dirty="0"/>
              <a:t> + senior deduction (6K/12K) + §199A deduction + lim. char. contribution. §63(b)(1).</a:t>
            </a:r>
          </a:p>
          <a:p>
            <a:pPr lvl="1"/>
            <a:r>
              <a:rPr lang="en-US" sz="2800" b="1" dirty="0"/>
              <a:t>Itemizer</a:t>
            </a:r>
          </a:p>
          <a:p>
            <a:pPr lvl="2"/>
            <a:r>
              <a:rPr lang="en-US" sz="2800" dirty="0"/>
              <a:t>Any other allowable deductions except above-the-line deductions and non-itemizer deductions. §63(d).</a:t>
            </a:r>
          </a:p>
          <a:p>
            <a:pPr lvl="3"/>
            <a:r>
              <a:rPr lang="en-US" sz="2600" dirty="0"/>
              <a:t>Examples: Home interest deduction, state and local tax deduction, charitable contributions. §67(b).</a:t>
            </a:r>
          </a:p>
          <a:p>
            <a:pPr lvl="2"/>
            <a:r>
              <a:rPr lang="en-US" sz="2800" strike="sngStrike" dirty="0"/>
              <a:t>Miscellaneous itemized deductions (MIDs), e.g., non-reimbursed employee business expenses, investment expenses, are suspended through 2025.  </a:t>
            </a:r>
          </a:p>
          <a:p>
            <a:pPr lvl="3"/>
            <a:r>
              <a:rPr lang="en-US" sz="2600" dirty="0"/>
              <a:t>Prior to TCJA, deductible only to extent of excess of 2% of AGI. §67(a) and (d).</a:t>
            </a:r>
          </a:p>
          <a:p>
            <a:r>
              <a:rPr lang="en-US" sz="3000" dirty="0"/>
              <a:t>Above-the-line deductions &gt; Itemized deductions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288364-7B28-AEBD-3445-C619E66BD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 to Taxable Income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CA37F9-AA2A-8965-FE7D-B3ED3A56CD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22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3A529-A20F-5667-7490-6616BA2AF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243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EF3DE1-F13E-51FE-9149-B827567C2F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/>
              <a:t>Zero Bracket Amount</a:t>
            </a:r>
            <a:r>
              <a:rPr lang="en-US" sz="2800" dirty="0"/>
              <a:t>: Standard deduction + Child Tax Credit + Earned Income Tax Credit + Senior deduction</a:t>
            </a:r>
          </a:p>
          <a:p>
            <a:pPr lvl="1"/>
            <a:r>
              <a:rPr lang="en-US" sz="2400" dirty="0"/>
              <a:t>Standard deduction in 2026: 16.1k (Single); 32.2k (MFJ)</a:t>
            </a:r>
          </a:p>
          <a:p>
            <a:pPr lvl="1"/>
            <a:r>
              <a:rPr lang="en-US" sz="2400" dirty="0"/>
              <a:t>CTC: 2.2K/child under 17</a:t>
            </a:r>
          </a:p>
          <a:p>
            <a:pPr lvl="1"/>
            <a:r>
              <a:rPr lang="en-US" sz="2400" dirty="0"/>
              <a:t>EITC: 8.231k (max, 3 or more children)</a:t>
            </a:r>
          </a:p>
          <a:p>
            <a:pPr lvl="1"/>
            <a:r>
              <a:rPr lang="en-US" sz="2400" dirty="0"/>
              <a:t>Senior deduction: 6K (12K)</a:t>
            </a:r>
          </a:p>
          <a:p>
            <a:pPr lvl="1"/>
            <a:r>
              <a:rPr lang="en-US" sz="2400" strike="sngStrike" dirty="0"/>
              <a:t>Personal Exemption &amp; Dependent Deduction (suspended through 2025) 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F66B5C1-5B76-194A-CFD6-8E9716690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Zero Bracket (Subsistence) Amount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94A2C-1B06-EEC6-513D-C622FBC9E4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23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5401F-530D-16C7-84A5-022896BF1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173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C97973E-1FCA-FC9C-4977-ADF89CA00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Taxable Tables (2026)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44B0FC-4840-4B40-7E28-A826AE3078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24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6E3642-7AE6-F889-B68A-43B94BB4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  <p:pic>
        <p:nvPicPr>
          <p:cNvPr id="7" name="Picture 6" descr="A table with numbers and a few words&#10;&#10;AI-generated content may be incorrect.">
            <a:extLst>
              <a:ext uri="{FF2B5EF4-FFF2-40B4-BE49-F238E27FC236}">
                <a16:creationId xmlns:a16="http://schemas.microsoft.com/office/drawing/2014/main" id="{389A6409-47D4-8D4C-B529-3582FD8A5E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064" y="533399"/>
            <a:ext cx="11277600" cy="5802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970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FEB6EDC-BFCC-9A94-21C7-8E00CFFC5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Marginal v. Effective Tax Rates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750BFC-31DD-E710-25E4-CBAE06E683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B8921-9C6F-CD2C-CC7B-985A647CC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  <p:pic>
        <p:nvPicPr>
          <p:cNvPr id="6" name="Content Placeholder 10" descr="A screenshot of a graph&#10;&#10;AI-generated content may be incorrect.">
            <a:extLst>
              <a:ext uri="{FF2B5EF4-FFF2-40B4-BE49-F238E27FC236}">
                <a16:creationId xmlns:a16="http://schemas.microsoft.com/office/drawing/2014/main" id="{1A8095D2-F68A-FE78-1DD5-035E3F1CE5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064" y="533400"/>
            <a:ext cx="11277600" cy="5811838"/>
          </a:xfrm>
        </p:spPr>
      </p:pic>
    </p:spTree>
    <p:extLst>
      <p:ext uri="{BB962C8B-B14F-4D97-AF65-F5344CB8AC3E}">
        <p14:creationId xmlns:p14="http://schemas.microsoft.com/office/powerpoint/2010/main" val="1559382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009BE70-0AC9-A67E-C69C-5EEFCA9791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Tax Calculation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F5E703E-6FCA-BA1F-DB61-69FD898AA60F}"/>
              </a:ext>
            </a:extLst>
          </p:cNvPr>
          <p:cNvSpPr>
            <a:spLocks noGrp="1"/>
          </p:cNvSpPr>
          <p:nvPr>
            <p:ph type="body" idx="19"/>
          </p:nvPr>
        </p:nvSpPr>
        <p:spPr/>
        <p:txBody>
          <a:bodyPr/>
          <a:lstStyle/>
          <a:p>
            <a:r>
              <a:rPr lang="en-US" dirty="0"/>
              <a:t>Tax Table (Single, 2026)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880101A3-04A9-8417-751E-A61939AC92C8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05883" y="1195227"/>
            <a:ext cx="5388864" cy="5080882"/>
          </a:xfrm>
        </p:spPr>
        <p:txBody>
          <a:bodyPr/>
          <a:lstStyle/>
          <a:p>
            <a:r>
              <a:rPr lang="en-US" sz="2800" dirty="0"/>
              <a:t>Mary is single and has taxable income of $100K</a:t>
            </a:r>
          </a:p>
          <a:p>
            <a:pPr lvl="1"/>
            <a:r>
              <a:rPr lang="en-US" sz="2400" dirty="0"/>
              <a:t>Her </a:t>
            </a:r>
            <a:r>
              <a:rPr lang="en-US" sz="2400" b="1" dirty="0"/>
              <a:t>marginal tax rate </a:t>
            </a:r>
            <a:r>
              <a:rPr lang="en-US" sz="2400" dirty="0"/>
              <a:t>is 22%</a:t>
            </a:r>
          </a:p>
          <a:p>
            <a:pPr lvl="1"/>
            <a:r>
              <a:rPr lang="en-US" sz="2400" dirty="0"/>
              <a:t>Her </a:t>
            </a:r>
            <a:r>
              <a:rPr lang="en-US" sz="2400" b="1" dirty="0"/>
              <a:t>effective tax rate </a:t>
            </a:r>
            <a:r>
              <a:rPr lang="en-US" sz="2400" dirty="0"/>
              <a:t>is:</a:t>
            </a:r>
          </a:p>
          <a:p>
            <a:pPr lvl="2"/>
            <a:r>
              <a:rPr lang="en-US" sz="2400" dirty="0"/>
              <a:t>1,240  [12,400 X 10%], </a:t>
            </a:r>
          </a:p>
          <a:p>
            <a:pPr marL="457200" lvl="2" indent="0">
              <a:buNone/>
            </a:pPr>
            <a:r>
              <a:rPr lang="en-US" sz="2400" i="1" dirty="0"/>
              <a:t>	plus</a:t>
            </a:r>
          </a:p>
          <a:p>
            <a:pPr lvl="2"/>
            <a:r>
              <a:rPr lang="en-US" sz="2400" dirty="0"/>
              <a:t>4,560  [12% X (50,400 -12,401)], 	</a:t>
            </a:r>
            <a:r>
              <a:rPr lang="en-US" sz="2400" i="1" dirty="0"/>
              <a:t>plus</a:t>
            </a:r>
          </a:p>
          <a:p>
            <a:pPr lvl="2"/>
            <a:r>
              <a:rPr lang="en-US" sz="2400" dirty="0"/>
              <a:t>10,912 [22% * (100,000 – 50,401)]</a:t>
            </a:r>
          </a:p>
          <a:p>
            <a:pPr lvl="2"/>
            <a:r>
              <a:rPr lang="en-US" sz="2400" dirty="0"/>
              <a:t>Total Tax: 16,712</a:t>
            </a:r>
          </a:p>
          <a:p>
            <a:pPr lvl="2"/>
            <a:r>
              <a:rPr lang="en-US" sz="2400" dirty="0"/>
              <a:t>ETR = 16,712 / 100,000 = 16.71%</a:t>
            </a:r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  <p:pic>
        <p:nvPicPr>
          <p:cNvPr id="6" name="Content Placeholder 5" descr="A screenshot of a white table with numbers and a few black text&#10;&#10;AI-generated content may be incorrect.">
            <a:extLst>
              <a:ext uri="{FF2B5EF4-FFF2-40B4-BE49-F238E27FC236}">
                <a16:creationId xmlns:a16="http://schemas.microsoft.com/office/drawing/2014/main" id="{A7045D77-50CE-8673-EF06-E8587A39D614}"/>
              </a:ext>
            </a:extLst>
          </p:cNvPr>
          <p:cNvPicPr>
            <a:picLocks noGrp="1" noChangeAspect="1"/>
          </p:cNvPicPr>
          <p:nvPr>
            <p:ph sz="quarter" idx="21"/>
          </p:nvPr>
        </p:nvPicPr>
        <p:blipFill>
          <a:blip r:embed="rId2"/>
          <a:stretch>
            <a:fillRect/>
          </a:stretch>
        </p:blipFill>
        <p:spPr>
          <a:xfrm>
            <a:off x="6303434" y="1185394"/>
            <a:ext cx="5177366" cy="508088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F6C16D-3600-FB61-1437-77F801C5244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D0ED4-D6E7-99FA-8CD7-312E3DAB6D8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7EC7485-DCE0-D8B5-6B18-0D6FBEF75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Marginal vs. Effective (Average) Tax Rates</a:t>
            </a:r>
          </a:p>
        </p:txBody>
      </p:sp>
    </p:spTree>
    <p:extLst>
      <p:ext uri="{BB962C8B-B14F-4D97-AF65-F5344CB8AC3E}">
        <p14:creationId xmlns:p14="http://schemas.microsoft.com/office/powerpoint/2010/main" val="1615851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66B463A-3374-AE25-4535-B4D559E54D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2763" y="741872"/>
            <a:ext cx="11277600" cy="5400136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59D2666-2B65-A0DA-E94B-123B7E5E0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Marginal vs. Effective (Average) Tax Rates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4B7FA1-7800-AD5B-75C8-5BC493697F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27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30BC1-47F0-0344-B587-72A01ABC3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3276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7EDB87D-427D-88BD-8A49-B711D53FF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A tax </a:t>
            </a:r>
            <a:r>
              <a:rPr lang="en-US" sz="2800" b="1" dirty="0"/>
              <a:t>credit</a:t>
            </a:r>
            <a:r>
              <a:rPr lang="en-US" sz="2800" dirty="0"/>
              <a:t> is a dollar-for-dollar reduction in tax liability.</a:t>
            </a:r>
          </a:p>
          <a:p>
            <a:endParaRPr lang="en-US" sz="2800" dirty="0"/>
          </a:p>
          <a:p>
            <a:pPr algn="l"/>
            <a:r>
              <a:rPr lang="en-US" sz="2800" dirty="0"/>
              <a:t>Each dollar of a </a:t>
            </a:r>
            <a:r>
              <a:rPr lang="en-US" sz="2800" b="1" dirty="0"/>
              <a:t>deduction</a:t>
            </a:r>
            <a:r>
              <a:rPr lang="en-US" sz="2800" dirty="0"/>
              <a:t> reduces tax liability by the taxpayer’s marginal tax rate. </a:t>
            </a:r>
            <a:br>
              <a:rPr lang="en-US" sz="2800" dirty="0"/>
            </a:br>
            <a:endParaRPr lang="en-US" sz="2800" dirty="0"/>
          </a:p>
          <a:p>
            <a:r>
              <a:rPr lang="en-US" sz="2800" dirty="0"/>
              <a:t>Some possible credits:</a:t>
            </a:r>
          </a:p>
          <a:p>
            <a:pPr lvl="1"/>
            <a:r>
              <a:rPr lang="en-US" sz="2800" dirty="0"/>
              <a:t>Child Tax Credit: 2.2K/child. §24(a)</a:t>
            </a:r>
          </a:p>
          <a:p>
            <a:pPr lvl="1"/>
            <a:r>
              <a:rPr lang="en-US" sz="2800" dirty="0"/>
              <a:t>EITC: 8.046K (max, 3 or more children). §32(a)</a:t>
            </a:r>
          </a:p>
          <a:p>
            <a:pPr lvl="1"/>
            <a:r>
              <a:rPr lang="en-US" sz="2800" dirty="0"/>
              <a:t>Foreign Tax Credit. §27</a:t>
            </a:r>
          </a:p>
          <a:p>
            <a:pPr lvl="1"/>
            <a:r>
              <a:rPr lang="en-US" sz="2800" dirty="0"/>
              <a:t>Lifetime Learning Credit. §25A</a:t>
            </a:r>
          </a:p>
          <a:p>
            <a:pPr lvl="1"/>
            <a:r>
              <a:rPr lang="en-US" sz="2800" dirty="0"/>
              <a:t>Credit for taxes withheld on wages.  §31(a)</a:t>
            </a:r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3B73EB1-E92B-4C45-E798-D3EF5FD00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Tax Credit vs. Tax Deduction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6C3642-76D8-D60E-830C-943290EAB6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28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6CEF1-F773-2E72-4963-6D558FACE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5898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557A73-773D-B900-3AE0-622152332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Taxpayer pays the greater of regular tax liability or AMT</a:t>
            </a:r>
          </a:p>
          <a:p>
            <a:r>
              <a:rPr lang="en-US" sz="2800" dirty="0"/>
              <a:t>AMT rate is 28% vs. highest individual rate of 37%</a:t>
            </a:r>
          </a:p>
          <a:p>
            <a:r>
              <a:rPr lang="en-US" sz="2800" dirty="0"/>
              <a:t>AMT base is wider than regular tax base</a:t>
            </a:r>
          </a:p>
          <a:p>
            <a:pPr lvl="1"/>
            <a:r>
              <a:rPr lang="en-US" sz="2400" dirty="0"/>
              <a:t>Add back state and local taxes</a:t>
            </a:r>
          </a:p>
          <a:p>
            <a:pPr lvl="1"/>
            <a:r>
              <a:rPr lang="en-US" sz="2400" dirty="0"/>
              <a:t>Add back property taxes</a:t>
            </a:r>
          </a:p>
          <a:p>
            <a:pPr lvl="1"/>
            <a:r>
              <a:rPr lang="en-US" sz="2400" strike="sngStrike" dirty="0"/>
              <a:t>Add back personal exemptions and dependent deductions (suspended through 2025)</a:t>
            </a:r>
          </a:p>
          <a:p>
            <a:r>
              <a:rPr lang="en-US" sz="2800" dirty="0"/>
              <a:t>TCJA (2017) increased the AMT exemption amount, so it catches far fewer TPs than before the TCJA.</a:t>
            </a:r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371BBEA-55C5-19BB-600B-52270334B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Alternative Minimum Tax (AMT)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7460B-835E-20DC-C1B2-3F47F6521D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29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706DF-ABF7-B23E-F710-7254D1302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4384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9485DE3-232A-26C2-4688-0C193D0B2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*Note: many details omitted</a:t>
            </a:r>
          </a:p>
          <a:p>
            <a:r>
              <a:rPr lang="en-US" sz="2800" dirty="0"/>
              <a:t>20% </a:t>
            </a:r>
            <a:r>
              <a:rPr lang="en-US" sz="2800" u="sng" dirty="0"/>
              <a:t>deduction</a:t>
            </a:r>
            <a:r>
              <a:rPr lang="en-US" sz="2800" dirty="0"/>
              <a:t> of a </a:t>
            </a:r>
            <a:r>
              <a:rPr lang="en-US" sz="2800" i="1" dirty="0"/>
              <a:t>non-corporate</a:t>
            </a:r>
            <a:r>
              <a:rPr lang="en-US" sz="2800" dirty="0"/>
              <a:t> taxpayer’s </a:t>
            </a:r>
            <a:r>
              <a:rPr lang="en-US" sz="2800" i="1" dirty="0"/>
              <a:t>Qualified Business Income Amount (QBIA)</a:t>
            </a:r>
          </a:p>
          <a:p>
            <a:r>
              <a:rPr lang="en-US" sz="2800" i="1" dirty="0"/>
              <a:t>QBI</a:t>
            </a:r>
            <a:r>
              <a:rPr lang="en-US" sz="2800" dirty="0"/>
              <a:t>: Roughly income from a </a:t>
            </a:r>
            <a:r>
              <a:rPr lang="en-US" sz="2800" i="1" dirty="0"/>
              <a:t>QT/B,</a:t>
            </a:r>
            <a:r>
              <a:rPr lang="en-US" sz="2800" dirty="0"/>
              <a:t> but excluding CGs, CLs, dividend income</a:t>
            </a:r>
          </a:p>
          <a:p>
            <a:r>
              <a:rPr lang="en-US" sz="2800" i="1" dirty="0"/>
              <a:t>QT/B: </a:t>
            </a:r>
            <a:r>
              <a:rPr lang="en-US" sz="2800" dirty="0"/>
              <a:t>Any business </a:t>
            </a:r>
            <a:r>
              <a:rPr lang="en-US" sz="2800" b="1" dirty="0"/>
              <a:t>except the T/B of being an employee, and</a:t>
            </a:r>
            <a:r>
              <a:rPr lang="en-US" sz="2800" dirty="0"/>
              <a:t>: health, </a:t>
            </a:r>
            <a:r>
              <a:rPr lang="en-US" sz="2800" b="1" dirty="0"/>
              <a:t>law</a:t>
            </a:r>
            <a:r>
              <a:rPr lang="en-US" sz="2800" dirty="0"/>
              <a:t>, accounting, actuarial science, performing arts, consulting, athletics, financial service, brokerage services, </a:t>
            </a:r>
            <a:r>
              <a:rPr lang="en-US" sz="2800" b="1" dirty="0"/>
              <a:t>or any T/b where the principal assets of the T/B is the reputation or skill of 1 or more of its employees</a:t>
            </a:r>
            <a:r>
              <a:rPr lang="en-US" sz="2800" dirty="0"/>
              <a:t>;</a:t>
            </a:r>
          </a:p>
          <a:p>
            <a:pPr lvl="1"/>
            <a:r>
              <a:rPr lang="en-US" sz="2800" dirty="0"/>
              <a:t>Exception for </a:t>
            </a:r>
            <a:r>
              <a:rPr lang="en-US" sz="2800" i="1" dirty="0"/>
              <a:t>specified service business</a:t>
            </a:r>
            <a:r>
              <a:rPr lang="en-US" sz="2800" dirty="0"/>
              <a:t>: If the taxpayer’s income is less than $201,775 ($403,500) (2026), a specified service, </a:t>
            </a:r>
            <a:r>
              <a:rPr lang="en-US" sz="2800" b="1" dirty="0"/>
              <a:t>e.g., law</a:t>
            </a:r>
            <a:r>
              <a:rPr lang="en-US" sz="2800" dirty="0"/>
              <a:t>, will be treated as a QT/B. §199A(d)(3)(A).  </a:t>
            </a:r>
          </a:p>
          <a:p>
            <a:pPr lvl="1"/>
            <a:r>
              <a:rPr lang="en-US" sz="2800" b="1" dirty="0"/>
              <a:t>Exception doesn’t apply to attorneys who are employees.</a:t>
            </a:r>
            <a:endParaRPr lang="en-US" sz="2800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101A75F-3F27-9019-F037-60EA5CEED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§199A: New in the TCJA of 2017 and Unfortunately Expanded in OBBBA of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EAEC1C-878F-DDDF-842C-D50BDAE0EA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30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BC7FD-E381-DF8D-FBB0-45EFD04D3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Structure of the Income Tax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955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G Body - Standard">
  <a:themeElements>
    <a:clrScheme name="CGS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B01C2E"/>
      </a:accent1>
      <a:accent2>
        <a:srgbClr val="4B2942"/>
      </a:accent2>
      <a:accent3>
        <a:srgbClr val="002F5F"/>
      </a:accent3>
      <a:accent4>
        <a:srgbClr val="495B25"/>
      </a:accent4>
      <a:accent5>
        <a:srgbClr val="E66402"/>
      </a:accent5>
      <a:accent6>
        <a:srgbClr val="FF9933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T_COE_16" id="{671586AA-9BBF-BE44-880F-D824A4D8FE5E}" vid="{5A5CEC7A-9E78-BE40-8F14-2D245F9926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23655</TotalTime>
  <Words>2171</Words>
  <Application>Microsoft Macintosh PowerPoint</Application>
  <PresentationFormat>Widescreen</PresentationFormat>
  <Paragraphs>291</Paragraphs>
  <Slides>30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NSimSun</vt:lpstr>
      <vt:lpstr>Arial</vt:lpstr>
      <vt:lpstr>Calibri</vt:lpstr>
      <vt:lpstr>Courier New</vt:lpstr>
      <vt:lpstr>Times New Roman</vt:lpstr>
      <vt:lpstr>Wingdings</vt:lpstr>
      <vt:lpstr>Wingdings 2</vt:lpstr>
      <vt:lpstr>CG Body - Standard</vt:lpstr>
      <vt:lpstr>Worksheet</vt:lpstr>
      <vt:lpstr>Federal Income Taxation Essential Structure of the Income Tax Ch. 1</vt:lpstr>
      <vt:lpstr>Federal Income Taxation</vt:lpstr>
      <vt:lpstr>Tax Base and Tax Rates (Single, 2026)</vt:lpstr>
      <vt:lpstr>HS Definition of Income</vt:lpstr>
      <vt:lpstr>Core Structure of a Tax on Income</vt:lpstr>
      <vt:lpstr>Deviations from HS (Theory)</vt:lpstr>
      <vt:lpstr>Analysis of Wealth Reductions</vt:lpstr>
      <vt:lpstr>Role of Basis</vt:lpstr>
      <vt:lpstr>Realization</vt:lpstr>
      <vt:lpstr>Analysis of Wealth Reductions</vt:lpstr>
      <vt:lpstr>Analysis of Wealth Reductions</vt:lpstr>
      <vt:lpstr>Analysis of Wealth Reductions</vt:lpstr>
      <vt:lpstr>Character of Income</vt:lpstr>
      <vt:lpstr>Subsistence Consumption, Tax Rates, etc.</vt:lpstr>
      <vt:lpstr>Form 1040</vt:lpstr>
      <vt:lpstr>Form 1040:  From Gross Income (GI §61) to Adjusted Gross Income (AGI §63)</vt:lpstr>
      <vt:lpstr>AGI to Taxable Income, Tax, and Credits</vt:lpstr>
      <vt:lpstr>Payments, Refunds, and Amounts Owed</vt:lpstr>
      <vt:lpstr>Going from the Code to the 1040</vt:lpstr>
      <vt:lpstr>Thinking of Completing Your Return with Pencil and Paper?</vt:lpstr>
      <vt:lpstr>Gross Income to AGI</vt:lpstr>
      <vt:lpstr>AGI to Taxable Income</vt:lpstr>
      <vt:lpstr>Zero Bracket (Subsistence) Amount</vt:lpstr>
      <vt:lpstr>Taxable Tables (2026)</vt:lpstr>
      <vt:lpstr>Marginal v. Effective Tax Rates</vt:lpstr>
      <vt:lpstr>Marginal vs. Effective (Average) Tax Rates</vt:lpstr>
      <vt:lpstr>Marginal vs. Effective (Average) Tax Rates</vt:lpstr>
      <vt:lpstr>Tax Credit vs. Tax Deduction</vt:lpstr>
      <vt:lpstr>Alternative Minimum Tax (AMT)</vt:lpstr>
      <vt:lpstr>§199A: New in the TCJA of 2017 and Unfortunately Expanded in OBBBA of 2025.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subject/>
  <dc:creator>J Colon</dc:creator>
  <cp:keywords/>
  <dc:description/>
  <cp:lastModifiedBy>Colon, Jeffrey M.</cp:lastModifiedBy>
  <cp:revision>213</cp:revision>
  <cp:lastPrinted>2020-11-30T15:41:57Z</cp:lastPrinted>
  <dcterms:created xsi:type="dcterms:W3CDTF">2016-08-01T04:04:31Z</dcterms:created>
  <dcterms:modified xsi:type="dcterms:W3CDTF">2026-08-19T18:25:25Z</dcterms:modified>
  <cp:category/>
</cp:coreProperties>
</file>