
<file path=[Content_Types].xml><?xml version="1.0" encoding="utf-8"?>
<Types xmlns="http://schemas.openxmlformats.org/package/2006/content-types">
  <Default Extension="emf" ContentType="image/x-emf"/>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slideLayouts/slideLayout40.xml" ContentType="application/vnd.openxmlformats-officedocument.presentationml.slideLayout+xml"/>
  <Override PartName="/ppt/slideLayouts/slideLayout41.xml" ContentType="application/vnd.openxmlformats-officedocument.presentationml.slideLayout+xml"/>
  <Override PartName="/ppt/slideLayouts/slideLayout42.xml" ContentType="application/vnd.openxmlformats-officedocument.presentationml.slideLayout+xml"/>
  <Override PartName="/ppt/slideLayouts/slideLayout43.xml" ContentType="application/vnd.openxmlformats-officedocument.presentationml.slideLayout+xml"/>
  <Override PartName="/ppt/slideLayouts/slideLayout44.xml" ContentType="application/vnd.openxmlformats-officedocument.presentationml.slideLayout+xml"/>
  <Override PartName="/ppt/slideLayouts/slideLayout45.xml" ContentType="application/vnd.openxmlformats-officedocument.presentationml.slideLayout+xml"/>
  <Override PartName="/ppt/slideLayouts/slideLayout46.xml" ContentType="application/vnd.openxmlformats-officedocument.presentationml.slideLayout+xml"/>
  <Override PartName="/ppt/slideLayouts/slideLayout47.xml" ContentType="application/vnd.openxmlformats-officedocument.presentationml.slideLayout+xml"/>
  <Override PartName="/ppt/slideLayouts/slideLayout48.xml" ContentType="application/vnd.openxmlformats-officedocument.presentationml.slideLayout+xml"/>
  <Override PartName="/ppt/slideLayouts/slideLayout49.xml" ContentType="application/vnd.openxmlformats-officedocument.presentationml.slideLayout+xml"/>
  <Override PartName="/ppt/slideLayouts/slideLayout50.xml" ContentType="application/vnd.openxmlformats-officedocument.presentationml.slideLayout+xml"/>
  <Override PartName="/ppt/slideLayouts/slideLayout51.xml" ContentType="application/vnd.openxmlformats-officedocument.presentationml.slideLayout+xml"/>
  <Override PartName="/ppt/slideLayouts/slideLayout52.xml" ContentType="application/vnd.openxmlformats-officedocument.presentationml.slideLayout+xml"/>
  <Override PartName="/ppt/slideLayouts/slideLayout53.xml" ContentType="application/vnd.openxmlformats-officedocument.presentationml.slideLayout+xml"/>
  <Override PartName="/ppt/slideLayouts/slideLayout54.xml" ContentType="application/vnd.openxmlformats-officedocument.presentationml.slideLayout+xml"/>
  <Override PartName="/ppt/slideLayouts/slideLayout55.xml" ContentType="application/vnd.openxmlformats-officedocument.presentationml.slideLayout+xml"/>
  <Override PartName="/ppt/slideLayouts/slideLayout56.xml" ContentType="application/vnd.openxmlformats-officedocument.presentationml.slideLayout+xml"/>
  <Override PartName="/ppt/slideLayouts/slideLayout57.xml" ContentType="application/vnd.openxmlformats-officedocument.presentationml.slideLayout+xml"/>
  <Override PartName="/ppt/slideLayouts/slideLayout58.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changesInfos/changesInfo1.xml" ContentType="application/vnd.ms-powerpoint.changes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saveSubsetFonts="1" autoCompressPictures="0">
  <p:sldMasterIdLst>
    <p:sldMasterId id="2147483675" r:id="rId1"/>
  </p:sldMasterIdLst>
  <p:notesMasterIdLst>
    <p:notesMasterId r:id="rId22"/>
  </p:notesMasterIdLst>
  <p:handoutMasterIdLst>
    <p:handoutMasterId r:id="rId23"/>
  </p:handoutMasterIdLst>
  <p:sldIdLst>
    <p:sldId id="295" r:id="rId2"/>
    <p:sldId id="297" r:id="rId3"/>
    <p:sldId id="257" r:id="rId4"/>
    <p:sldId id="299" r:id="rId5"/>
    <p:sldId id="300" r:id="rId6"/>
    <p:sldId id="301" r:id="rId7"/>
    <p:sldId id="302" r:id="rId8"/>
    <p:sldId id="303" r:id="rId9"/>
    <p:sldId id="315" r:id="rId10"/>
    <p:sldId id="304" r:id="rId11"/>
    <p:sldId id="314" r:id="rId12"/>
    <p:sldId id="305" r:id="rId13"/>
    <p:sldId id="306" r:id="rId14"/>
    <p:sldId id="310" r:id="rId15"/>
    <p:sldId id="307" r:id="rId16"/>
    <p:sldId id="308" r:id="rId17"/>
    <p:sldId id="309" r:id="rId18"/>
    <p:sldId id="312" r:id="rId19"/>
    <p:sldId id="313" r:id="rId20"/>
    <p:sldId id="311" r:id="rId21"/>
  </p:sldIdLst>
  <p:sldSz cx="9144000" cy="6858000" type="screen4x3"/>
  <p:notesSz cx="6858000" cy="9144000"/>
  <p:defaultTextStyle>
    <a:defPPr>
      <a:defRPr lang="en-US"/>
    </a:defPPr>
    <a:lvl1pPr algn="l" rtl="0" fontAlgn="base">
      <a:spcBef>
        <a:spcPct val="0"/>
      </a:spcBef>
      <a:spcAft>
        <a:spcPct val="0"/>
      </a:spcAft>
      <a:defRPr sz="2500" kern="1200">
        <a:solidFill>
          <a:schemeClr val="tx1"/>
        </a:solidFill>
        <a:latin typeface="Verdana" charset="0"/>
        <a:ea typeface="ＭＳ Ｐゴシック" charset="0"/>
        <a:cs typeface="ＭＳ Ｐゴシック" charset="0"/>
      </a:defRPr>
    </a:lvl1pPr>
    <a:lvl2pPr marL="457200" algn="l" rtl="0" fontAlgn="base">
      <a:spcBef>
        <a:spcPct val="0"/>
      </a:spcBef>
      <a:spcAft>
        <a:spcPct val="0"/>
      </a:spcAft>
      <a:defRPr sz="2500" kern="1200">
        <a:solidFill>
          <a:schemeClr val="tx1"/>
        </a:solidFill>
        <a:latin typeface="Verdana" charset="0"/>
        <a:ea typeface="ＭＳ Ｐゴシック" charset="0"/>
        <a:cs typeface="ＭＳ Ｐゴシック" charset="0"/>
      </a:defRPr>
    </a:lvl2pPr>
    <a:lvl3pPr marL="914400" algn="l" rtl="0" fontAlgn="base">
      <a:spcBef>
        <a:spcPct val="0"/>
      </a:spcBef>
      <a:spcAft>
        <a:spcPct val="0"/>
      </a:spcAft>
      <a:defRPr sz="2500" kern="1200">
        <a:solidFill>
          <a:schemeClr val="tx1"/>
        </a:solidFill>
        <a:latin typeface="Verdana" charset="0"/>
        <a:ea typeface="ＭＳ Ｐゴシック" charset="0"/>
        <a:cs typeface="ＭＳ Ｐゴシック" charset="0"/>
      </a:defRPr>
    </a:lvl3pPr>
    <a:lvl4pPr marL="1371600" algn="l" rtl="0" fontAlgn="base">
      <a:spcBef>
        <a:spcPct val="0"/>
      </a:spcBef>
      <a:spcAft>
        <a:spcPct val="0"/>
      </a:spcAft>
      <a:defRPr sz="2500" kern="1200">
        <a:solidFill>
          <a:schemeClr val="tx1"/>
        </a:solidFill>
        <a:latin typeface="Verdana" charset="0"/>
        <a:ea typeface="ＭＳ Ｐゴシック" charset="0"/>
        <a:cs typeface="ＭＳ Ｐゴシック" charset="0"/>
      </a:defRPr>
    </a:lvl4pPr>
    <a:lvl5pPr marL="1828800" algn="l" rtl="0" fontAlgn="base">
      <a:spcBef>
        <a:spcPct val="0"/>
      </a:spcBef>
      <a:spcAft>
        <a:spcPct val="0"/>
      </a:spcAft>
      <a:defRPr sz="2500" kern="1200">
        <a:solidFill>
          <a:schemeClr val="tx1"/>
        </a:solidFill>
        <a:latin typeface="Verdana" charset="0"/>
        <a:ea typeface="ＭＳ Ｐゴシック" charset="0"/>
        <a:cs typeface="ＭＳ Ｐゴシック" charset="0"/>
      </a:defRPr>
    </a:lvl5pPr>
    <a:lvl6pPr marL="2286000" algn="l" defTabSz="457200" rtl="0" eaLnBrk="1" latinLnBrk="0" hangingPunct="1">
      <a:defRPr sz="2500" kern="1200">
        <a:solidFill>
          <a:schemeClr val="tx1"/>
        </a:solidFill>
        <a:latin typeface="Verdana" charset="0"/>
        <a:ea typeface="ＭＳ Ｐゴシック" charset="0"/>
        <a:cs typeface="ＭＳ Ｐゴシック" charset="0"/>
      </a:defRPr>
    </a:lvl6pPr>
    <a:lvl7pPr marL="2743200" algn="l" defTabSz="457200" rtl="0" eaLnBrk="1" latinLnBrk="0" hangingPunct="1">
      <a:defRPr sz="2500" kern="1200">
        <a:solidFill>
          <a:schemeClr val="tx1"/>
        </a:solidFill>
        <a:latin typeface="Verdana" charset="0"/>
        <a:ea typeface="ＭＳ Ｐゴシック" charset="0"/>
        <a:cs typeface="ＭＳ Ｐゴシック" charset="0"/>
      </a:defRPr>
    </a:lvl7pPr>
    <a:lvl8pPr marL="3200400" algn="l" defTabSz="457200" rtl="0" eaLnBrk="1" latinLnBrk="0" hangingPunct="1">
      <a:defRPr sz="2500" kern="1200">
        <a:solidFill>
          <a:schemeClr val="tx1"/>
        </a:solidFill>
        <a:latin typeface="Verdana" charset="0"/>
        <a:ea typeface="ＭＳ Ｐゴシック" charset="0"/>
        <a:cs typeface="ＭＳ Ｐゴシック" charset="0"/>
      </a:defRPr>
    </a:lvl8pPr>
    <a:lvl9pPr marL="3657600" algn="l" defTabSz="457200" rtl="0" eaLnBrk="1" latinLnBrk="0" hangingPunct="1">
      <a:defRPr sz="2500" kern="1200">
        <a:solidFill>
          <a:schemeClr val="tx1"/>
        </a:solidFill>
        <a:latin typeface="Verdana" charset="0"/>
        <a:ea typeface="ＭＳ Ｐゴシック" charset="0"/>
        <a:cs typeface="ＭＳ Ｐゴシック" charset="0"/>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0CE0FB"/>
    <a:srgbClr val="4F6F92"/>
    <a:srgbClr val="E3B276"/>
    <a:srgbClr val="FFFFCC"/>
    <a:srgbClr val="F31B4E"/>
  </p:clrMru>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21816"/>
    <p:restoredTop sz="95499"/>
  </p:normalViewPr>
  <p:slideViewPr>
    <p:cSldViewPr>
      <p:cViewPr varScale="1">
        <p:scale>
          <a:sx n="129" d="100"/>
          <a:sy n="129" d="100"/>
        </p:scale>
        <p:origin x="200" y="1848"/>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sorterViewPr>
    <p:cViewPr>
      <p:scale>
        <a:sx n="96" d="100"/>
        <a:sy n="96" d="100"/>
      </p:scale>
      <p:origin x="0" y="0"/>
    </p:cViewPr>
  </p:sorter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theme" Target="theme/theme1.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presProps" Target="pres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handoutMaster" Target="handoutMasters/handoutMaster1.xml"/><Relationship Id="rId28" Type="http://schemas.microsoft.com/office/2016/11/relationships/changesInfo" Target="changesInfos/changesInfo1.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notesMaster" Target="notesMasters/notesMaster1.xml"/><Relationship Id="rId27" Type="http://schemas.openxmlformats.org/officeDocument/2006/relationships/tableStyles" Target="tableStyle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Colon, Jeffrey M." userId="615143b1-cdee-493d-9a9d-1565ce8666d9" providerId="ADAL" clId="{DC1DB158-BAB1-5930-B714-AEF472873853}"/>
    <pc:docChg chg="undo custSel modSld">
      <pc:chgData name="Colon, Jeffrey M." userId="615143b1-cdee-493d-9a9d-1565ce8666d9" providerId="ADAL" clId="{DC1DB158-BAB1-5930-B714-AEF472873853}" dt="2026-09-02T14:15:12.800" v="76" actId="14100"/>
      <pc:docMkLst>
        <pc:docMk/>
      </pc:docMkLst>
      <pc:sldChg chg="addSp modSp mod">
        <pc:chgData name="Colon, Jeffrey M." userId="615143b1-cdee-493d-9a9d-1565ce8666d9" providerId="ADAL" clId="{DC1DB158-BAB1-5930-B714-AEF472873853}" dt="2026-09-02T13:42:01.295" v="4" actId="14100"/>
        <pc:sldMkLst>
          <pc:docMk/>
          <pc:sldMk cId="1438538787" sldId="305"/>
        </pc:sldMkLst>
        <pc:picChg chg="add mod">
          <ac:chgData name="Colon, Jeffrey M." userId="615143b1-cdee-493d-9a9d-1565ce8666d9" providerId="ADAL" clId="{DC1DB158-BAB1-5930-B714-AEF472873853}" dt="2026-09-02T13:42:01.295" v="4" actId="14100"/>
          <ac:picMkLst>
            <pc:docMk/>
            <pc:sldMk cId="1438538787" sldId="305"/>
            <ac:picMk id="7" creationId="{4B2055B5-2C70-CE7B-BFB1-DBAB5355B89F}"/>
          </ac:picMkLst>
        </pc:picChg>
      </pc:sldChg>
      <pc:sldChg chg="addSp delSp modSp mod">
        <pc:chgData name="Colon, Jeffrey M." userId="615143b1-cdee-493d-9a9d-1565ce8666d9" providerId="ADAL" clId="{DC1DB158-BAB1-5930-B714-AEF472873853}" dt="2026-09-02T13:43:53.561" v="18" actId="20577"/>
        <pc:sldMkLst>
          <pc:docMk/>
          <pc:sldMk cId="978186784" sldId="306"/>
        </pc:sldMkLst>
        <pc:spChg chg="mod">
          <ac:chgData name="Colon, Jeffrey M." userId="615143b1-cdee-493d-9a9d-1565ce8666d9" providerId="ADAL" clId="{DC1DB158-BAB1-5930-B714-AEF472873853}" dt="2026-09-02T13:43:40.179" v="14" actId="20577"/>
          <ac:spMkLst>
            <pc:docMk/>
            <pc:sldMk cId="978186784" sldId="306"/>
            <ac:spMk id="2" creationId="{069A2EB4-10A2-7B6C-56BE-1ED9CFEF19FF}"/>
          </ac:spMkLst>
        </pc:spChg>
        <pc:spChg chg="mod">
          <ac:chgData name="Colon, Jeffrey M." userId="615143b1-cdee-493d-9a9d-1565ce8666d9" providerId="ADAL" clId="{DC1DB158-BAB1-5930-B714-AEF472873853}" dt="2026-09-02T13:43:53.561" v="18" actId="20577"/>
          <ac:spMkLst>
            <pc:docMk/>
            <pc:sldMk cId="978186784" sldId="306"/>
            <ac:spMk id="3" creationId="{E35E0F07-7250-8293-B880-CDC6EB1E8964}"/>
          </ac:spMkLst>
        </pc:spChg>
        <pc:picChg chg="add mod">
          <ac:chgData name="Colon, Jeffrey M." userId="615143b1-cdee-493d-9a9d-1565ce8666d9" providerId="ADAL" clId="{DC1DB158-BAB1-5930-B714-AEF472873853}" dt="2026-09-02T13:43:33.592" v="10" actId="14100"/>
          <ac:picMkLst>
            <pc:docMk/>
            <pc:sldMk cId="978186784" sldId="306"/>
            <ac:picMk id="7" creationId="{3B033028-2261-0BC0-67F0-1FA1B225002F}"/>
          </ac:picMkLst>
        </pc:picChg>
        <pc:picChg chg="del">
          <ac:chgData name="Colon, Jeffrey M." userId="615143b1-cdee-493d-9a9d-1565ce8666d9" providerId="ADAL" clId="{DC1DB158-BAB1-5930-B714-AEF472873853}" dt="2026-09-02T13:43:13.670" v="5" actId="478"/>
          <ac:picMkLst>
            <pc:docMk/>
            <pc:sldMk cId="978186784" sldId="306"/>
            <ac:picMk id="8" creationId="{9B10A70E-0BFB-AF64-3B55-3D4D9A0863A3}"/>
          </ac:picMkLst>
        </pc:picChg>
      </pc:sldChg>
      <pc:sldChg chg="addSp delSp modSp mod">
        <pc:chgData name="Colon, Jeffrey M." userId="615143b1-cdee-493d-9a9d-1565ce8666d9" providerId="ADAL" clId="{DC1DB158-BAB1-5930-B714-AEF472873853}" dt="2026-09-02T13:46:54.702" v="35" actId="692"/>
        <pc:sldMkLst>
          <pc:docMk/>
          <pc:sldMk cId="4253221509" sldId="310"/>
        </pc:sldMkLst>
        <pc:spChg chg="mod">
          <ac:chgData name="Colon, Jeffrey M." userId="615143b1-cdee-493d-9a9d-1565ce8666d9" providerId="ADAL" clId="{DC1DB158-BAB1-5930-B714-AEF472873853}" dt="2026-09-02T13:45:34.286" v="30" actId="20577"/>
          <ac:spMkLst>
            <pc:docMk/>
            <pc:sldMk cId="4253221509" sldId="310"/>
            <ac:spMk id="2" creationId="{26F0179D-3583-D0E5-D84A-23B5B2497C6F}"/>
          </ac:spMkLst>
        </pc:spChg>
        <pc:spChg chg="add del mod">
          <ac:chgData name="Colon, Jeffrey M." userId="615143b1-cdee-493d-9a9d-1565ce8666d9" providerId="ADAL" clId="{DC1DB158-BAB1-5930-B714-AEF472873853}" dt="2026-09-02T13:45:19.649" v="21"/>
          <ac:spMkLst>
            <pc:docMk/>
            <pc:sldMk cId="4253221509" sldId="310"/>
            <ac:spMk id="8" creationId="{F578F4F3-F537-C474-1803-036174D38BBD}"/>
          </ac:spMkLst>
        </pc:spChg>
        <pc:picChg chg="del">
          <ac:chgData name="Colon, Jeffrey M." userId="615143b1-cdee-493d-9a9d-1565ce8666d9" providerId="ADAL" clId="{DC1DB158-BAB1-5930-B714-AEF472873853}" dt="2026-09-02T13:45:06.548" v="19" actId="478"/>
          <ac:picMkLst>
            <pc:docMk/>
            <pc:sldMk cId="4253221509" sldId="310"/>
            <ac:picMk id="7" creationId="{033C72E9-F4F9-B58D-A0C8-02E3A3E12365}"/>
          </ac:picMkLst>
        </pc:picChg>
        <pc:picChg chg="add mod ord">
          <ac:chgData name="Colon, Jeffrey M." userId="615143b1-cdee-493d-9a9d-1565ce8666d9" providerId="ADAL" clId="{DC1DB158-BAB1-5930-B714-AEF472873853}" dt="2026-09-02T13:45:22.119" v="22" actId="1076"/>
          <ac:picMkLst>
            <pc:docMk/>
            <pc:sldMk cId="4253221509" sldId="310"/>
            <ac:picMk id="10" creationId="{44D6AAA4-6121-4D00-4454-F7EC3125ECF0}"/>
          </ac:picMkLst>
        </pc:picChg>
        <pc:cxnChg chg="add mod">
          <ac:chgData name="Colon, Jeffrey M." userId="615143b1-cdee-493d-9a9d-1565ce8666d9" providerId="ADAL" clId="{DC1DB158-BAB1-5930-B714-AEF472873853}" dt="2026-09-02T13:46:54.702" v="35" actId="692"/>
          <ac:cxnSpMkLst>
            <pc:docMk/>
            <pc:sldMk cId="4253221509" sldId="310"/>
            <ac:cxnSpMk id="12" creationId="{ED3974B7-4DB3-21F3-9BC8-CA60DBB2A49B}"/>
          </ac:cxnSpMkLst>
        </pc:cxnChg>
      </pc:sldChg>
      <pc:sldChg chg="addSp delSp modSp mod">
        <pc:chgData name="Colon, Jeffrey M." userId="615143b1-cdee-493d-9a9d-1565ce8666d9" providerId="ADAL" clId="{DC1DB158-BAB1-5930-B714-AEF472873853}" dt="2026-09-02T14:15:12.800" v="76" actId="14100"/>
        <pc:sldMkLst>
          <pc:docMk/>
          <pc:sldMk cId="913541095" sldId="311"/>
        </pc:sldMkLst>
        <pc:spChg chg="mod">
          <ac:chgData name="Colon, Jeffrey M." userId="615143b1-cdee-493d-9a9d-1565ce8666d9" providerId="ADAL" clId="{DC1DB158-BAB1-5930-B714-AEF472873853}" dt="2026-09-02T14:14:49.335" v="72" actId="20577"/>
          <ac:spMkLst>
            <pc:docMk/>
            <pc:sldMk cId="913541095" sldId="311"/>
            <ac:spMk id="2" creationId="{5D9B5781-5A14-A5BB-D22A-AD9148B34C25}"/>
          </ac:spMkLst>
        </pc:spChg>
        <pc:spChg chg="add del mod">
          <ac:chgData name="Colon, Jeffrey M." userId="615143b1-cdee-493d-9a9d-1565ce8666d9" providerId="ADAL" clId="{DC1DB158-BAB1-5930-B714-AEF472873853}" dt="2026-09-02T14:15:05.601" v="74"/>
          <ac:spMkLst>
            <pc:docMk/>
            <pc:sldMk cId="913541095" sldId="311"/>
            <ac:spMk id="8" creationId="{37A42C67-D6E7-C13E-D524-357B0C669078}"/>
          </ac:spMkLst>
        </pc:spChg>
        <pc:picChg chg="del">
          <ac:chgData name="Colon, Jeffrey M." userId="615143b1-cdee-493d-9a9d-1565ce8666d9" providerId="ADAL" clId="{DC1DB158-BAB1-5930-B714-AEF472873853}" dt="2026-09-02T14:14:34.192" v="67" actId="478"/>
          <ac:picMkLst>
            <pc:docMk/>
            <pc:sldMk cId="913541095" sldId="311"/>
            <ac:picMk id="7" creationId="{F595CD0D-9649-B942-2A63-C1AB01B39076}"/>
          </ac:picMkLst>
        </pc:picChg>
        <pc:picChg chg="add mod ord">
          <ac:chgData name="Colon, Jeffrey M." userId="615143b1-cdee-493d-9a9d-1565ce8666d9" providerId="ADAL" clId="{DC1DB158-BAB1-5930-B714-AEF472873853}" dt="2026-09-02T14:15:12.800" v="76" actId="14100"/>
          <ac:picMkLst>
            <pc:docMk/>
            <pc:sldMk cId="913541095" sldId="311"/>
            <ac:picMk id="10" creationId="{F603E252-E4F5-B0EF-BFC6-274203A3C1FE}"/>
          </ac:picMkLst>
        </pc:picChg>
      </pc:sldChg>
      <pc:sldChg chg="addSp delSp modSp mod">
        <pc:chgData name="Colon, Jeffrey M." userId="615143b1-cdee-493d-9a9d-1565ce8666d9" providerId="ADAL" clId="{DC1DB158-BAB1-5930-B714-AEF472873853}" dt="2026-09-02T13:56:35.647" v="40" actId="14100"/>
        <pc:sldMkLst>
          <pc:docMk/>
          <pc:sldMk cId="1234272231" sldId="312"/>
        </pc:sldMkLst>
        <pc:spChg chg="add del mod">
          <ac:chgData name="Colon, Jeffrey M." userId="615143b1-cdee-493d-9a9d-1565ce8666d9" providerId="ADAL" clId="{DC1DB158-BAB1-5930-B714-AEF472873853}" dt="2026-09-02T13:56:30.928" v="38"/>
          <ac:spMkLst>
            <pc:docMk/>
            <pc:sldMk cId="1234272231" sldId="312"/>
            <ac:spMk id="6" creationId="{50CD7A4D-200D-A5D6-F00D-3C52F69E2D54}"/>
          </ac:spMkLst>
        </pc:spChg>
        <pc:picChg chg="add mod ord">
          <ac:chgData name="Colon, Jeffrey M." userId="615143b1-cdee-493d-9a9d-1565ce8666d9" providerId="ADAL" clId="{DC1DB158-BAB1-5930-B714-AEF472873853}" dt="2026-09-02T13:56:35.647" v="40" actId="14100"/>
          <ac:picMkLst>
            <pc:docMk/>
            <pc:sldMk cId="1234272231" sldId="312"/>
            <ac:picMk id="8" creationId="{789E4BA7-C273-3510-9431-67CE0BF09A50}"/>
          </ac:picMkLst>
        </pc:picChg>
        <pc:picChg chg="del">
          <ac:chgData name="Colon, Jeffrey M." userId="615143b1-cdee-493d-9a9d-1565ce8666d9" providerId="ADAL" clId="{DC1DB158-BAB1-5930-B714-AEF472873853}" dt="2026-09-02T13:56:17.141" v="36" actId="478"/>
          <ac:picMkLst>
            <pc:docMk/>
            <pc:sldMk cId="1234272231" sldId="312"/>
            <ac:picMk id="9" creationId="{20511099-D02A-A791-4092-8C974D290949}"/>
          </ac:picMkLst>
        </pc:picChg>
      </pc:sldChg>
      <pc:sldChg chg="addSp delSp modSp mod chgLayout">
        <pc:chgData name="Colon, Jeffrey M." userId="615143b1-cdee-493d-9a9d-1565ce8666d9" providerId="ADAL" clId="{DC1DB158-BAB1-5930-B714-AEF472873853}" dt="2026-09-02T14:11:32.145" v="66" actId="1076"/>
        <pc:sldMkLst>
          <pc:docMk/>
          <pc:sldMk cId="722373891" sldId="313"/>
        </pc:sldMkLst>
        <pc:spChg chg="mod">
          <ac:chgData name="Colon, Jeffrey M." userId="615143b1-cdee-493d-9a9d-1565ce8666d9" providerId="ADAL" clId="{DC1DB158-BAB1-5930-B714-AEF472873853}" dt="2026-09-02T14:10:53.855" v="56" actId="26606"/>
          <ac:spMkLst>
            <pc:docMk/>
            <pc:sldMk cId="722373891" sldId="313"/>
            <ac:spMk id="3" creationId="{26B5660C-C737-45C6-6AB5-912CA0646D25}"/>
          </ac:spMkLst>
        </pc:spChg>
        <pc:spChg chg="mod">
          <ac:chgData name="Colon, Jeffrey M." userId="615143b1-cdee-493d-9a9d-1565ce8666d9" providerId="ADAL" clId="{DC1DB158-BAB1-5930-B714-AEF472873853}" dt="2026-09-02T14:10:53.855" v="56" actId="26606"/>
          <ac:spMkLst>
            <pc:docMk/>
            <pc:sldMk cId="722373891" sldId="313"/>
            <ac:spMk id="4" creationId="{4052236D-CD3C-47BE-2B55-B1E4871FD049}"/>
          </ac:spMkLst>
        </pc:spChg>
        <pc:spChg chg="mod">
          <ac:chgData name="Colon, Jeffrey M." userId="615143b1-cdee-493d-9a9d-1565ce8666d9" providerId="ADAL" clId="{DC1DB158-BAB1-5930-B714-AEF472873853}" dt="2026-09-02T14:10:53.855" v="56" actId="26606"/>
          <ac:spMkLst>
            <pc:docMk/>
            <pc:sldMk cId="722373891" sldId="313"/>
            <ac:spMk id="5" creationId="{015326F3-5226-5ADD-C528-011384449993}"/>
          </ac:spMkLst>
        </pc:spChg>
        <pc:spChg chg="add del mod">
          <ac:chgData name="Colon, Jeffrey M." userId="615143b1-cdee-493d-9a9d-1565ce8666d9" providerId="ADAL" clId="{DC1DB158-BAB1-5930-B714-AEF472873853}" dt="2026-09-02T14:06:55.831" v="47"/>
          <ac:spMkLst>
            <pc:docMk/>
            <pc:sldMk cId="722373891" sldId="313"/>
            <ac:spMk id="6" creationId="{B39F95CE-1983-356B-9E76-5E2BA5737318}"/>
          </ac:spMkLst>
        </pc:spChg>
        <pc:spChg chg="add del mod">
          <ac:chgData name="Colon, Jeffrey M." userId="615143b1-cdee-493d-9a9d-1565ce8666d9" providerId="ADAL" clId="{DC1DB158-BAB1-5930-B714-AEF472873853}" dt="2026-09-02T14:10:53.855" v="56" actId="26606"/>
          <ac:spMkLst>
            <pc:docMk/>
            <pc:sldMk cId="722373891" sldId="313"/>
            <ac:spMk id="16" creationId="{0AAE80BE-CFAC-8114-AE00-A24147306057}"/>
          </ac:spMkLst>
        </pc:spChg>
        <pc:spChg chg="add del mod">
          <ac:chgData name="Colon, Jeffrey M." userId="615143b1-cdee-493d-9a9d-1565ce8666d9" providerId="ADAL" clId="{DC1DB158-BAB1-5930-B714-AEF472873853}" dt="2026-09-02T14:10:53.855" v="56" actId="26606"/>
          <ac:spMkLst>
            <pc:docMk/>
            <pc:sldMk cId="722373891" sldId="313"/>
            <ac:spMk id="18" creationId="{17368A63-67A4-DE91-8B49-24508328A6EB}"/>
          </ac:spMkLst>
        </pc:spChg>
        <pc:picChg chg="del">
          <ac:chgData name="Colon, Jeffrey M." userId="615143b1-cdee-493d-9a9d-1565ce8666d9" providerId="ADAL" clId="{DC1DB158-BAB1-5930-B714-AEF472873853}" dt="2026-09-02T14:06:34.639" v="41" actId="478"/>
          <ac:picMkLst>
            <pc:docMk/>
            <pc:sldMk cId="722373891" sldId="313"/>
            <ac:picMk id="7" creationId="{E9AD1318-7449-247A-213F-EE0785EF07AA}"/>
          </ac:picMkLst>
        </pc:picChg>
        <pc:picChg chg="add mod ord">
          <ac:chgData name="Colon, Jeffrey M." userId="615143b1-cdee-493d-9a9d-1565ce8666d9" providerId="ADAL" clId="{DC1DB158-BAB1-5930-B714-AEF472873853}" dt="2026-09-02T14:11:15.103" v="63" actId="1076"/>
          <ac:picMkLst>
            <pc:docMk/>
            <pc:sldMk cId="722373891" sldId="313"/>
            <ac:picMk id="9" creationId="{A4CA3AF3-377F-B291-056D-88B3C7CF116E}"/>
          </ac:picMkLst>
        </pc:picChg>
        <pc:picChg chg="add mod ord">
          <ac:chgData name="Colon, Jeffrey M." userId="615143b1-cdee-493d-9a9d-1565ce8666d9" providerId="ADAL" clId="{DC1DB158-BAB1-5930-B714-AEF472873853}" dt="2026-09-02T14:11:32.145" v="66" actId="1076"/>
          <ac:picMkLst>
            <pc:docMk/>
            <pc:sldMk cId="722373891" sldId="313"/>
            <ac:picMk id="11" creationId="{58C47AF6-E0E4-9C5F-925B-B3EBA16C6B0C}"/>
          </ac:picMkLst>
        </pc:picChg>
      </pc:sldChg>
    </pc:docChg>
  </pc:docChgLst>
</pc:chgInfo>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5362" name="Rectangle 2"/>
          <p:cNvSpPr>
            <a:spLocks noGrp="1" noChangeArrowheads="1"/>
          </p:cNvSpPr>
          <p:nvPr>
            <p:ph type="hdr" sz="quarter"/>
          </p:nvPr>
        </p:nvSpPr>
        <p:spPr bwMode="auto">
          <a:xfrm>
            <a:off x="0" y="0"/>
            <a:ext cx="2971800" cy="457200"/>
          </a:xfrm>
          <a:prstGeom prst="rect">
            <a:avLst/>
          </a:prstGeom>
          <a:noFill/>
          <a:ln w="9525">
            <a:noFill/>
            <a:miter lim="800000"/>
            <a:headEnd/>
            <a:tailEnd/>
          </a:ln>
          <a:effectLst/>
        </p:spPr>
        <p:txBody>
          <a:bodyPr vert="horz" wrap="square" lIns="91440" tIns="45720" rIns="91440" bIns="45720" numCol="1" anchor="ctr" anchorCtr="0" compatLnSpc="1">
            <a:prstTxWarp prst="textNoShape">
              <a:avLst/>
            </a:prstTxWarp>
          </a:bodyPr>
          <a:lstStyle>
            <a:lvl1pPr algn="l" eaLnBrk="0" hangingPunct="0">
              <a:defRPr sz="1200">
                <a:latin typeface="Gill Sans" charset="0"/>
                <a:ea typeface="+mn-ea"/>
                <a:cs typeface="+mn-cs"/>
              </a:defRPr>
            </a:lvl1pPr>
          </a:lstStyle>
          <a:p>
            <a:pPr>
              <a:defRPr/>
            </a:pPr>
            <a:endParaRPr lang="en-US"/>
          </a:p>
        </p:txBody>
      </p:sp>
      <p:sp>
        <p:nvSpPr>
          <p:cNvPr id="15363" name="Rectangle 3"/>
          <p:cNvSpPr>
            <a:spLocks noGrp="1" noChangeArrowheads="1"/>
          </p:cNvSpPr>
          <p:nvPr>
            <p:ph type="dt" sz="quarter" idx="1"/>
          </p:nvPr>
        </p:nvSpPr>
        <p:spPr bwMode="auto">
          <a:xfrm>
            <a:off x="3886200" y="0"/>
            <a:ext cx="2971800" cy="457200"/>
          </a:xfrm>
          <a:prstGeom prst="rect">
            <a:avLst/>
          </a:prstGeom>
          <a:noFill/>
          <a:ln w="9525">
            <a:noFill/>
            <a:miter lim="800000"/>
            <a:headEnd/>
            <a:tailEnd/>
          </a:ln>
          <a:effectLst/>
        </p:spPr>
        <p:txBody>
          <a:bodyPr vert="horz" wrap="square" lIns="91440" tIns="45720" rIns="91440" bIns="45720" numCol="1" anchor="ctr" anchorCtr="0" compatLnSpc="1">
            <a:prstTxWarp prst="textNoShape">
              <a:avLst/>
            </a:prstTxWarp>
          </a:bodyPr>
          <a:lstStyle>
            <a:lvl1pPr algn="r" eaLnBrk="0" hangingPunct="0">
              <a:defRPr sz="1200">
                <a:latin typeface="Gill Sans" charset="0"/>
                <a:ea typeface="+mn-ea"/>
                <a:cs typeface="+mn-cs"/>
              </a:defRPr>
            </a:lvl1pPr>
          </a:lstStyle>
          <a:p>
            <a:pPr>
              <a:defRPr/>
            </a:pPr>
            <a:endParaRPr lang="en-US"/>
          </a:p>
        </p:txBody>
      </p:sp>
      <p:sp>
        <p:nvSpPr>
          <p:cNvPr id="15364" name="Rectangle 4"/>
          <p:cNvSpPr>
            <a:spLocks noGrp="1" noChangeArrowheads="1"/>
          </p:cNvSpPr>
          <p:nvPr>
            <p:ph type="ftr" sz="quarter" idx="2"/>
          </p:nvPr>
        </p:nvSpPr>
        <p:spPr bwMode="auto">
          <a:xfrm>
            <a:off x="0" y="8686800"/>
            <a:ext cx="2971800" cy="457200"/>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lvl1pPr algn="l" eaLnBrk="0" hangingPunct="0">
              <a:defRPr sz="1200">
                <a:latin typeface="Gill Sans" charset="0"/>
                <a:ea typeface="+mn-ea"/>
                <a:cs typeface="+mn-cs"/>
              </a:defRPr>
            </a:lvl1pPr>
          </a:lstStyle>
          <a:p>
            <a:pPr>
              <a:defRPr/>
            </a:pPr>
            <a:endParaRPr lang="en-US"/>
          </a:p>
        </p:txBody>
      </p:sp>
      <p:sp>
        <p:nvSpPr>
          <p:cNvPr id="15365" name="Rectangle 5"/>
          <p:cNvSpPr>
            <a:spLocks noGrp="1" noChangeArrowheads="1"/>
          </p:cNvSpPr>
          <p:nvPr>
            <p:ph type="sldNum" sz="quarter" idx="3"/>
          </p:nvPr>
        </p:nvSpPr>
        <p:spPr bwMode="auto">
          <a:xfrm>
            <a:off x="3886200" y="8686800"/>
            <a:ext cx="2971800" cy="457200"/>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lvl1pPr algn="r" eaLnBrk="0" hangingPunct="0">
              <a:defRPr sz="1200">
                <a:latin typeface="Gill Sans" charset="0"/>
              </a:defRPr>
            </a:lvl1pPr>
          </a:lstStyle>
          <a:p>
            <a:fld id="{64FDED59-49AD-4647-9EA1-DE189EE5F069}" type="slidenum">
              <a:rPr lang="en-US"/>
              <a:pPr/>
              <a:t>‹#›</a:t>
            </a:fld>
            <a:endParaRPr lang="en-US"/>
          </a:p>
        </p:txBody>
      </p:sp>
    </p:spTree>
    <p:extLst>
      <p:ext uri="{BB962C8B-B14F-4D97-AF65-F5344CB8AC3E}">
        <p14:creationId xmlns:p14="http://schemas.microsoft.com/office/powerpoint/2010/main" val="216183919"/>
      </p:ext>
    </p:extLst>
  </p:cSld>
  <p:clrMap bg1="lt1" tx1="dk1" bg2="lt2" tx2="dk2" accent1="accent1" accent2="accent2" accent3="accent3" accent4="accent4" accent5="accent5" accent6="accent6" hlink="hlink" folHlink="folHlink"/>
  <p:hf hdr="0" ftr="0" dt="0"/>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4098" name="Rectangle 2"/>
          <p:cNvSpPr>
            <a:spLocks noGrp="1" noChangeArrowheads="1"/>
          </p:cNvSpPr>
          <p:nvPr>
            <p:ph type="hdr" sz="quarter"/>
          </p:nvPr>
        </p:nvSpPr>
        <p:spPr bwMode="auto">
          <a:xfrm>
            <a:off x="0" y="0"/>
            <a:ext cx="2971800" cy="4572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gn="l" eaLnBrk="0" hangingPunct="0">
              <a:defRPr sz="1200">
                <a:latin typeface="Calibri" charset="0"/>
                <a:ea typeface="+mn-ea"/>
                <a:cs typeface="+mn-cs"/>
              </a:defRPr>
            </a:lvl1pPr>
          </a:lstStyle>
          <a:p>
            <a:pPr>
              <a:defRPr/>
            </a:pPr>
            <a:endParaRPr lang="en-US" dirty="0"/>
          </a:p>
        </p:txBody>
      </p:sp>
      <p:sp>
        <p:nvSpPr>
          <p:cNvPr id="4099" name="Rectangle 3"/>
          <p:cNvSpPr>
            <a:spLocks noGrp="1" noChangeArrowheads="1"/>
          </p:cNvSpPr>
          <p:nvPr>
            <p:ph type="dt" idx="1"/>
          </p:nvPr>
        </p:nvSpPr>
        <p:spPr bwMode="auto">
          <a:xfrm>
            <a:off x="3886200" y="0"/>
            <a:ext cx="2971800" cy="4572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gn="r" eaLnBrk="0" hangingPunct="0">
              <a:defRPr sz="1200">
                <a:latin typeface="Calibri" charset="0"/>
                <a:ea typeface="+mn-ea"/>
                <a:cs typeface="+mn-cs"/>
              </a:defRPr>
            </a:lvl1pPr>
          </a:lstStyle>
          <a:p>
            <a:pPr>
              <a:defRPr/>
            </a:pPr>
            <a:endParaRPr lang="en-US" dirty="0"/>
          </a:p>
        </p:txBody>
      </p:sp>
      <p:sp>
        <p:nvSpPr>
          <p:cNvPr id="25604" name="Rectangle 4"/>
          <p:cNvSpPr>
            <a:spLocks noGrp="1" noRot="1" noChangeAspect="1" noChangeArrowheads="1" noTextEdit="1"/>
          </p:cNvSpPr>
          <p:nvPr>
            <p:ph type="sldImg" idx="2"/>
          </p:nvPr>
        </p:nvSpPr>
        <p:spPr bwMode="auto">
          <a:xfrm>
            <a:off x="1143000" y="685800"/>
            <a:ext cx="4572000" cy="3429000"/>
          </a:xfrm>
          <a:prstGeom prst="rect">
            <a:avLst/>
          </a:prstGeom>
          <a:noFill/>
          <a:ln w="9525">
            <a:solidFill>
              <a:srgbClr val="000000"/>
            </a:solidFill>
            <a:miter lim="800000"/>
            <a:headEnd/>
            <a:tailEnd/>
          </a:ln>
          <a:extLst>
            <a:ext uri="{FAA26D3D-D897-4be2-8F04-BA451C77F1D7}">
              <ma14:placeholderFlag xmlns:ma14="http://schemas.microsoft.com/office/mac/drawingml/2011/main" xmlns="" val="1"/>
            </a:ext>
            <a:ext uri="{909E8E84-426E-40dd-AFC4-6F175D3DCCD1}">
              <a14:hiddenFill xmlns:a14="http://schemas.microsoft.com/office/drawing/2010/main" xmlns="">
                <a:solidFill>
                  <a:srgbClr val="FFFFFF"/>
                </a:solidFill>
              </a14:hiddenFill>
            </a:ext>
          </a:extLst>
        </p:spPr>
      </p:sp>
      <p:sp>
        <p:nvSpPr>
          <p:cNvPr id="4101" name="Rectangle 5"/>
          <p:cNvSpPr>
            <a:spLocks noGrp="1" noChangeArrowheads="1"/>
          </p:cNvSpPr>
          <p:nvPr>
            <p:ph type="body" sz="quarter" idx="3"/>
          </p:nvPr>
        </p:nvSpPr>
        <p:spPr bwMode="auto">
          <a:xfrm>
            <a:off x="914400" y="4343400"/>
            <a:ext cx="5029200" cy="41148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p>
            <a:pPr lvl="0"/>
            <a:r>
              <a:rPr lang="en-US" noProof="0" dirty="0"/>
              <a:t>Click to edit Master text styles</a:t>
            </a:r>
          </a:p>
          <a:p>
            <a:pPr lvl="1"/>
            <a:r>
              <a:rPr lang="en-US" noProof="0" dirty="0"/>
              <a:t>Second level</a:t>
            </a:r>
          </a:p>
          <a:p>
            <a:pPr lvl="2"/>
            <a:r>
              <a:rPr lang="en-US" noProof="0" dirty="0"/>
              <a:t>Third level</a:t>
            </a:r>
          </a:p>
          <a:p>
            <a:pPr lvl="3"/>
            <a:r>
              <a:rPr lang="en-US" noProof="0" dirty="0"/>
              <a:t>Fourth level</a:t>
            </a:r>
          </a:p>
          <a:p>
            <a:pPr lvl="4"/>
            <a:r>
              <a:rPr lang="en-US" noProof="0" dirty="0"/>
              <a:t>Fifth level</a:t>
            </a:r>
          </a:p>
        </p:txBody>
      </p:sp>
      <p:sp>
        <p:nvSpPr>
          <p:cNvPr id="4102" name="Rectangle 6"/>
          <p:cNvSpPr>
            <a:spLocks noGrp="1" noChangeArrowheads="1"/>
          </p:cNvSpPr>
          <p:nvPr>
            <p:ph type="ftr" sz="quarter" idx="4"/>
          </p:nvPr>
        </p:nvSpPr>
        <p:spPr bwMode="auto">
          <a:xfrm>
            <a:off x="0" y="8686800"/>
            <a:ext cx="2971800" cy="457200"/>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lvl1pPr algn="l" eaLnBrk="0" hangingPunct="0">
              <a:defRPr sz="1200">
                <a:latin typeface="Calibri" charset="0"/>
                <a:ea typeface="+mn-ea"/>
                <a:cs typeface="+mn-cs"/>
              </a:defRPr>
            </a:lvl1pPr>
          </a:lstStyle>
          <a:p>
            <a:pPr>
              <a:defRPr/>
            </a:pPr>
            <a:endParaRPr lang="en-US" dirty="0"/>
          </a:p>
        </p:txBody>
      </p:sp>
      <p:sp>
        <p:nvSpPr>
          <p:cNvPr id="4103" name="Rectangle 7"/>
          <p:cNvSpPr>
            <a:spLocks noGrp="1" noChangeArrowheads="1"/>
          </p:cNvSpPr>
          <p:nvPr>
            <p:ph type="sldNum" sz="quarter" idx="5"/>
          </p:nvPr>
        </p:nvSpPr>
        <p:spPr bwMode="auto">
          <a:xfrm>
            <a:off x="3886200" y="8686800"/>
            <a:ext cx="2971800" cy="457200"/>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lvl1pPr algn="r" eaLnBrk="0" hangingPunct="0">
              <a:defRPr sz="1200">
                <a:latin typeface="Calibri" charset="0"/>
              </a:defRPr>
            </a:lvl1pPr>
          </a:lstStyle>
          <a:p>
            <a:fld id="{290BA01E-A44E-4049-9248-4B0EBC96BE63}" type="slidenum">
              <a:rPr lang="en-US" smtClean="0"/>
              <a:pPr/>
              <a:t>‹#›</a:t>
            </a:fld>
            <a:endParaRPr lang="en-US" dirty="0"/>
          </a:p>
        </p:txBody>
      </p:sp>
    </p:spTree>
    <p:extLst>
      <p:ext uri="{BB962C8B-B14F-4D97-AF65-F5344CB8AC3E}">
        <p14:creationId xmlns:p14="http://schemas.microsoft.com/office/powerpoint/2010/main" val="1513051689"/>
      </p:ext>
    </p:extLst>
  </p:cSld>
  <p:clrMap bg1="lt1" tx1="dk1" bg2="lt2" tx2="dk2" accent1="accent1" accent2="accent2" accent3="accent3" accent4="accent4" accent5="accent5" accent6="accent6" hlink="hlink" folHlink="folHlink"/>
  <p:hf hdr="0" ftr="0" dt="0"/>
  <p:notesStyle>
    <a:lvl1pPr algn="l" rtl="0" eaLnBrk="0" fontAlgn="base" hangingPunct="0">
      <a:spcBef>
        <a:spcPct val="30000"/>
      </a:spcBef>
      <a:spcAft>
        <a:spcPct val="0"/>
      </a:spcAft>
      <a:defRPr sz="1200" kern="1200">
        <a:solidFill>
          <a:schemeClr val="tx1"/>
        </a:solidFill>
        <a:latin typeface="Calibri" charset="0"/>
        <a:ea typeface="ＭＳ Ｐゴシック" charset="-128"/>
        <a:cs typeface="ＭＳ Ｐゴシック" charset="-128"/>
      </a:defRPr>
    </a:lvl1pPr>
    <a:lvl2pPr marL="457200" algn="l" rtl="0" eaLnBrk="0" fontAlgn="base" hangingPunct="0">
      <a:spcBef>
        <a:spcPct val="30000"/>
      </a:spcBef>
      <a:spcAft>
        <a:spcPct val="0"/>
      </a:spcAft>
      <a:defRPr sz="1200" kern="1200">
        <a:solidFill>
          <a:schemeClr val="tx1"/>
        </a:solidFill>
        <a:latin typeface="Calibri" charset="0"/>
        <a:ea typeface="ＭＳ Ｐゴシック" charset="-128"/>
        <a:cs typeface="ＭＳ Ｐゴシック"/>
      </a:defRPr>
    </a:lvl2pPr>
    <a:lvl3pPr marL="914400" algn="l" rtl="0" eaLnBrk="0" fontAlgn="base" hangingPunct="0">
      <a:spcBef>
        <a:spcPct val="30000"/>
      </a:spcBef>
      <a:spcAft>
        <a:spcPct val="0"/>
      </a:spcAft>
      <a:defRPr sz="1200" kern="1200">
        <a:solidFill>
          <a:schemeClr val="tx1"/>
        </a:solidFill>
        <a:latin typeface="Calibri" charset="0"/>
        <a:ea typeface="ＭＳ Ｐゴシック" charset="-128"/>
        <a:cs typeface="ＭＳ Ｐゴシック"/>
      </a:defRPr>
    </a:lvl3pPr>
    <a:lvl4pPr marL="1371600" algn="l" rtl="0" eaLnBrk="0" fontAlgn="base" hangingPunct="0">
      <a:spcBef>
        <a:spcPct val="30000"/>
      </a:spcBef>
      <a:spcAft>
        <a:spcPct val="0"/>
      </a:spcAft>
      <a:defRPr sz="1200" kern="1200">
        <a:solidFill>
          <a:schemeClr val="tx1"/>
        </a:solidFill>
        <a:latin typeface="Calibri" charset="0"/>
        <a:ea typeface="ＭＳ Ｐゴシック" charset="-128"/>
        <a:cs typeface="ＭＳ Ｐゴシック"/>
      </a:defRPr>
    </a:lvl4pPr>
    <a:lvl5pPr marL="1828800" algn="l" rtl="0" eaLnBrk="0" fontAlgn="base" hangingPunct="0">
      <a:spcBef>
        <a:spcPct val="30000"/>
      </a:spcBef>
      <a:spcAft>
        <a:spcPct val="0"/>
      </a:spcAft>
      <a:defRPr sz="1200" kern="1200">
        <a:solidFill>
          <a:schemeClr val="tx1"/>
        </a:solidFill>
        <a:latin typeface="Calibri" charset="0"/>
        <a:ea typeface="ＭＳ Ｐゴシック" charset="-128"/>
        <a:cs typeface="ＭＳ Ｐゴシック"/>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2473258D-F88C-F440-AD20-53E2DCDDB8B5}" type="slidenum">
              <a:rPr lang="en-US" smtClean="0"/>
              <a:t>1</a:t>
            </a:fld>
            <a:endParaRPr lang="en-US"/>
          </a:p>
        </p:txBody>
      </p:sp>
    </p:spTree>
    <p:extLst>
      <p:ext uri="{BB962C8B-B14F-4D97-AF65-F5344CB8AC3E}">
        <p14:creationId xmlns:p14="http://schemas.microsoft.com/office/powerpoint/2010/main" val="36888494"/>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290BA01E-A44E-4049-9248-4B0EBC96BE63}" type="slidenum">
              <a:rPr lang="en-US" smtClean="0"/>
              <a:pPr/>
              <a:t>3</a:t>
            </a:fld>
            <a:endParaRPr lang="en-US" dirty="0"/>
          </a:p>
        </p:txBody>
      </p:sp>
    </p:spTree>
    <p:extLst>
      <p:ext uri="{BB962C8B-B14F-4D97-AF65-F5344CB8AC3E}">
        <p14:creationId xmlns:p14="http://schemas.microsoft.com/office/powerpoint/2010/main" val="6806983"/>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Blank">
    <p:spTree>
      <p:nvGrpSpPr>
        <p:cNvPr id="1" name=""/>
        <p:cNvGrpSpPr/>
        <p:nvPr/>
      </p:nvGrpSpPr>
      <p:grpSpPr>
        <a:xfrm>
          <a:off x="0" y="0"/>
          <a:ext cx="0" cy="0"/>
          <a:chOff x="0" y="0"/>
          <a:chExt cx="0" cy="0"/>
        </a:xfrm>
      </p:grpSpPr>
      <p:sp>
        <p:nvSpPr>
          <p:cNvPr id="2" name="TextBox 11"/>
          <p:cNvSpPr txBox="1">
            <a:spLocks noChangeArrowheads="1"/>
          </p:cNvSpPr>
          <p:nvPr userDrawn="1"/>
        </p:nvSpPr>
        <p:spPr bwMode="auto">
          <a:xfrm>
            <a:off x="0" y="914400"/>
            <a:ext cx="9144000" cy="300082"/>
          </a:xfrm>
          <a:prstGeom prst="rect">
            <a:avLst/>
          </a:prstGeom>
          <a:solidFill>
            <a:schemeClr val="bg1"/>
          </a:solidFill>
          <a:ln w="9525">
            <a:solidFill>
              <a:schemeClr val="bg1">
                <a:alpha val="0"/>
              </a:schemeClr>
            </a:solidFill>
            <a:miter lim="800000"/>
            <a:headEnd/>
            <a:tailEnd/>
          </a:ln>
        </p:spPr>
        <p:txBody>
          <a:bodyPr>
            <a:spAutoFit/>
          </a:bodyPr>
          <a:lstStyle>
            <a:lvl1pPr eaLnBrk="0" hangingPunct="0">
              <a:defRPr>
                <a:solidFill>
                  <a:schemeClr val="tx1"/>
                </a:solidFill>
                <a:latin typeface="Calibri" pitchFamily="34" charset="0"/>
                <a:cs typeface="Arial" charset="0"/>
              </a:defRPr>
            </a:lvl1pPr>
            <a:lvl2pPr marL="742950" indent="-285750" eaLnBrk="0" hangingPunct="0">
              <a:defRPr>
                <a:solidFill>
                  <a:schemeClr val="tx1"/>
                </a:solidFill>
                <a:latin typeface="Calibri" pitchFamily="34" charset="0"/>
                <a:cs typeface="Arial" charset="0"/>
              </a:defRPr>
            </a:lvl2pPr>
            <a:lvl3pPr marL="1143000" indent="-228600" eaLnBrk="0" hangingPunct="0">
              <a:defRPr>
                <a:solidFill>
                  <a:schemeClr val="tx1"/>
                </a:solidFill>
                <a:latin typeface="Calibri" pitchFamily="34" charset="0"/>
                <a:cs typeface="Arial" charset="0"/>
              </a:defRPr>
            </a:lvl3pPr>
            <a:lvl4pPr marL="1600200" indent="-228600" eaLnBrk="0" hangingPunct="0">
              <a:defRPr>
                <a:solidFill>
                  <a:schemeClr val="tx1"/>
                </a:solidFill>
                <a:latin typeface="Calibri" pitchFamily="34" charset="0"/>
                <a:cs typeface="Arial" charset="0"/>
              </a:defRPr>
            </a:lvl4pPr>
            <a:lvl5pPr marL="2057400" indent="-228600" eaLnBrk="0" hangingPunct="0">
              <a:defRPr>
                <a:solidFill>
                  <a:schemeClr val="tx1"/>
                </a:solidFill>
                <a:latin typeface="Calibri" pitchFamily="34" charset="0"/>
                <a:cs typeface="Arial" charset="0"/>
              </a:defRPr>
            </a:lvl5pPr>
            <a:lvl6pPr marL="2514600" indent="-228600" eaLnBrk="0" fontAlgn="base" hangingPunct="0">
              <a:spcBef>
                <a:spcPct val="0"/>
              </a:spcBef>
              <a:spcAft>
                <a:spcPct val="0"/>
              </a:spcAft>
              <a:defRPr>
                <a:solidFill>
                  <a:schemeClr val="tx1"/>
                </a:solidFill>
                <a:latin typeface="Calibri" pitchFamily="34" charset="0"/>
                <a:cs typeface="Arial" charset="0"/>
              </a:defRPr>
            </a:lvl6pPr>
            <a:lvl7pPr marL="2971800" indent="-228600" eaLnBrk="0" fontAlgn="base" hangingPunct="0">
              <a:spcBef>
                <a:spcPct val="0"/>
              </a:spcBef>
              <a:spcAft>
                <a:spcPct val="0"/>
              </a:spcAft>
              <a:defRPr>
                <a:solidFill>
                  <a:schemeClr val="tx1"/>
                </a:solidFill>
                <a:latin typeface="Calibri" pitchFamily="34" charset="0"/>
                <a:cs typeface="Arial" charset="0"/>
              </a:defRPr>
            </a:lvl7pPr>
            <a:lvl8pPr marL="3429000" indent="-228600" eaLnBrk="0" fontAlgn="base" hangingPunct="0">
              <a:spcBef>
                <a:spcPct val="0"/>
              </a:spcBef>
              <a:spcAft>
                <a:spcPct val="0"/>
              </a:spcAft>
              <a:defRPr>
                <a:solidFill>
                  <a:schemeClr val="tx1"/>
                </a:solidFill>
                <a:latin typeface="Calibri" pitchFamily="34" charset="0"/>
                <a:cs typeface="Arial" charset="0"/>
              </a:defRPr>
            </a:lvl8pPr>
            <a:lvl9pPr marL="3886200" indent="-228600" eaLnBrk="0" fontAlgn="base" hangingPunct="0">
              <a:spcBef>
                <a:spcPct val="0"/>
              </a:spcBef>
              <a:spcAft>
                <a:spcPct val="0"/>
              </a:spcAft>
              <a:defRPr>
                <a:solidFill>
                  <a:schemeClr val="tx1"/>
                </a:solidFill>
                <a:latin typeface="Calibri" pitchFamily="34" charset="0"/>
                <a:cs typeface="Arial" charset="0"/>
              </a:defRPr>
            </a:lvl9pPr>
          </a:lstStyle>
          <a:p>
            <a:pPr eaLnBrk="1" hangingPunct="1">
              <a:defRPr/>
            </a:pPr>
            <a:endParaRPr lang="en-US" sz="1350">
              <a:latin typeface="Arial" charset="0"/>
              <a:ea typeface="+mn-ea"/>
            </a:endParaRPr>
          </a:p>
        </p:txBody>
      </p:sp>
      <p:sp>
        <p:nvSpPr>
          <p:cNvPr id="3" name="Slide Number Placeholder 9"/>
          <p:cNvSpPr>
            <a:spLocks noGrp="1"/>
          </p:cNvSpPr>
          <p:nvPr>
            <p:ph type="sldNum" sz="quarter" idx="10"/>
          </p:nvPr>
        </p:nvSpPr>
        <p:spPr/>
        <p:txBody>
          <a:bodyPr/>
          <a:lstStyle>
            <a:lvl1pPr algn="r">
              <a:defRPr/>
            </a:lvl1pPr>
          </a:lstStyle>
          <a:p>
            <a:fld id="{22D706CB-156B-8643-9A07-D8448DABBCBD}" type="slidenum">
              <a:rPr lang="en-US" altLang="en-US" smtClean="0"/>
              <a:pPr/>
              <a:t>‹#›</a:t>
            </a:fld>
            <a:endParaRPr lang="en-US" altLang="en-US" dirty="0"/>
          </a:p>
        </p:txBody>
      </p:sp>
      <p:sp>
        <p:nvSpPr>
          <p:cNvPr id="4" name="Footer Placeholder 3"/>
          <p:cNvSpPr>
            <a:spLocks noGrp="1"/>
          </p:cNvSpPr>
          <p:nvPr>
            <p:ph type="ftr" sz="quarter" idx="11"/>
          </p:nvPr>
        </p:nvSpPr>
        <p:spPr>
          <a:xfrm>
            <a:off x="3124200" y="6474734"/>
            <a:ext cx="2895600" cy="288925"/>
          </a:xfrm>
        </p:spPr>
        <p:txBody>
          <a:bodyPr/>
          <a:lstStyle>
            <a:lvl1pPr>
              <a:defRPr smtClean="0"/>
            </a:lvl1pPr>
          </a:lstStyle>
          <a:p>
            <a:pPr>
              <a:defRPr/>
            </a:pPr>
            <a:r>
              <a:rPr lang="en-US" dirty="0"/>
              <a:t>Ethical Debates, Econ Theories, Real-World Impacts</a:t>
            </a:r>
          </a:p>
        </p:txBody>
      </p:sp>
      <p:sp>
        <p:nvSpPr>
          <p:cNvPr id="5" name="TextBox 4">
            <a:extLst>
              <a:ext uri="{FF2B5EF4-FFF2-40B4-BE49-F238E27FC236}">
                <a16:creationId xmlns:a16="http://schemas.microsoft.com/office/drawing/2014/main" id="{75D09194-847F-BEB4-1ACD-8BF1425C0667}"/>
              </a:ext>
            </a:extLst>
          </p:cNvPr>
          <p:cNvSpPr txBox="1"/>
          <p:nvPr userDrawn="1"/>
        </p:nvSpPr>
        <p:spPr>
          <a:xfrm>
            <a:off x="431180" y="6631259"/>
            <a:ext cx="184731" cy="477054"/>
          </a:xfrm>
          <a:prstGeom prst="rect">
            <a:avLst/>
          </a:prstGeom>
          <a:noFill/>
        </p:spPr>
        <p:txBody>
          <a:bodyPr wrap="none" rtlCol="0">
            <a:spAutoFit/>
          </a:bodyPr>
          <a:lstStyle/>
          <a:p>
            <a:endParaRPr lang="en-US" dirty="0"/>
          </a:p>
        </p:txBody>
      </p:sp>
    </p:spTree>
  </p:cSld>
  <p:clrMapOvr>
    <a:overrideClrMapping bg1="lt1" tx1="dk1" bg2="lt2" tx2="dk2" accent1="accent1" accent2="accent2" accent3="accent3" accent4="accent4" accent5="accent5" accent6="accent6" hlink="hlink" folHlink="folHlink"/>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Full Page">
    <p:spTree>
      <p:nvGrpSpPr>
        <p:cNvPr id="1" name=""/>
        <p:cNvGrpSpPr/>
        <p:nvPr/>
      </p:nvGrpSpPr>
      <p:grpSpPr>
        <a:xfrm>
          <a:off x="0" y="0"/>
          <a:ext cx="0" cy="0"/>
          <a:chOff x="0" y="0"/>
          <a:chExt cx="0" cy="0"/>
        </a:xfrm>
      </p:grpSpPr>
      <p:sp>
        <p:nvSpPr>
          <p:cNvPr id="4" name="Content Placeholder 2"/>
          <p:cNvSpPr>
            <a:spLocks noGrp="1"/>
          </p:cNvSpPr>
          <p:nvPr>
            <p:ph idx="1"/>
          </p:nvPr>
        </p:nvSpPr>
        <p:spPr>
          <a:xfrm>
            <a:off x="384048" y="533400"/>
            <a:ext cx="8458200" cy="5812064"/>
          </a:xfrm>
          <a:prstGeom prst="rect">
            <a:avLst/>
          </a:prstGeom>
        </p:spPr>
        <p:txBody>
          <a:bodyPr/>
          <a:lstStyle>
            <a:lvl1pPr marL="171450" indent="-171450" algn="just" defTabSz="685800" rtl="0" eaLnBrk="1" latinLnBrk="0" hangingPunct="1">
              <a:spcBef>
                <a:spcPct val="20000"/>
              </a:spcBef>
              <a:buClr>
                <a:srgbClr val="B01C2E"/>
              </a:buClr>
              <a:buSzPct val="60000"/>
              <a:buFont typeface="Wingdings 2" pitchFamily="18" charset="2"/>
              <a:buChar char=""/>
              <a:defRPr lang="en-US" sz="1800" kern="1200" dirty="0">
                <a:solidFill>
                  <a:schemeClr val="tx1"/>
                </a:solidFill>
                <a:latin typeface="Calibri" charset="0"/>
                <a:ea typeface="Calibri" charset="0"/>
                <a:cs typeface="Calibri" charset="0"/>
              </a:defRPr>
            </a:lvl1pPr>
            <a:lvl2pPr marL="342900" indent="-171450" algn="just">
              <a:buClr>
                <a:srgbClr val="B01C2E"/>
              </a:buClr>
              <a:buSzPct val="60000"/>
              <a:buFont typeface="Wingdings" charset="2"/>
              <a:buChar char="Ø"/>
              <a:defRPr lang="en-US" sz="1500" kern="1200" dirty="0" smtClean="0">
                <a:solidFill>
                  <a:schemeClr val="tx1"/>
                </a:solidFill>
                <a:latin typeface="Calibri" charset="0"/>
                <a:ea typeface="Calibri" charset="0"/>
                <a:cs typeface="Calibri" charset="0"/>
              </a:defRPr>
            </a:lvl2pPr>
            <a:lvl3pPr marL="514350" indent="-171450" algn="just">
              <a:buClr>
                <a:srgbClr val="B01C2E"/>
              </a:buClr>
              <a:buSzPct val="60000"/>
              <a:buFont typeface="Courier New" charset="0"/>
              <a:buChar char="o"/>
              <a:defRPr lang="en-US" sz="1500" kern="1200" baseline="0" dirty="0" smtClean="0">
                <a:solidFill>
                  <a:schemeClr val="tx1"/>
                </a:solidFill>
                <a:latin typeface="Calibri" charset="0"/>
                <a:ea typeface="Calibri" charset="0"/>
                <a:cs typeface="Calibri" charset="0"/>
              </a:defRPr>
            </a:lvl3pPr>
            <a:lvl4pPr marL="685800" indent="-171450" algn="just">
              <a:buClr>
                <a:srgbClr val="B01C2E"/>
              </a:buClr>
              <a:buSzPct val="60000"/>
              <a:buFont typeface="Arial" charset="0"/>
              <a:buChar char="•"/>
              <a:defRPr lang="en-US" sz="1350" kern="1200" baseline="0" dirty="0" smtClean="0">
                <a:solidFill>
                  <a:schemeClr val="tx1"/>
                </a:solidFill>
                <a:latin typeface="Calibri" charset="0"/>
                <a:ea typeface="Calibri" charset="0"/>
                <a:cs typeface="Calibri" charset="0"/>
              </a:defRPr>
            </a:lvl4pPr>
            <a:lvl5pPr marL="857250" algn="just">
              <a:buClr>
                <a:srgbClr val="B01C2E"/>
              </a:buClr>
              <a:buSzPct val="60000"/>
              <a:buFont typeface="Calibri" pitchFamily="34" charset="0"/>
              <a:buChar char="–"/>
              <a:defRPr lang="en-US" sz="1350" kern="1200" dirty="0" smtClean="0">
                <a:solidFill>
                  <a:schemeClr val="tx1"/>
                </a:solidFill>
                <a:latin typeface="Calibri" charset="0"/>
                <a:ea typeface="Calibri" charset="0"/>
                <a:cs typeface="Calibri" charset="0"/>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Rectangle 2"/>
          <p:cNvSpPr>
            <a:spLocks noGrp="1" noChangeArrowheads="1"/>
          </p:cNvSpPr>
          <p:nvPr>
            <p:ph type="title"/>
          </p:nvPr>
        </p:nvSpPr>
        <p:spPr bwMode="gray">
          <a:xfrm>
            <a:off x="384048" y="41934"/>
            <a:ext cx="8458200" cy="365127"/>
          </a:xfrm>
          <a:prstGeom prst="rect">
            <a:avLst/>
          </a:prstGeom>
          <a:noFill/>
          <a:ln w="9525">
            <a:noFill/>
            <a:miter lim="800000"/>
            <a:headEnd/>
            <a:tailEnd/>
          </a:ln>
        </p:spPr>
        <p:txBody>
          <a:bodyPr vert="horz" wrap="square" lIns="0" tIns="0" rIns="0" bIns="0" numCol="1" anchor="b" anchorCtr="0" compatLnSpc="1">
            <a:prstTxWarp prst="textNoShape">
              <a:avLst/>
            </a:prstTxWarp>
          </a:bodyPr>
          <a:lstStyle>
            <a:lvl1pPr marL="0" indent="0" algn="l">
              <a:tabLst>
                <a:tab pos="296466" algn="l"/>
              </a:tabLst>
              <a:defRPr sz="1500" b="1"/>
            </a:lvl1pPr>
          </a:lstStyle>
          <a:p>
            <a:pPr lvl="0"/>
            <a:r>
              <a:rPr lang="en-US"/>
              <a:t>Click to edit Master title style</a:t>
            </a:r>
            <a:endParaRPr lang="en-US" dirty="0"/>
          </a:p>
        </p:txBody>
      </p:sp>
      <p:sp>
        <p:nvSpPr>
          <p:cNvPr id="5" name="Slide Number Placeholder 9"/>
          <p:cNvSpPr>
            <a:spLocks noGrp="1"/>
          </p:cNvSpPr>
          <p:nvPr>
            <p:ph type="sldNum" sz="quarter" idx="10"/>
          </p:nvPr>
        </p:nvSpPr>
        <p:spPr>
          <a:xfrm>
            <a:off x="8385048" y="6471106"/>
            <a:ext cx="457200" cy="365125"/>
          </a:xfrm>
        </p:spPr>
        <p:txBody>
          <a:bodyPr/>
          <a:lstStyle>
            <a:lvl1pPr algn="r">
              <a:defRPr/>
            </a:lvl1pPr>
          </a:lstStyle>
          <a:p>
            <a:fld id="{7B3E355C-57B9-BC4B-95D8-406A1F834537}" type="slidenum">
              <a:rPr lang="en-US" altLang="en-US" smtClean="0"/>
              <a:pPr/>
              <a:t>‹#›</a:t>
            </a:fld>
            <a:endParaRPr lang="en-US" altLang="en-US" dirty="0"/>
          </a:p>
        </p:txBody>
      </p:sp>
      <p:sp>
        <p:nvSpPr>
          <p:cNvPr id="6" name="Footer Placeholder 4"/>
          <p:cNvSpPr>
            <a:spLocks noGrp="1"/>
          </p:cNvSpPr>
          <p:nvPr>
            <p:ph type="ftr" sz="quarter" idx="11"/>
          </p:nvPr>
        </p:nvSpPr>
        <p:spPr/>
        <p:txBody>
          <a:bodyPr/>
          <a:lstStyle>
            <a:lvl1pPr>
              <a:defRPr smtClean="0"/>
            </a:lvl1pPr>
          </a:lstStyle>
          <a:p>
            <a:pPr>
              <a:defRPr/>
            </a:pPr>
            <a:r>
              <a:rPr lang="en-US"/>
              <a:t>Ethical Debates, Econ Theories, Real-World Impacts</a:t>
            </a:r>
            <a:endParaRPr lang="en-US" dirty="0"/>
          </a:p>
        </p:txBody>
      </p:sp>
      <p:sp>
        <p:nvSpPr>
          <p:cNvPr id="8" name="Rectangle 7"/>
          <p:cNvSpPr/>
          <p:nvPr userDrawn="1"/>
        </p:nvSpPr>
        <p:spPr>
          <a:xfrm>
            <a:off x="384048" y="407061"/>
            <a:ext cx="8458200" cy="91169"/>
          </a:xfrm>
          <a:prstGeom prst="rect">
            <a:avLst/>
          </a:prstGeom>
          <a:solidFill>
            <a:schemeClr val="accent1">
              <a:alpha val="69000"/>
            </a:schemeClr>
          </a:solidFill>
          <a:ln w="0"/>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350"/>
          </a:p>
        </p:txBody>
      </p:sp>
      <p:sp>
        <p:nvSpPr>
          <p:cNvPr id="2" name="TextBox 1">
            <a:extLst>
              <a:ext uri="{FF2B5EF4-FFF2-40B4-BE49-F238E27FC236}">
                <a16:creationId xmlns:a16="http://schemas.microsoft.com/office/drawing/2014/main" id="{BE3666E3-A548-80F4-F7A8-7DA31FD7DE07}"/>
              </a:ext>
            </a:extLst>
          </p:cNvPr>
          <p:cNvSpPr txBox="1"/>
          <p:nvPr userDrawn="1"/>
        </p:nvSpPr>
        <p:spPr>
          <a:xfrm>
            <a:off x="512956" y="6601522"/>
            <a:ext cx="184731" cy="477054"/>
          </a:xfrm>
          <a:prstGeom prst="rect">
            <a:avLst/>
          </a:prstGeom>
          <a:noFill/>
        </p:spPr>
        <p:txBody>
          <a:bodyPr wrap="none" rtlCol="0">
            <a:spAutoFit/>
          </a:bodyPr>
          <a:lstStyle/>
          <a:p>
            <a:endParaRPr lang="en-US" dirty="0"/>
          </a:p>
        </p:txBody>
      </p:sp>
    </p:spTree>
  </p:cSld>
  <p:clrMapOvr>
    <a:overrideClrMapping bg1="lt1" tx1="dk1" bg2="lt2" tx2="dk2" accent1="accent1" accent2="accent2" accent3="accent3" accent4="accent4" accent5="accent5" accent6="accent6" hlink="hlink" folHlink="folHlink"/>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Side by Side">
    <p:spTree>
      <p:nvGrpSpPr>
        <p:cNvPr id="1" name=""/>
        <p:cNvGrpSpPr/>
        <p:nvPr/>
      </p:nvGrpSpPr>
      <p:grpSpPr>
        <a:xfrm>
          <a:off x="0" y="0"/>
          <a:ext cx="0" cy="0"/>
          <a:chOff x="0" y="0"/>
          <a:chExt cx="0" cy="0"/>
        </a:xfrm>
      </p:grpSpPr>
      <p:sp>
        <p:nvSpPr>
          <p:cNvPr id="7" name="Rectangle 2"/>
          <p:cNvSpPr>
            <a:spLocks noGrp="1" noChangeArrowheads="1"/>
          </p:cNvSpPr>
          <p:nvPr>
            <p:ph type="title"/>
          </p:nvPr>
        </p:nvSpPr>
        <p:spPr bwMode="gray">
          <a:xfrm>
            <a:off x="452441" y="2"/>
            <a:ext cx="8239125" cy="898525"/>
          </a:xfrm>
          <a:prstGeom prst="rect">
            <a:avLst/>
          </a:prstGeom>
          <a:noFill/>
          <a:ln w="9525">
            <a:noFill/>
            <a:miter lim="800000"/>
            <a:headEnd/>
            <a:tailEnd/>
          </a:ln>
        </p:spPr>
        <p:txBody>
          <a:bodyPr vert="horz" wrap="square" lIns="0" tIns="0" rIns="0" bIns="0" numCol="1" anchor="b" anchorCtr="0" compatLnSpc="1">
            <a:prstTxWarp prst="textNoShape">
              <a:avLst/>
            </a:prstTxWarp>
          </a:bodyPr>
          <a:lstStyle>
            <a:lvl1pPr algn="l">
              <a:defRPr sz="1650"/>
            </a:lvl1pPr>
          </a:lstStyle>
          <a:p>
            <a:pPr lvl="0"/>
            <a:r>
              <a:rPr lang="en-US"/>
              <a:t>Click to edit Master title style</a:t>
            </a:r>
            <a:endParaRPr lang="en-US" dirty="0"/>
          </a:p>
        </p:txBody>
      </p:sp>
      <p:sp>
        <p:nvSpPr>
          <p:cNvPr id="9" name="Content Placeholder 10"/>
          <p:cNvSpPr>
            <a:spLocks noGrp="1"/>
          </p:cNvSpPr>
          <p:nvPr>
            <p:ph sz="quarter" idx="16"/>
          </p:nvPr>
        </p:nvSpPr>
        <p:spPr>
          <a:xfrm>
            <a:off x="381000" y="1417320"/>
            <a:ext cx="4114800" cy="4572000"/>
          </a:xfrm>
          <a:prstGeom prst="rect">
            <a:avLst/>
          </a:prstGeom>
        </p:spPr>
        <p:txBody>
          <a:bodyPr/>
          <a:lstStyle>
            <a:lvl1pPr marL="171450" marR="0" indent="-171450" algn="l" defTabSz="685800" rtl="0" eaLnBrk="1" fontAlgn="auto" latinLnBrk="0" hangingPunct="1">
              <a:lnSpc>
                <a:spcPct val="100000"/>
              </a:lnSpc>
              <a:spcBef>
                <a:spcPct val="20000"/>
              </a:spcBef>
              <a:spcAft>
                <a:spcPts val="0"/>
              </a:spcAft>
              <a:buClr>
                <a:schemeClr val="accent1"/>
              </a:buClr>
              <a:buSzPct val="60000"/>
              <a:buFont typeface="Wingdings 2" pitchFamily="18" charset="2"/>
              <a:buChar char=""/>
              <a:tabLst/>
              <a:defRPr sz="1200">
                <a:latin typeface="Calibri" charset="0"/>
                <a:ea typeface="Calibri" charset="0"/>
                <a:cs typeface="Calibri" charset="0"/>
              </a:defRPr>
            </a:lvl1pPr>
            <a:lvl2pPr marL="342900" indent="-171450">
              <a:buClr>
                <a:schemeClr val="accent1"/>
              </a:buClr>
              <a:buSzPct val="60000"/>
              <a:buFont typeface="Wingdings" charset="2"/>
              <a:buChar char="Ø"/>
              <a:defRPr lang="en-US" sz="1200" kern="1200" dirty="0" smtClean="0">
                <a:solidFill>
                  <a:schemeClr val="tx1"/>
                </a:solidFill>
                <a:latin typeface="Calibri" charset="0"/>
                <a:ea typeface="Calibri" charset="0"/>
                <a:cs typeface="Calibri" charset="0"/>
              </a:defRPr>
            </a:lvl2pPr>
            <a:lvl3pPr marL="514350" indent="-171450">
              <a:buClr>
                <a:schemeClr val="accent1"/>
              </a:buClr>
              <a:buSzPct val="60000"/>
              <a:buFont typeface="Courier New" charset="0"/>
              <a:buChar char="o"/>
              <a:defRPr sz="1200">
                <a:latin typeface="Calibri" charset="0"/>
                <a:ea typeface="Calibri" charset="0"/>
                <a:cs typeface="Calibri" charset="0"/>
              </a:defRPr>
            </a:lvl3pPr>
            <a:lvl4pPr marL="685800" indent="-171450">
              <a:buClr>
                <a:schemeClr val="accent1"/>
              </a:buClr>
              <a:buSzPct val="60000"/>
              <a:buFont typeface="Arial" charset="0"/>
              <a:buChar char="•"/>
              <a:defRPr sz="1200">
                <a:latin typeface="Calibri" charset="0"/>
                <a:ea typeface="Calibri" charset="0"/>
                <a:cs typeface="Calibri" charset="0"/>
              </a:defRPr>
            </a:lvl4pPr>
            <a:lvl5pPr marL="857250">
              <a:buClr>
                <a:schemeClr val="accent1"/>
              </a:buClr>
              <a:buSzPct val="60000"/>
              <a:buFont typeface="Arial" pitchFamily="34" charset="0"/>
              <a:buChar char="–"/>
              <a:defRPr sz="1200">
                <a:latin typeface="Calibri" charset="0"/>
                <a:ea typeface="Calibri" charset="0"/>
                <a:cs typeface="Calibri" charset="0"/>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0" name="Content Placeholder 10"/>
          <p:cNvSpPr>
            <a:spLocks noGrp="1"/>
          </p:cNvSpPr>
          <p:nvPr>
            <p:ph sz="quarter" idx="17"/>
          </p:nvPr>
        </p:nvSpPr>
        <p:spPr>
          <a:xfrm>
            <a:off x="4648200" y="1417320"/>
            <a:ext cx="4114800" cy="4572000"/>
          </a:xfrm>
          <a:prstGeom prst="rect">
            <a:avLst/>
          </a:prstGeom>
        </p:spPr>
        <p:txBody>
          <a:bodyPr/>
          <a:lstStyle>
            <a:lvl1pPr marL="171450" marR="0" indent="-171450" algn="l" defTabSz="685800" rtl="0" eaLnBrk="1" fontAlgn="auto" latinLnBrk="0" hangingPunct="1">
              <a:lnSpc>
                <a:spcPct val="100000"/>
              </a:lnSpc>
              <a:spcBef>
                <a:spcPct val="20000"/>
              </a:spcBef>
              <a:spcAft>
                <a:spcPts val="0"/>
              </a:spcAft>
              <a:buClr>
                <a:schemeClr val="accent1"/>
              </a:buClr>
              <a:buSzPct val="60000"/>
              <a:buFont typeface="Wingdings 2" pitchFamily="18" charset="2"/>
              <a:buChar char=""/>
              <a:tabLst/>
              <a:defRPr sz="1200">
                <a:latin typeface="Calibri" charset="0"/>
                <a:ea typeface="Calibri" charset="0"/>
                <a:cs typeface="Calibri" charset="0"/>
              </a:defRPr>
            </a:lvl1pPr>
            <a:lvl2pPr marL="342900" indent="-171450">
              <a:buClr>
                <a:schemeClr val="accent1"/>
              </a:buClr>
              <a:buSzPct val="60000"/>
              <a:buFont typeface="Wingdings" charset="2"/>
              <a:buChar char="Ø"/>
              <a:defRPr lang="en-US" sz="1200" kern="1200" dirty="0" smtClean="0">
                <a:solidFill>
                  <a:schemeClr val="tx1"/>
                </a:solidFill>
                <a:latin typeface="Calibri" charset="0"/>
                <a:ea typeface="Calibri" charset="0"/>
                <a:cs typeface="Calibri" charset="0"/>
              </a:defRPr>
            </a:lvl2pPr>
            <a:lvl3pPr marL="514350" indent="-171450">
              <a:buClr>
                <a:schemeClr val="accent1"/>
              </a:buClr>
              <a:buSzPct val="60000"/>
              <a:buFont typeface="Courier New" charset="0"/>
              <a:buChar char="o"/>
              <a:defRPr sz="1200">
                <a:latin typeface="Calibri" charset="0"/>
                <a:ea typeface="Calibri" charset="0"/>
                <a:cs typeface="Calibri" charset="0"/>
              </a:defRPr>
            </a:lvl3pPr>
            <a:lvl4pPr marL="685800" indent="-171450">
              <a:buClr>
                <a:schemeClr val="accent1"/>
              </a:buClr>
              <a:buSzPct val="60000"/>
              <a:buFont typeface="Arial" charset="0"/>
              <a:buChar char="•"/>
              <a:defRPr sz="1200">
                <a:latin typeface="Calibri" charset="0"/>
                <a:ea typeface="Calibri" charset="0"/>
                <a:cs typeface="Calibri" charset="0"/>
              </a:defRPr>
            </a:lvl4pPr>
            <a:lvl5pPr marL="857250">
              <a:buClr>
                <a:schemeClr val="accent1"/>
              </a:buClr>
              <a:buSzPct val="60000"/>
              <a:buFont typeface="Arial" pitchFamily="34" charset="0"/>
              <a:buChar char="–"/>
              <a:defRPr sz="1200">
                <a:latin typeface="Calibri" charset="0"/>
                <a:ea typeface="Calibri" charset="0"/>
                <a:cs typeface="Calibri" charset="0"/>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Slide Number Placeholder 9"/>
          <p:cNvSpPr>
            <a:spLocks noGrp="1"/>
          </p:cNvSpPr>
          <p:nvPr>
            <p:ph type="sldNum" sz="quarter" idx="18"/>
          </p:nvPr>
        </p:nvSpPr>
        <p:spPr/>
        <p:txBody>
          <a:bodyPr/>
          <a:lstStyle>
            <a:lvl1pPr>
              <a:defRPr/>
            </a:lvl1pPr>
          </a:lstStyle>
          <a:p>
            <a:fld id="{463EAD6B-1B79-144E-A805-1CA6FF1F03FA}" type="slidenum">
              <a:rPr lang="en-US" altLang="en-US"/>
              <a:pPr/>
              <a:t>‹#›</a:t>
            </a:fld>
            <a:endParaRPr lang="en-US" altLang="en-US" dirty="0"/>
          </a:p>
        </p:txBody>
      </p:sp>
      <p:sp>
        <p:nvSpPr>
          <p:cNvPr id="6" name="Footer Placeholder 12"/>
          <p:cNvSpPr>
            <a:spLocks noGrp="1"/>
          </p:cNvSpPr>
          <p:nvPr>
            <p:ph type="ftr" sz="quarter" idx="19"/>
          </p:nvPr>
        </p:nvSpPr>
        <p:spPr/>
        <p:txBody>
          <a:bodyPr/>
          <a:lstStyle>
            <a:lvl1pPr>
              <a:defRPr/>
            </a:lvl1pPr>
          </a:lstStyle>
          <a:p>
            <a:pPr>
              <a:defRPr/>
            </a:pPr>
            <a:r>
              <a:rPr lang="en-US"/>
              <a:t>Ethical Debates, Econ Theories, Real-World Impacts</a:t>
            </a:r>
          </a:p>
        </p:txBody>
      </p:sp>
      <p:sp>
        <p:nvSpPr>
          <p:cNvPr id="2" name="TextBox 1"/>
          <p:cNvSpPr txBox="1"/>
          <p:nvPr userDrawn="1"/>
        </p:nvSpPr>
        <p:spPr>
          <a:xfrm>
            <a:off x="2061030" y="537029"/>
            <a:ext cx="184731" cy="300082"/>
          </a:xfrm>
          <a:prstGeom prst="rect">
            <a:avLst/>
          </a:prstGeom>
          <a:noFill/>
        </p:spPr>
        <p:txBody>
          <a:bodyPr wrap="none" rtlCol="0">
            <a:spAutoFit/>
          </a:bodyPr>
          <a:lstStyle/>
          <a:p>
            <a:endParaRPr lang="en-US" sz="1350" dirty="0"/>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Two Top / One Bottom">
    <p:spTree>
      <p:nvGrpSpPr>
        <p:cNvPr id="1" name=""/>
        <p:cNvGrpSpPr/>
        <p:nvPr/>
      </p:nvGrpSpPr>
      <p:grpSpPr>
        <a:xfrm>
          <a:off x="0" y="0"/>
          <a:ext cx="0" cy="0"/>
          <a:chOff x="0" y="0"/>
          <a:chExt cx="0" cy="0"/>
        </a:xfrm>
      </p:grpSpPr>
      <p:sp>
        <p:nvSpPr>
          <p:cNvPr id="11" name="Content Placeholder 10"/>
          <p:cNvSpPr>
            <a:spLocks noGrp="1"/>
          </p:cNvSpPr>
          <p:nvPr>
            <p:ph sz="quarter" idx="16"/>
          </p:nvPr>
        </p:nvSpPr>
        <p:spPr>
          <a:xfrm>
            <a:off x="381000" y="1417320"/>
            <a:ext cx="4114800" cy="2286000"/>
          </a:xfrm>
          <a:prstGeom prst="rect">
            <a:avLst/>
          </a:prstGeom>
        </p:spPr>
        <p:txBody>
          <a:bodyPr/>
          <a:lstStyle>
            <a:lvl1pPr marL="171450" indent="-171450">
              <a:buClr>
                <a:schemeClr val="accent1"/>
              </a:buClr>
              <a:buFont typeface="Wingdings 2" pitchFamily="18" charset="2"/>
              <a:buChar char=""/>
              <a:defRPr sz="1200"/>
            </a:lvl1pPr>
            <a:lvl2pPr marL="342900" indent="-171450">
              <a:buClr>
                <a:schemeClr val="accent1"/>
              </a:buClr>
              <a:buFont typeface="Arial" pitchFamily="34" charset="0"/>
              <a:buChar char="•"/>
              <a:defRPr lang="en-US" sz="1200" kern="1200" dirty="0" smtClean="0">
                <a:solidFill>
                  <a:schemeClr val="tx1"/>
                </a:solidFill>
                <a:latin typeface="+mn-lt"/>
                <a:ea typeface="+mn-ea"/>
                <a:cs typeface="Arial" pitchFamily="34" charset="0"/>
              </a:defRPr>
            </a:lvl2pPr>
            <a:lvl3pPr marL="514350">
              <a:buClr>
                <a:schemeClr val="accent1"/>
              </a:buClr>
              <a:buFont typeface="Arial" pitchFamily="34" charset="0"/>
              <a:buChar char="–"/>
              <a:defRPr sz="1200"/>
            </a:lvl3pPr>
            <a:lvl4pPr marL="685800">
              <a:buClr>
                <a:schemeClr val="accent1"/>
              </a:buClr>
              <a:buFont typeface="Arial" pitchFamily="34" charset="0"/>
              <a:buChar char="–"/>
              <a:defRPr sz="1200"/>
            </a:lvl4pPr>
            <a:lvl5pPr marL="857250">
              <a:buClr>
                <a:schemeClr val="accent1"/>
              </a:buClr>
              <a:buFont typeface="Arial" pitchFamily="34" charset="0"/>
              <a:buChar char="–"/>
              <a:defRPr sz="12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2" name="Content Placeholder 10"/>
          <p:cNvSpPr>
            <a:spLocks noGrp="1"/>
          </p:cNvSpPr>
          <p:nvPr>
            <p:ph sz="quarter" idx="17"/>
          </p:nvPr>
        </p:nvSpPr>
        <p:spPr>
          <a:xfrm>
            <a:off x="4648200" y="1417320"/>
            <a:ext cx="4114800" cy="2286000"/>
          </a:xfrm>
          <a:prstGeom prst="rect">
            <a:avLst/>
          </a:prstGeom>
        </p:spPr>
        <p:txBody>
          <a:bodyPr/>
          <a:lstStyle>
            <a:lvl1pPr marL="171450" indent="-171450">
              <a:buClr>
                <a:schemeClr val="accent1"/>
              </a:buClr>
              <a:buFont typeface="Wingdings 2" pitchFamily="18" charset="2"/>
              <a:buChar char=""/>
              <a:defRPr sz="1200"/>
            </a:lvl1pPr>
            <a:lvl2pPr marL="342900" indent="-171450">
              <a:buClr>
                <a:schemeClr val="accent1"/>
              </a:buClr>
              <a:buFont typeface="Arial" pitchFamily="34" charset="0"/>
              <a:buChar char="•"/>
              <a:defRPr lang="en-US" sz="1200" kern="1200" dirty="0" smtClean="0">
                <a:solidFill>
                  <a:schemeClr val="tx1"/>
                </a:solidFill>
                <a:latin typeface="+mn-lt"/>
                <a:ea typeface="+mn-ea"/>
                <a:cs typeface="Arial" pitchFamily="34" charset="0"/>
              </a:defRPr>
            </a:lvl2pPr>
            <a:lvl3pPr marL="514350">
              <a:buClr>
                <a:schemeClr val="accent1"/>
              </a:buClr>
              <a:buFont typeface="Arial" pitchFamily="34" charset="0"/>
              <a:buChar char="–"/>
              <a:defRPr sz="1200"/>
            </a:lvl3pPr>
            <a:lvl4pPr marL="685800">
              <a:buClr>
                <a:schemeClr val="accent1"/>
              </a:buClr>
              <a:buFont typeface="Arial" pitchFamily="34" charset="0"/>
              <a:buChar char="–"/>
              <a:defRPr sz="1200"/>
            </a:lvl4pPr>
            <a:lvl5pPr marL="857250">
              <a:buClr>
                <a:schemeClr val="accent1"/>
              </a:buClr>
              <a:buFont typeface="Arial" pitchFamily="34" charset="0"/>
              <a:buChar char="–"/>
              <a:defRPr sz="12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3" name="Content Placeholder 10"/>
          <p:cNvSpPr>
            <a:spLocks noGrp="1"/>
          </p:cNvSpPr>
          <p:nvPr>
            <p:ph sz="quarter" idx="18"/>
          </p:nvPr>
        </p:nvSpPr>
        <p:spPr>
          <a:xfrm>
            <a:off x="381000" y="3886200"/>
            <a:ext cx="8382000" cy="2286000"/>
          </a:xfrm>
          <a:prstGeom prst="rect">
            <a:avLst/>
          </a:prstGeom>
        </p:spPr>
        <p:txBody>
          <a:bodyPr/>
          <a:lstStyle>
            <a:lvl1pPr marL="171450" indent="-171450">
              <a:buClr>
                <a:schemeClr val="accent1"/>
              </a:buClr>
              <a:buFont typeface="Wingdings 2" pitchFamily="18" charset="2"/>
              <a:buChar char=""/>
              <a:defRPr sz="1200"/>
            </a:lvl1pPr>
            <a:lvl2pPr marL="342900" indent="-171450">
              <a:buClr>
                <a:schemeClr val="accent1"/>
              </a:buClr>
              <a:buFont typeface="Arial" pitchFamily="34" charset="0"/>
              <a:buChar char="•"/>
              <a:defRPr lang="en-US" sz="1200" kern="1200" dirty="0" smtClean="0">
                <a:solidFill>
                  <a:schemeClr val="tx1"/>
                </a:solidFill>
                <a:latin typeface="+mn-lt"/>
                <a:ea typeface="+mn-ea"/>
                <a:cs typeface="Arial" pitchFamily="34" charset="0"/>
              </a:defRPr>
            </a:lvl2pPr>
            <a:lvl3pPr marL="514350">
              <a:buClr>
                <a:schemeClr val="accent1"/>
              </a:buClr>
              <a:buFont typeface="Arial" pitchFamily="34" charset="0"/>
              <a:buChar char="–"/>
              <a:defRPr sz="1200"/>
            </a:lvl3pPr>
            <a:lvl4pPr marL="685800">
              <a:buClr>
                <a:schemeClr val="accent1"/>
              </a:buClr>
              <a:buFont typeface="Arial" pitchFamily="34" charset="0"/>
              <a:buChar char="–"/>
              <a:defRPr sz="1200"/>
            </a:lvl4pPr>
            <a:lvl5pPr marL="857250">
              <a:buClr>
                <a:schemeClr val="accent1"/>
              </a:buClr>
              <a:buFont typeface="Arial" pitchFamily="34" charset="0"/>
              <a:buChar char="–"/>
              <a:defRPr sz="12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Rectangle 2"/>
          <p:cNvSpPr>
            <a:spLocks noGrp="1" noChangeArrowheads="1"/>
          </p:cNvSpPr>
          <p:nvPr>
            <p:ph type="title"/>
          </p:nvPr>
        </p:nvSpPr>
        <p:spPr bwMode="gray">
          <a:xfrm>
            <a:off x="452441" y="2"/>
            <a:ext cx="8239125" cy="898525"/>
          </a:xfrm>
          <a:prstGeom prst="rect">
            <a:avLst/>
          </a:prstGeom>
          <a:noFill/>
          <a:ln w="9525">
            <a:noFill/>
            <a:miter lim="800000"/>
            <a:headEnd/>
            <a:tailEnd/>
          </a:ln>
        </p:spPr>
        <p:txBody>
          <a:bodyPr vert="horz" wrap="square" lIns="0" tIns="0" rIns="0" bIns="0" numCol="1" anchor="b" anchorCtr="0" compatLnSpc="1">
            <a:prstTxWarp prst="textNoShape">
              <a:avLst/>
            </a:prstTxWarp>
          </a:bodyPr>
          <a:lstStyle>
            <a:lvl1pPr algn="l">
              <a:defRPr sz="1650"/>
            </a:lvl1pPr>
          </a:lstStyle>
          <a:p>
            <a:pPr lvl="0"/>
            <a:r>
              <a:rPr lang="en-US"/>
              <a:t>Click to edit Master title style</a:t>
            </a:r>
            <a:endParaRPr lang="en-US" dirty="0"/>
          </a:p>
        </p:txBody>
      </p:sp>
      <p:sp>
        <p:nvSpPr>
          <p:cNvPr id="6" name="Slide Number Placeholder 9"/>
          <p:cNvSpPr>
            <a:spLocks noGrp="1"/>
          </p:cNvSpPr>
          <p:nvPr>
            <p:ph type="sldNum" sz="quarter" idx="19"/>
          </p:nvPr>
        </p:nvSpPr>
        <p:spPr/>
        <p:txBody>
          <a:bodyPr/>
          <a:lstStyle>
            <a:lvl1pPr>
              <a:defRPr/>
            </a:lvl1pPr>
          </a:lstStyle>
          <a:p>
            <a:fld id="{DBDD9035-58B9-F243-8D2E-5AB7C4167337}" type="slidenum">
              <a:rPr lang="en-US" altLang="en-US"/>
              <a:pPr/>
              <a:t>‹#›</a:t>
            </a:fld>
            <a:endParaRPr lang="en-US" altLang="en-US" dirty="0"/>
          </a:p>
        </p:txBody>
      </p:sp>
      <p:sp>
        <p:nvSpPr>
          <p:cNvPr id="8" name="Footer Placeholder 12"/>
          <p:cNvSpPr>
            <a:spLocks noGrp="1"/>
          </p:cNvSpPr>
          <p:nvPr>
            <p:ph type="ftr" sz="quarter" idx="20"/>
          </p:nvPr>
        </p:nvSpPr>
        <p:spPr/>
        <p:txBody>
          <a:bodyPr/>
          <a:lstStyle>
            <a:lvl1pPr>
              <a:defRPr/>
            </a:lvl1pPr>
          </a:lstStyle>
          <a:p>
            <a:pPr>
              <a:defRPr/>
            </a:pPr>
            <a:r>
              <a:rPr lang="en-US"/>
              <a:t>Ethical Debates, Econ Theories, Real-World Impacts</a:t>
            </a: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Two Left / One Right">
    <p:spTree>
      <p:nvGrpSpPr>
        <p:cNvPr id="1" name=""/>
        <p:cNvGrpSpPr/>
        <p:nvPr/>
      </p:nvGrpSpPr>
      <p:grpSpPr>
        <a:xfrm>
          <a:off x="0" y="0"/>
          <a:ext cx="0" cy="0"/>
          <a:chOff x="0" y="0"/>
          <a:chExt cx="0" cy="0"/>
        </a:xfrm>
      </p:grpSpPr>
      <p:sp>
        <p:nvSpPr>
          <p:cNvPr id="11" name="Content Placeholder 10"/>
          <p:cNvSpPr>
            <a:spLocks noGrp="1"/>
          </p:cNvSpPr>
          <p:nvPr>
            <p:ph sz="quarter" idx="17"/>
          </p:nvPr>
        </p:nvSpPr>
        <p:spPr>
          <a:xfrm>
            <a:off x="4648200" y="1417320"/>
            <a:ext cx="4114800" cy="4800600"/>
          </a:xfrm>
          <a:prstGeom prst="rect">
            <a:avLst/>
          </a:prstGeom>
        </p:spPr>
        <p:txBody>
          <a:bodyPr/>
          <a:lstStyle>
            <a:lvl1pPr marL="171450" indent="-171450">
              <a:buClr>
                <a:schemeClr val="accent1"/>
              </a:buClr>
              <a:buFont typeface="Wingdings 2" pitchFamily="18" charset="2"/>
              <a:buChar char=""/>
              <a:defRPr sz="1200"/>
            </a:lvl1pPr>
            <a:lvl2pPr marL="342900" indent="-171450">
              <a:buClr>
                <a:schemeClr val="accent1"/>
              </a:buClr>
              <a:buFont typeface="Arial" pitchFamily="34" charset="0"/>
              <a:buChar char="•"/>
              <a:defRPr lang="en-US" sz="1200" kern="1200" dirty="0" smtClean="0">
                <a:solidFill>
                  <a:schemeClr val="tx1"/>
                </a:solidFill>
                <a:latin typeface="+mn-lt"/>
                <a:ea typeface="+mn-ea"/>
                <a:cs typeface="Arial" pitchFamily="34" charset="0"/>
              </a:defRPr>
            </a:lvl2pPr>
            <a:lvl3pPr marL="514350">
              <a:buClr>
                <a:schemeClr val="accent1"/>
              </a:buClr>
              <a:buFont typeface="Arial" pitchFamily="34" charset="0"/>
              <a:buChar char="–"/>
              <a:defRPr sz="1200"/>
            </a:lvl3pPr>
            <a:lvl4pPr marL="685800">
              <a:buClr>
                <a:schemeClr val="accent1"/>
              </a:buClr>
              <a:defRPr sz="1200"/>
            </a:lvl4pPr>
            <a:lvl5pPr marL="857250">
              <a:buClr>
                <a:schemeClr val="accent1"/>
              </a:buClr>
              <a:buFont typeface="Arial" pitchFamily="34" charset="0"/>
              <a:buChar char="–"/>
              <a:defRPr sz="12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3" name="Content Placeholder 12"/>
          <p:cNvSpPr>
            <a:spLocks noGrp="1"/>
          </p:cNvSpPr>
          <p:nvPr>
            <p:ph sz="quarter" idx="18"/>
          </p:nvPr>
        </p:nvSpPr>
        <p:spPr>
          <a:xfrm>
            <a:off x="381000" y="1417320"/>
            <a:ext cx="4114800" cy="2286000"/>
          </a:xfrm>
          <a:prstGeom prst="rect">
            <a:avLst/>
          </a:prstGeom>
        </p:spPr>
        <p:txBody>
          <a:bodyPr/>
          <a:lstStyle>
            <a:lvl1pPr marL="171450" indent="-171450">
              <a:buClr>
                <a:schemeClr val="accent1"/>
              </a:buClr>
              <a:buFont typeface="Wingdings 2" pitchFamily="18" charset="2"/>
              <a:buChar char=""/>
              <a:defRPr sz="1200"/>
            </a:lvl1pPr>
            <a:lvl2pPr marL="342900" indent="-171450">
              <a:buClr>
                <a:schemeClr val="accent1"/>
              </a:buClr>
              <a:buFont typeface="Arial" pitchFamily="34" charset="0"/>
              <a:buChar char="•"/>
              <a:defRPr lang="en-US" sz="1200" kern="1200" dirty="0" smtClean="0">
                <a:solidFill>
                  <a:schemeClr val="tx1"/>
                </a:solidFill>
                <a:latin typeface="+mn-lt"/>
                <a:ea typeface="+mn-ea"/>
                <a:cs typeface="Arial" pitchFamily="34" charset="0"/>
              </a:defRPr>
            </a:lvl2pPr>
            <a:lvl3pPr marL="514350">
              <a:buClr>
                <a:schemeClr val="accent1"/>
              </a:buClr>
              <a:buFont typeface="Arial" pitchFamily="34" charset="0"/>
              <a:buChar char="–"/>
              <a:defRPr sz="1200"/>
            </a:lvl3pPr>
            <a:lvl4pPr marL="685800">
              <a:buClr>
                <a:schemeClr val="accent1"/>
              </a:buClr>
              <a:buFont typeface="Arial" pitchFamily="34" charset="0"/>
              <a:buChar char="–"/>
              <a:defRPr sz="1200"/>
            </a:lvl4pPr>
            <a:lvl5pPr marL="857250">
              <a:buClr>
                <a:schemeClr val="accent1"/>
              </a:buClr>
              <a:buFont typeface="Arial" pitchFamily="34" charset="0"/>
              <a:buChar char="–"/>
              <a:defRPr sz="12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4" name="Content Placeholder 12"/>
          <p:cNvSpPr>
            <a:spLocks noGrp="1"/>
          </p:cNvSpPr>
          <p:nvPr>
            <p:ph sz="quarter" idx="19"/>
          </p:nvPr>
        </p:nvSpPr>
        <p:spPr>
          <a:xfrm>
            <a:off x="381000" y="3931920"/>
            <a:ext cx="4114800" cy="2286000"/>
          </a:xfrm>
          <a:prstGeom prst="rect">
            <a:avLst/>
          </a:prstGeom>
        </p:spPr>
        <p:txBody>
          <a:bodyPr/>
          <a:lstStyle>
            <a:lvl1pPr marL="171450" indent="-171450">
              <a:buClr>
                <a:schemeClr val="accent1"/>
              </a:buClr>
              <a:buFont typeface="Wingdings 2" pitchFamily="18" charset="2"/>
              <a:buChar char=""/>
              <a:defRPr sz="1200"/>
            </a:lvl1pPr>
            <a:lvl2pPr marL="342900" indent="-171450">
              <a:buClr>
                <a:schemeClr val="accent1"/>
              </a:buClr>
              <a:buFont typeface="Arial" pitchFamily="34" charset="0"/>
              <a:buChar char="•"/>
              <a:defRPr lang="en-US" sz="1200" kern="1200" dirty="0" smtClean="0">
                <a:solidFill>
                  <a:schemeClr val="tx1"/>
                </a:solidFill>
                <a:latin typeface="+mn-lt"/>
                <a:ea typeface="+mn-ea"/>
                <a:cs typeface="Arial" pitchFamily="34" charset="0"/>
              </a:defRPr>
            </a:lvl2pPr>
            <a:lvl3pPr marL="514350">
              <a:buClr>
                <a:schemeClr val="accent1"/>
              </a:buClr>
              <a:buFont typeface="Arial" pitchFamily="34" charset="0"/>
              <a:buChar char="–"/>
              <a:defRPr sz="1200"/>
            </a:lvl3pPr>
            <a:lvl4pPr marL="685800">
              <a:buClr>
                <a:schemeClr val="accent1"/>
              </a:buClr>
              <a:buFont typeface="Arial" pitchFamily="34" charset="0"/>
              <a:buChar char="–"/>
              <a:defRPr sz="1200"/>
            </a:lvl4pPr>
            <a:lvl5pPr marL="857250">
              <a:buClr>
                <a:schemeClr val="accent1"/>
              </a:buClr>
              <a:buFont typeface="Arial" pitchFamily="34" charset="0"/>
              <a:buChar char="–"/>
              <a:defRPr sz="12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Rectangle 2"/>
          <p:cNvSpPr>
            <a:spLocks noGrp="1" noChangeArrowheads="1"/>
          </p:cNvSpPr>
          <p:nvPr>
            <p:ph type="title"/>
          </p:nvPr>
        </p:nvSpPr>
        <p:spPr bwMode="gray">
          <a:xfrm>
            <a:off x="452441" y="2"/>
            <a:ext cx="8239125" cy="898525"/>
          </a:xfrm>
          <a:prstGeom prst="rect">
            <a:avLst/>
          </a:prstGeom>
          <a:noFill/>
          <a:ln w="9525">
            <a:noFill/>
            <a:miter lim="800000"/>
            <a:headEnd/>
            <a:tailEnd/>
          </a:ln>
        </p:spPr>
        <p:txBody>
          <a:bodyPr vert="horz" wrap="square" lIns="0" tIns="0" rIns="0" bIns="0" numCol="1" anchor="b" anchorCtr="0" compatLnSpc="1">
            <a:prstTxWarp prst="textNoShape">
              <a:avLst/>
            </a:prstTxWarp>
          </a:bodyPr>
          <a:lstStyle>
            <a:lvl1pPr algn="l">
              <a:defRPr sz="1650"/>
            </a:lvl1pPr>
          </a:lstStyle>
          <a:p>
            <a:pPr lvl="0"/>
            <a:r>
              <a:rPr lang="en-US"/>
              <a:t>Click to edit Master title style</a:t>
            </a:r>
            <a:endParaRPr lang="en-US" dirty="0"/>
          </a:p>
        </p:txBody>
      </p:sp>
      <p:sp>
        <p:nvSpPr>
          <p:cNvPr id="6" name="Slide Number Placeholder 9"/>
          <p:cNvSpPr>
            <a:spLocks noGrp="1"/>
          </p:cNvSpPr>
          <p:nvPr>
            <p:ph type="sldNum" sz="quarter" idx="20"/>
          </p:nvPr>
        </p:nvSpPr>
        <p:spPr/>
        <p:txBody>
          <a:bodyPr/>
          <a:lstStyle>
            <a:lvl1pPr>
              <a:defRPr/>
            </a:lvl1pPr>
          </a:lstStyle>
          <a:p>
            <a:fld id="{6C93E8D5-2692-0D44-9EA4-C6015F0C54D7}" type="slidenum">
              <a:rPr lang="en-US" altLang="en-US"/>
              <a:pPr/>
              <a:t>‹#›</a:t>
            </a:fld>
            <a:endParaRPr lang="en-US" altLang="en-US"/>
          </a:p>
        </p:txBody>
      </p:sp>
      <p:sp>
        <p:nvSpPr>
          <p:cNvPr id="8" name="Footer Placeholder 12"/>
          <p:cNvSpPr>
            <a:spLocks noGrp="1"/>
          </p:cNvSpPr>
          <p:nvPr>
            <p:ph type="ftr" sz="quarter" idx="21"/>
          </p:nvPr>
        </p:nvSpPr>
        <p:spPr/>
        <p:txBody>
          <a:bodyPr/>
          <a:lstStyle>
            <a:lvl1pPr>
              <a:defRPr/>
            </a:lvl1pPr>
          </a:lstStyle>
          <a:p>
            <a:pPr>
              <a:defRPr/>
            </a:pPr>
            <a:r>
              <a:rPr lang="en-US"/>
              <a:t>Ethical Debates, Econ Theories, Real-World Impacts</a:t>
            </a: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Title Only">
    <p:spTree>
      <p:nvGrpSpPr>
        <p:cNvPr id="1" name=""/>
        <p:cNvGrpSpPr/>
        <p:nvPr/>
      </p:nvGrpSpPr>
      <p:grpSpPr>
        <a:xfrm>
          <a:off x="0" y="0"/>
          <a:ext cx="0" cy="0"/>
          <a:chOff x="0" y="0"/>
          <a:chExt cx="0" cy="0"/>
        </a:xfrm>
      </p:grpSpPr>
      <p:sp>
        <p:nvSpPr>
          <p:cNvPr id="5" name="Rectangle 2"/>
          <p:cNvSpPr>
            <a:spLocks noGrp="1" noChangeArrowheads="1"/>
          </p:cNvSpPr>
          <p:nvPr>
            <p:ph type="title"/>
          </p:nvPr>
        </p:nvSpPr>
        <p:spPr bwMode="gray">
          <a:xfrm>
            <a:off x="452441" y="2"/>
            <a:ext cx="8239125" cy="898525"/>
          </a:xfrm>
          <a:prstGeom prst="rect">
            <a:avLst/>
          </a:prstGeom>
          <a:noFill/>
          <a:ln w="9525">
            <a:noFill/>
            <a:miter lim="800000"/>
            <a:headEnd/>
            <a:tailEnd/>
          </a:ln>
        </p:spPr>
        <p:txBody>
          <a:bodyPr vert="horz" wrap="square" lIns="0" tIns="0" rIns="0" bIns="0" numCol="1" anchor="b" anchorCtr="0" compatLnSpc="1">
            <a:prstTxWarp prst="textNoShape">
              <a:avLst/>
            </a:prstTxWarp>
          </a:bodyPr>
          <a:lstStyle>
            <a:lvl1pPr algn="l">
              <a:defRPr sz="1650"/>
            </a:lvl1pPr>
          </a:lstStyle>
          <a:p>
            <a:pPr lvl="0"/>
            <a:r>
              <a:rPr lang="en-US"/>
              <a:t>Click to edit Master title style</a:t>
            </a:r>
            <a:endParaRPr lang="en-US" dirty="0"/>
          </a:p>
        </p:txBody>
      </p:sp>
      <p:sp>
        <p:nvSpPr>
          <p:cNvPr id="3" name="Slide Number Placeholder 9"/>
          <p:cNvSpPr>
            <a:spLocks noGrp="1"/>
          </p:cNvSpPr>
          <p:nvPr>
            <p:ph type="sldNum" sz="quarter" idx="10"/>
          </p:nvPr>
        </p:nvSpPr>
        <p:spPr/>
        <p:txBody>
          <a:bodyPr/>
          <a:lstStyle>
            <a:lvl1pPr>
              <a:defRPr/>
            </a:lvl1pPr>
          </a:lstStyle>
          <a:p>
            <a:fld id="{395527EB-3756-C241-BFD3-DBB1E111190F}" type="slidenum">
              <a:rPr lang="en-US" altLang="en-US"/>
              <a:pPr/>
              <a:t>‹#›</a:t>
            </a:fld>
            <a:endParaRPr lang="en-US" altLang="en-US"/>
          </a:p>
        </p:txBody>
      </p:sp>
      <p:sp>
        <p:nvSpPr>
          <p:cNvPr id="4" name="Footer Placeholder 12"/>
          <p:cNvSpPr>
            <a:spLocks noGrp="1"/>
          </p:cNvSpPr>
          <p:nvPr>
            <p:ph type="ftr" sz="quarter" idx="11"/>
          </p:nvPr>
        </p:nvSpPr>
        <p:spPr/>
        <p:txBody>
          <a:bodyPr/>
          <a:lstStyle>
            <a:lvl1pPr>
              <a:defRPr/>
            </a:lvl1pPr>
          </a:lstStyle>
          <a:p>
            <a:pPr>
              <a:defRPr/>
            </a:pPr>
            <a:r>
              <a:rPr lang="en-US"/>
              <a:t>Ethical Debates, Econ Theories, Real-World Impacts</a:t>
            </a: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Side by Side w/Header">
    <p:spTree>
      <p:nvGrpSpPr>
        <p:cNvPr id="1" name=""/>
        <p:cNvGrpSpPr/>
        <p:nvPr/>
      </p:nvGrpSpPr>
      <p:grpSpPr>
        <a:xfrm>
          <a:off x="0" y="0"/>
          <a:ext cx="0" cy="0"/>
          <a:chOff x="0" y="0"/>
          <a:chExt cx="0" cy="0"/>
        </a:xfrm>
      </p:grpSpPr>
      <p:sp>
        <p:nvSpPr>
          <p:cNvPr id="7" name="Text Placeholder 2"/>
          <p:cNvSpPr>
            <a:spLocks noGrp="1"/>
          </p:cNvSpPr>
          <p:nvPr>
            <p:ph type="body" idx="1"/>
          </p:nvPr>
        </p:nvSpPr>
        <p:spPr>
          <a:xfrm>
            <a:off x="379413" y="1371600"/>
            <a:ext cx="4040188" cy="380392"/>
          </a:xfrm>
          <a:prstGeom prst="rect">
            <a:avLst/>
          </a:prstGeom>
          <a:solidFill>
            <a:schemeClr val="accent1"/>
          </a:solidFill>
          <a:ln cmpd="sng">
            <a:solidFill>
              <a:srgbClr val="B01C2E"/>
            </a:solidFill>
            <a:prstDash val="solid"/>
          </a:ln>
        </p:spPr>
        <p:txBody>
          <a:bodyPr lIns="91440" rIns="91440" anchor="ctr"/>
          <a:lstStyle>
            <a:lvl1pPr marL="0" indent="0">
              <a:buNone/>
              <a:defRPr sz="900" b="1">
                <a:solidFill>
                  <a:schemeClr val="bg1"/>
                </a:solidFill>
              </a:defRPr>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Click to edit Master text styles</a:t>
            </a:r>
          </a:p>
        </p:txBody>
      </p:sp>
      <p:sp>
        <p:nvSpPr>
          <p:cNvPr id="8" name="Text Placeholder 2"/>
          <p:cNvSpPr>
            <a:spLocks noGrp="1"/>
          </p:cNvSpPr>
          <p:nvPr>
            <p:ph type="body" idx="19"/>
          </p:nvPr>
        </p:nvSpPr>
        <p:spPr>
          <a:xfrm>
            <a:off x="4724400" y="1371600"/>
            <a:ext cx="4040188" cy="380392"/>
          </a:xfrm>
          <a:prstGeom prst="rect">
            <a:avLst/>
          </a:prstGeom>
          <a:solidFill>
            <a:schemeClr val="accent1"/>
          </a:solidFill>
          <a:ln cmpd="sng">
            <a:solidFill>
              <a:srgbClr val="B01C2E"/>
            </a:solidFill>
            <a:prstDash val="solid"/>
          </a:ln>
        </p:spPr>
        <p:txBody>
          <a:bodyPr lIns="91440" rIns="91440" anchor="ctr"/>
          <a:lstStyle>
            <a:lvl1pPr marL="0" indent="0">
              <a:buNone/>
              <a:defRPr sz="900" b="1">
                <a:solidFill>
                  <a:schemeClr val="bg1"/>
                </a:solidFill>
              </a:defRPr>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Click to edit Master text styles</a:t>
            </a:r>
          </a:p>
        </p:txBody>
      </p:sp>
      <p:sp>
        <p:nvSpPr>
          <p:cNvPr id="11" name="Content Placeholder 10"/>
          <p:cNvSpPr>
            <a:spLocks noGrp="1"/>
          </p:cNvSpPr>
          <p:nvPr>
            <p:ph sz="quarter" idx="20"/>
          </p:nvPr>
        </p:nvSpPr>
        <p:spPr>
          <a:xfrm>
            <a:off x="379412" y="1807534"/>
            <a:ext cx="4041648" cy="4343400"/>
          </a:xfrm>
          <a:prstGeom prst="rect">
            <a:avLst/>
          </a:prstGeom>
          <a:solidFill>
            <a:srgbClr val="FFFFFF"/>
          </a:solidFill>
          <a:ln>
            <a:solidFill>
              <a:srgbClr val="C0C0C0"/>
            </a:solidFill>
          </a:ln>
        </p:spPr>
        <p:txBody>
          <a:bodyPr/>
          <a:lstStyle>
            <a:lvl1pPr marL="171450" indent="-171450">
              <a:spcBef>
                <a:spcPts val="18"/>
              </a:spcBef>
              <a:buClr>
                <a:schemeClr val="accent1"/>
              </a:buClr>
              <a:buFont typeface="Wingdings 2" pitchFamily="18" charset="2"/>
              <a:buChar char=""/>
              <a:defRPr sz="900"/>
            </a:lvl1pPr>
            <a:lvl2pPr marL="342900" indent="-171450">
              <a:buClr>
                <a:schemeClr val="accent1"/>
              </a:buClr>
              <a:buFont typeface="Arial" pitchFamily="34" charset="0"/>
              <a:buChar char="•"/>
              <a:defRPr lang="en-US" sz="900" kern="1200" dirty="0" smtClean="0">
                <a:solidFill>
                  <a:schemeClr val="tx1"/>
                </a:solidFill>
                <a:latin typeface="+mn-lt"/>
                <a:ea typeface="+mn-ea"/>
                <a:cs typeface="Arial" pitchFamily="34" charset="0"/>
              </a:defRPr>
            </a:lvl2pPr>
            <a:lvl3pPr marL="514350">
              <a:buClr>
                <a:schemeClr val="accent1"/>
              </a:buClr>
              <a:buFont typeface="Arial" pitchFamily="34" charset="0"/>
              <a:buChar char="–"/>
              <a:defRPr sz="900"/>
            </a:lvl3pPr>
            <a:lvl4pPr marL="685800">
              <a:buClr>
                <a:schemeClr val="accent1"/>
              </a:buClr>
              <a:buFont typeface="Arial" pitchFamily="34" charset="0"/>
              <a:buChar char="–"/>
              <a:defRPr sz="900"/>
            </a:lvl4pPr>
            <a:lvl5pPr marL="857250">
              <a:buClr>
                <a:schemeClr val="accent1"/>
              </a:buClr>
              <a:buFont typeface="Arial" pitchFamily="34" charset="0"/>
              <a:buChar char="–"/>
              <a:defRPr sz="9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2" name="Content Placeholder 10"/>
          <p:cNvSpPr>
            <a:spLocks noGrp="1"/>
          </p:cNvSpPr>
          <p:nvPr>
            <p:ph sz="quarter" idx="21"/>
          </p:nvPr>
        </p:nvSpPr>
        <p:spPr>
          <a:xfrm>
            <a:off x="4724400" y="1807534"/>
            <a:ext cx="4041648" cy="4343400"/>
          </a:xfrm>
          <a:prstGeom prst="rect">
            <a:avLst/>
          </a:prstGeom>
          <a:solidFill>
            <a:srgbClr val="FFFFFF"/>
          </a:solidFill>
          <a:ln>
            <a:solidFill>
              <a:srgbClr val="C0C0C0"/>
            </a:solidFill>
          </a:ln>
        </p:spPr>
        <p:txBody>
          <a:bodyPr/>
          <a:lstStyle>
            <a:lvl1pPr marL="171450" indent="-171450">
              <a:buClr>
                <a:schemeClr val="accent1"/>
              </a:buClr>
              <a:buFont typeface="Wingdings 2" pitchFamily="18" charset="2"/>
              <a:buChar char=""/>
              <a:defRPr sz="900"/>
            </a:lvl1pPr>
            <a:lvl2pPr marL="342900" indent="-171450">
              <a:buClr>
                <a:schemeClr val="accent1"/>
              </a:buClr>
              <a:buFont typeface="Arial" pitchFamily="34" charset="0"/>
              <a:buChar char="•"/>
              <a:defRPr lang="en-US" sz="900" kern="1200" dirty="0" smtClean="0">
                <a:solidFill>
                  <a:schemeClr val="tx1"/>
                </a:solidFill>
                <a:latin typeface="+mn-lt"/>
                <a:ea typeface="+mn-ea"/>
                <a:cs typeface="Arial" pitchFamily="34" charset="0"/>
              </a:defRPr>
            </a:lvl2pPr>
            <a:lvl3pPr marL="514350">
              <a:buClr>
                <a:schemeClr val="accent1"/>
              </a:buClr>
              <a:buFont typeface="Arial" pitchFamily="34" charset="0"/>
              <a:buChar char="–"/>
              <a:defRPr sz="900"/>
            </a:lvl3pPr>
            <a:lvl4pPr marL="685800">
              <a:buClr>
                <a:schemeClr val="accent1"/>
              </a:buClr>
              <a:buFont typeface="Arial" pitchFamily="34" charset="0"/>
              <a:buChar char="–"/>
              <a:defRPr sz="900"/>
            </a:lvl4pPr>
            <a:lvl5pPr marL="857250">
              <a:buClr>
                <a:schemeClr val="accent1"/>
              </a:buClr>
              <a:buFont typeface="Arial" pitchFamily="34" charset="0"/>
              <a:buChar char="–"/>
              <a:defRPr sz="9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9" name="Rectangle 2"/>
          <p:cNvSpPr>
            <a:spLocks noGrp="1" noChangeArrowheads="1"/>
          </p:cNvSpPr>
          <p:nvPr>
            <p:ph type="title"/>
          </p:nvPr>
        </p:nvSpPr>
        <p:spPr bwMode="gray">
          <a:xfrm>
            <a:off x="452441" y="2"/>
            <a:ext cx="8239125" cy="898525"/>
          </a:xfrm>
          <a:prstGeom prst="rect">
            <a:avLst/>
          </a:prstGeom>
          <a:noFill/>
          <a:ln w="9525">
            <a:noFill/>
            <a:miter lim="800000"/>
            <a:headEnd/>
            <a:tailEnd/>
          </a:ln>
        </p:spPr>
        <p:txBody>
          <a:bodyPr vert="horz" wrap="square" lIns="0" tIns="0" rIns="0" bIns="0" numCol="1" anchor="b" anchorCtr="0" compatLnSpc="1">
            <a:prstTxWarp prst="textNoShape">
              <a:avLst/>
            </a:prstTxWarp>
          </a:bodyPr>
          <a:lstStyle>
            <a:lvl1pPr algn="l">
              <a:defRPr sz="1650"/>
            </a:lvl1pPr>
          </a:lstStyle>
          <a:p>
            <a:pPr lvl="0"/>
            <a:r>
              <a:rPr lang="en-US"/>
              <a:t>Click to edit Master title style</a:t>
            </a:r>
            <a:endParaRPr lang="en-US" dirty="0"/>
          </a:p>
        </p:txBody>
      </p:sp>
      <p:sp>
        <p:nvSpPr>
          <p:cNvPr id="10" name="Slide Number Placeholder 9"/>
          <p:cNvSpPr>
            <a:spLocks noGrp="1"/>
          </p:cNvSpPr>
          <p:nvPr>
            <p:ph type="sldNum" sz="quarter" idx="22"/>
          </p:nvPr>
        </p:nvSpPr>
        <p:spPr/>
        <p:txBody>
          <a:bodyPr/>
          <a:lstStyle>
            <a:lvl1pPr>
              <a:defRPr/>
            </a:lvl1pPr>
          </a:lstStyle>
          <a:p>
            <a:fld id="{856F0A94-AD2E-974D-AF6B-04AF335E854A}" type="slidenum">
              <a:rPr lang="en-US" altLang="en-US"/>
              <a:pPr/>
              <a:t>‹#›</a:t>
            </a:fld>
            <a:endParaRPr lang="en-US" altLang="en-US"/>
          </a:p>
        </p:txBody>
      </p:sp>
      <p:sp>
        <p:nvSpPr>
          <p:cNvPr id="13" name="Footer Placeholder 12"/>
          <p:cNvSpPr>
            <a:spLocks noGrp="1"/>
          </p:cNvSpPr>
          <p:nvPr>
            <p:ph type="ftr" sz="quarter" idx="23"/>
          </p:nvPr>
        </p:nvSpPr>
        <p:spPr/>
        <p:txBody>
          <a:bodyPr/>
          <a:lstStyle>
            <a:lvl1pPr>
              <a:defRPr/>
            </a:lvl1pPr>
          </a:lstStyle>
          <a:p>
            <a:pPr>
              <a:defRPr/>
            </a:pPr>
            <a:r>
              <a:rPr lang="en-US"/>
              <a:t>Ethical Debates, Econ Theories, Real-World Impacts</a:t>
            </a: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Side by Side Arrow Right">
    <p:spTree>
      <p:nvGrpSpPr>
        <p:cNvPr id="1" name=""/>
        <p:cNvGrpSpPr/>
        <p:nvPr/>
      </p:nvGrpSpPr>
      <p:grpSpPr>
        <a:xfrm>
          <a:off x="0" y="0"/>
          <a:ext cx="0" cy="0"/>
          <a:chOff x="0" y="0"/>
          <a:chExt cx="0" cy="0"/>
        </a:xfrm>
      </p:grpSpPr>
      <p:sp>
        <p:nvSpPr>
          <p:cNvPr id="10" name="Right Arrow 9"/>
          <p:cNvSpPr/>
          <p:nvPr userDrawn="1"/>
        </p:nvSpPr>
        <p:spPr bwMode="auto">
          <a:xfrm>
            <a:off x="4038600" y="3046413"/>
            <a:ext cx="990600" cy="1009650"/>
          </a:xfrm>
          <a:prstGeom prst="rightArrow">
            <a:avLst>
              <a:gd name="adj1" fmla="val 50000"/>
              <a:gd name="adj2" fmla="val 62230"/>
            </a:avLst>
          </a:prstGeom>
          <a:gradFill flip="none" rotWithShape="1">
            <a:gsLst>
              <a:gs pos="100000">
                <a:schemeClr val="bg1">
                  <a:lumMod val="65000"/>
                </a:schemeClr>
              </a:gs>
              <a:gs pos="0">
                <a:schemeClr val="bg1">
                  <a:lumMod val="85000"/>
                </a:schemeClr>
              </a:gs>
            </a:gsLst>
            <a:lin ang="0" scaled="1"/>
            <a:tileRect/>
          </a:gradFill>
          <a:ln w="9525" cap="flat" cmpd="sng" algn="ctr">
            <a:noFill/>
            <a:prstDash val="solid"/>
            <a:round/>
            <a:headEnd type="none" w="med" len="med"/>
            <a:tailEnd type="none" w="med" len="med"/>
          </a:ln>
          <a:effectLst/>
        </p:spPr>
        <p:txBody>
          <a:bodyPr/>
          <a:lstStyle/>
          <a:p>
            <a:pPr eaLnBrk="0" hangingPunct="0">
              <a:defRPr/>
            </a:pPr>
            <a:endParaRPr lang="en-US" sz="1350">
              <a:latin typeface="Arial" charset="0"/>
              <a:ea typeface="+mn-ea"/>
            </a:endParaRPr>
          </a:p>
        </p:txBody>
      </p:sp>
      <p:sp>
        <p:nvSpPr>
          <p:cNvPr id="7" name="Text Placeholder 2"/>
          <p:cNvSpPr>
            <a:spLocks noGrp="1"/>
          </p:cNvSpPr>
          <p:nvPr>
            <p:ph type="body" idx="1"/>
          </p:nvPr>
        </p:nvSpPr>
        <p:spPr>
          <a:xfrm>
            <a:off x="379412" y="1371600"/>
            <a:ext cx="3657600" cy="380392"/>
          </a:xfrm>
          <a:prstGeom prst="rect">
            <a:avLst/>
          </a:prstGeom>
          <a:solidFill>
            <a:schemeClr val="accent1"/>
          </a:solidFill>
          <a:ln cmpd="sng">
            <a:solidFill>
              <a:srgbClr val="B01C2E"/>
            </a:solidFill>
            <a:prstDash val="solid"/>
          </a:ln>
        </p:spPr>
        <p:txBody>
          <a:bodyPr lIns="91440" rIns="91440" anchor="ctr"/>
          <a:lstStyle>
            <a:lvl1pPr marL="0" indent="0">
              <a:buNone/>
              <a:defRPr sz="900" b="1">
                <a:solidFill>
                  <a:schemeClr val="bg1"/>
                </a:solidFill>
              </a:defRPr>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Click to edit Master text styles</a:t>
            </a:r>
          </a:p>
        </p:txBody>
      </p:sp>
      <p:sp>
        <p:nvSpPr>
          <p:cNvPr id="8" name="Text Placeholder 2"/>
          <p:cNvSpPr>
            <a:spLocks noGrp="1"/>
          </p:cNvSpPr>
          <p:nvPr>
            <p:ph type="body" idx="19"/>
          </p:nvPr>
        </p:nvSpPr>
        <p:spPr>
          <a:xfrm>
            <a:off x="5029200" y="1371600"/>
            <a:ext cx="3657600" cy="380392"/>
          </a:xfrm>
          <a:prstGeom prst="rect">
            <a:avLst/>
          </a:prstGeom>
          <a:solidFill>
            <a:schemeClr val="accent1"/>
          </a:solidFill>
          <a:ln cmpd="sng">
            <a:solidFill>
              <a:srgbClr val="B01C2E"/>
            </a:solidFill>
            <a:prstDash val="solid"/>
          </a:ln>
        </p:spPr>
        <p:txBody>
          <a:bodyPr lIns="91440" rIns="91440" anchor="ctr"/>
          <a:lstStyle>
            <a:lvl1pPr marL="0" marR="0" indent="0" algn="l" defTabSz="685800" rtl="0" eaLnBrk="1" fontAlgn="auto" latinLnBrk="0" hangingPunct="1">
              <a:lnSpc>
                <a:spcPct val="100000"/>
              </a:lnSpc>
              <a:spcBef>
                <a:spcPct val="20000"/>
              </a:spcBef>
              <a:spcAft>
                <a:spcPts val="0"/>
              </a:spcAft>
              <a:buClrTx/>
              <a:buSzTx/>
              <a:buFont typeface="Arial" pitchFamily="34" charset="0"/>
              <a:buNone/>
              <a:tabLst/>
              <a:defRPr sz="900" b="1">
                <a:solidFill>
                  <a:schemeClr val="bg1"/>
                </a:solidFill>
              </a:defRPr>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Click to edit Master text styles</a:t>
            </a:r>
          </a:p>
        </p:txBody>
      </p:sp>
      <p:sp>
        <p:nvSpPr>
          <p:cNvPr id="12" name="Content Placeholder 10"/>
          <p:cNvSpPr>
            <a:spLocks noGrp="1"/>
          </p:cNvSpPr>
          <p:nvPr>
            <p:ph sz="quarter" idx="20"/>
          </p:nvPr>
        </p:nvSpPr>
        <p:spPr>
          <a:xfrm>
            <a:off x="379412" y="1807534"/>
            <a:ext cx="3657600" cy="4343400"/>
          </a:xfrm>
          <a:prstGeom prst="rect">
            <a:avLst/>
          </a:prstGeom>
          <a:solidFill>
            <a:srgbClr val="FFFFFF"/>
          </a:solidFill>
          <a:ln>
            <a:solidFill>
              <a:srgbClr val="C0C0C0"/>
            </a:solidFill>
          </a:ln>
        </p:spPr>
        <p:txBody>
          <a:bodyPr/>
          <a:lstStyle>
            <a:lvl1pPr marL="171450" indent="-171450">
              <a:spcBef>
                <a:spcPts val="18"/>
              </a:spcBef>
              <a:buClr>
                <a:schemeClr val="accent1"/>
              </a:buClr>
              <a:buFont typeface="Wingdings 2" pitchFamily="18" charset="2"/>
              <a:buChar char=""/>
              <a:defRPr sz="900"/>
            </a:lvl1pPr>
            <a:lvl2pPr marL="342900" indent="-171450">
              <a:buClr>
                <a:schemeClr val="accent1"/>
              </a:buClr>
              <a:buFont typeface="Arial" pitchFamily="34" charset="0"/>
              <a:buChar char="•"/>
              <a:defRPr lang="en-US" sz="900" kern="1200" dirty="0" smtClean="0">
                <a:solidFill>
                  <a:schemeClr val="tx1"/>
                </a:solidFill>
                <a:latin typeface="+mn-lt"/>
                <a:ea typeface="+mn-ea"/>
                <a:cs typeface="Arial" pitchFamily="34" charset="0"/>
              </a:defRPr>
            </a:lvl2pPr>
            <a:lvl3pPr marL="514350">
              <a:buClr>
                <a:schemeClr val="accent1"/>
              </a:buClr>
              <a:buFont typeface="Arial" pitchFamily="34" charset="0"/>
              <a:buChar char="–"/>
              <a:defRPr sz="900"/>
            </a:lvl3pPr>
            <a:lvl4pPr marL="685800">
              <a:buClr>
                <a:schemeClr val="accent1"/>
              </a:buClr>
              <a:buFont typeface="Arial" pitchFamily="34" charset="0"/>
              <a:buChar char="–"/>
              <a:defRPr sz="900"/>
            </a:lvl4pPr>
            <a:lvl5pPr marL="857250">
              <a:buClr>
                <a:schemeClr val="accent1"/>
              </a:buClr>
              <a:buFont typeface="Arial" pitchFamily="34" charset="0"/>
              <a:buChar char="–"/>
              <a:defRPr sz="9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3" name="Content Placeholder 10"/>
          <p:cNvSpPr>
            <a:spLocks noGrp="1"/>
          </p:cNvSpPr>
          <p:nvPr>
            <p:ph sz="quarter" idx="21"/>
          </p:nvPr>
        </p:nvSpPr>
        <p:spPr>
          <a:xfrm>
            <a:off x="5029200" y="1828800"/>
            <a:ext cx="3657600" cy="4343400"/>
          </a:xfrm>
          <a:prstGeom prst="rect">
            <a:avLst/>
          </a:prstGeom>
          <a:solidFill>
            <a:srgbClr val="FFFFFF"/>
          </a:solidFill>
          <a:ln>
            <a:solidFill>
              <a:srgbClr val="C0C0C0"/>
            </a:solidFill>
          </a:ln>
        </p:spPr>
        <p:txBody>
          <a:bodyPr/>
          <a:lstStyle>
            <a:lvl1pPr marL="171450" indent="-171450">
              <a:spcBef>
                <a:spcPts val="18"/>
              </a:spcBef>
              <a:buClr>
                <a:schemeClr val="accent1"/>
              </a:buClr>
              <a:buFont typeface="Wingdings 2" pitchFamily="18" charset="2"/>
              <a:buChar char=""/>
              <a:defRPr sz="900"/>
            </a:lvl1pPr>
            <a:lvl2pPr marL="342900" indent="-171450">
              <a:buClr>
                <a:schemeClr val="accent1"/>
              </a:buClr>
              <a:buFont typeface="Arial" pitchFamily="34" charset="0"/>
              <a:buChar char="•"/>
              <a:defRPr lang="en-US" sz="900" kern="1200" dirty="0" smtClean="0">
                <a:solidFill>
                  <a:schemeClr val="tx1"/>
                </a:solidFill>
                <a:latin typeface="+mn-lt"/>
                <a:ea typeface="+mn-ea"/>
                <a:cs typeface="Arial" pitchFamily="34" charset="0"/>
              </a:defRPr>
            </a:lvl2pPr>
            <a:lvl3pPr marL="514350">
              <a:buClr>
                <a:schemeClr val="accent1"/>
              </a:buClr>
              <a:buFont typeface="Arial" pitchFamily="34" charset="0"/>
              <a:buChar char="–"/>
              <a:defRPr sz="900"/>
            </a:lvl3pPr>
            <a:lvl4pPr marL="685800">
              <a:buClr>
                <a:schemeClr val="accent1"/>
              </a:buClr>
              <a:buFont typeface="Arial" pitchFamily="34" charset="0"/>
              <a:buChar char="–"/>
              <a:defRPr sz="900"/>
            </a:lvl4pPr>
            <a:lvl5pPr marL="857250">
              <a:buClr>
                <a:schemeClr val="accent1"/>
              </a:buClr>
              <a:buFont typeface="Arial" pitchFamily="34" charset="0"/>
              <a:buChar char="–"/>
              <a:defRPr sz="9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9" name="Rectangle 2"/>
          <p:cNvSpPr>
            <a:spLocks noGrp="1" noChangeArrowheads="1"/>
          </p:cNvSpPr>
          <p:nvPr>
            <p:ph type="title"/>
          </p:nvPr>
        </p:nvSpPr>
        <p:spPr bwMode="gray">
          <a:xfrm>
            <a:off x="452441" y="2"/>
            <a:ext cx="8239125" cy="898525"/>
          </a:xfrm>
          <a:prstGeom prst="rect">
            <a:avLst/>
          </a:prstGeom>
          <a:noFill/>
          <a:ln w="9525">
            <a:noFill/>
            <a:miter lim="800000"/>
            <a:headEnd/>
            <a:tailEnd/>
          </a:ln>
        </p:spPr>
        <p:txBody>
          <a:bodyPr vert="horz" wrap="square" lIns="0" tIns="0" rIns="0" bIns="0" numCol="1" anchor="b" anchorCtr="0" compatLnSpc="1">
            <a:prstTxWarp prst="textNoShape">
              <a:avLst/>
            </a:prstTxWarp>
          </a:bodyPr>
          <a:lstStyle>
            <a:lvl1pPr algn="l">
              <a:defRPr sz="1650"/>
            </a:lvl1pPr>
          </a:lstStyle>
          <a:p>
            <a:pPr lvl="0"/>
            <a:r>
              <a:rPr lang="en-US"/>
              <a:t>Click to edit Master title style</a:t>
            </a:r>
            <a:endParaRPr lang="en-US" dirty="0"/>
          </a:p>
        </p:txBody>
      </p:sp>
      <p:sp>
        <p:nvSpPr>
          <p:cNvPr id="11" name="Slide Number Placeholder 2"/>
          <p:cNvSpPr>
            <a:spLocks noGrp="1"/>
          </p:cNvSpPr>
          <p:nvPr>
            <p:ph type="sldNum" sz="quarter" idx="22"/>
          </p:nvPr>
        </p:nvSpPr>
        <p:spPr/>
        <p:txBody>
          <a:bodyPr/>
          <a:lstStyle>
            <a:lvl1pPr>
              <a:defRPr/>
            </a:lvl1pPr>
          </a:lstStyle>
          <a:p>
            <a:fld id="{652385A1-7A9F-1D44-AA51-16856D64E5B5}" type="slidenum">
              <a:rPr lang="en-US" altLang="en-US"/>
              <a:pPr/>
              <a:t>‹#›</a:t>
            </a:fld>
            <a:endParaRPr lang="en-US" altLang="en-US"/>
          </a:p>
        </p:txBody>
      </p:sp>
      <p:sp>
        <p:nvSpPr>
          <p:cNvPr id="14" name="Footer Placeholder 9"/>
          <p:cNvSpPr>
            <a:spLocks noGrp="1"/>
          </p:cNvSpPr>
          <p:nvPr>
            <p:ph type="ftr" sz="quarter" idx="23"/>
          </p:nvPr>
        </p:nvSpPr>
        <p:spPr/>
        <p:txBody>
          <a:bodyPr/>
          <a:lstStyle>
            <a:lvl1pPr>
              <a:defRPr smtClean="0"/>
            </a:lvl1pPr>
          </a:lstStyle>
          <a:p>
            <a:pPr>
              <a:defRPr/>
            </a:pPr>
            <a:r>
              <a:rPr lang="en-US"/>
              <a:t>Ethical Debates, Econ Theories, Real-World Impacts</a:t>
            </a: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Side by Side Double Arrow">
    <p:spTree>
      <p:nvGrpSpPr>
        <p:cNvPr id="1" name=""/>
        <p:cNvGrpSpPr/>
        <p:nvPr/>
      </p:nvGrpSpPr>
      <p:grpSpPr>
        <a:xfrm>
          <a:off x="0" y="0"/>
          <a:ext cx="0" cy="0"/>
          <a:chOff x="0" y="0"/>
          <a:chExt cx="0" cy="0"/>
        </a:xfrm>
      </p:grpSpPr>
      <p:sp>
        <p:nvSpPr>
          <p:cNvPr id="9" name="Right Arrow 8"/>
          <p:cNvSpPr/>
          <p:nvPr userDrawn="1"/>
        </p:nvSpPr>
        <p:spPr bwMode="auto">
          <a:xfrm>
            <a:off x="4019344" y="2692959"/>
            <a:ext cx="994787" cy="1022294"/>
          </a:xfrm>
          <a:prstGeom prst="rightArrow">
            <a:avLst>
              <a:gd name="adj1" fmla="val 50000"/>
              <a:gd name="adj2" fmla="val 62230"/>
            </a:avLst>
          </a:prstGeom>
          <a:gradFill flip="none" rotWithShape="1">
            <a:gsLst>
              <a:gs pos="100000">
                <a:schemeClr val="bg1">
                  <a:lumMod val="65000"/>
                </a:schemeClr>
              </a:gs>
              <a:gs pos="0">
                <a:schemeClr val="bg1">
                  <a:lumMod val="85000"/>
                </a:schemeClr>
              </a:gs>
            </a:gsLst>
            <a:lin ang="0" scaled="1"/>
            <a:tileRect/>
          </a:gradFill>
          <a:ln w="9525" cap="flat" cmpd="sng" algn="ctr">
            <a:noFill/>
            <a:prstDash val="solid"/>
            <a:round/>
            <a:headEnd type="none" w="med" len="med"/>
            <a:tailEnd type="none" w="med" len="med"/>
          </a:ln>
          <a:effectLst/>
          <a:scene3d>
            <a:camera prst="orthographicFront"/>
            <a:lightRig rig="threePt" dir="t"/>
          </a:scene3d>
          <a:sp3d prstMaterial="dkEdge"/>
        </p:spPr>
        <p:txBody>
          <a:bodyPr/>
          <a:lstStyle>
            <a:lvl1pPr eaLnBrk="0" hangingPunct="0">
              <a:defRPr>
                <a:solidFill>
                  <a:schemeClr val="tx1"/>
                </a:solidFill>
                <a:latin typeface="Calibri" pitchFamily="34" charset="0"/>
                <a:cs typeface="Arial" charset="0"/>
              </a:defRPr>
            </a:lvl1pPr>
            <a:lvl2pPr marL="742950" indent="-285750" eaLnBrk="0" hangingPunct="0">
              <a:defRPr>
                <a:solidFill>
                  <a:schemeClr val="tx1"/>
                </a:solidFill>
                <a:latin typeface="Calibri" pitchFamily="34" charset="0"/>
                <a:cs typeface="Arial" charset="0"/>
              </a:defRPr>
            </a:lvl2pPr>
            <a:lvl3pPr marL="1143000" indent="-228600" eaLnBrk="0" hangingPunct="0">
              <a:defRPr>
                <a:solidFill>
                  <a:schemeClr val="tx1"/>
                </a:solidFill>
                <a:latin typeface="Calibri" pitchFamily="34" charset="0"/>
                <a:cs typeface="Arial" charset="0"/>
              </a:defRPr>
            </a:lvl3pPr>
            <a:lvl4pPr marL="1600200" indent="-228600" eaLnBrk="0" hangingPunct="0">
              <a:defRPr>
                <a:solidFill>
                  <a:schemeClr val="tx1"/>
                </a:solidFill>
                <a:latin typeface="Calibri" pitchFamily="34" charset="0"/>
                <a:cs typeface="Arial" charset="0"/>
              </a:defRPr>
            </a:lvl4pPr>
            <a:lvl5pPr marL="2057400" indent="-228600" eaLnBrk="0" hangingPunct="0">
              <a:defRPr>
                <a:solidFill>
                  <a:schemeClr val="tx1"/>
                </a:solidFill>
                <a:latin typeface="Calibri" pitchFamily="34" charset="0"/>
                <a:cs typeface="Arial" charset="0"/>
              </a:defRPr>
            </a:lvl5pPr>
            <a:lvl6pPr marL="2514600" indent="-228600" eaLnBrk="0" fontAlgn="base" hangingPunct="0">
              <a:spcBef>
                <a:spcPct val="0"/>
              </a:spcBef>
              <a:spcAft>
                <a:spcPct val="0"/>
              </a:spcAft>
              <a:defRPr>
                <a:solidFill>
                  <a:schemeClr val="tx1"/>
                </a:solidFill>
                <a:latin typeface="Calibri" pitchFamily="34" charset="0"/>
                <a:cs typeface="Arial" charset="0"/>
              </a:defRPr>
            </a:lvl6pPr>
            <a:lvl7pPr marL="2971800" indent="-228600" eaLnBrk="0" fontAlgn="base" hangingPunct="0">
              <a:spcBef>
                <a:spcPct val="0"/>
              </a:spcBef>
              <a:spcAft>
                <a:spcPct val="0"/>
              </a:spcAft>
              <a:defRPr>
                <a:solidFill>
                  <a:schemeClr val="tx1"/>
                </a:solidFill>
                <a:latin typeface="Calibri" pitchFamily="34" charset="0"/>
                <a:cs typeface="Arial" charset="0"/>
              </a:defRPr>
            </a:lvl7pPr>
            <a:lvl8pPr marL="3429000" indent="-228600" eaLnBrk="0" fontAlgn="base" hangingPunct="0">
              <a:spcBef>
                <a:spcPct val="0"/>
              </a:spcBef>
              <a:spcAft>
                <a:spcPct val="0"/>
              </a:spcAft>
              <a:defRPr>
                <a:solidFill>
                  <a:schemeClr val="tx1"/>
                </a:solidFill>
                <a:latin typeface="Calibri" pitchFamily="34" charset="0"/>
                <a:cs typeface="Arial" charset="0"/>
              </a:defRPr>
            </a:lvl8pPr>
            <a:lvl9pPr marL="3886200" indent="-228600" eaLnBrk="0" fontAlgn="base" hangingPunct="0">
              <a:spcBef>
                <a:spcPct val="0"/>
              </a:spcBef>
              <a:spcAft>
                <a:spcPct val="0"/>
              </a:spcAft>
              <a:defRPr>
                <a:solidFill>
                  <a:schemeClr val="tx1"/>
                </a:solidFill>
                <a:latin typeface="Calibri" pitchFamily="34" charset="0"/>
                <a:cs typeface="Arial" charset="0"/>
              </a:defRPr>
            </a:lvl9pPr>
          </a:lstStyle>
          <a:p>
            <a:pPr>
              <a:defRPr/>
            </a:pPr>
            <a:endParaRPr lang="en-US" sz="1350">
              <a:latin typeface="Arial" charset="0"/>
              <a:ea typeface="+mn-ea"/>
            </a:endParaRPr>
          </a:p>
        </p:txBody>
      </p:sp>
      <p:sp>
        <p:nvSpPr>
          <p:cNvPr id="12" name="Right Arrow 11"/>
          <p:cNvSpPr/>
          <p:nvPr userDrawn="1"/>
        </p:nvSpPr>
        <p:spPr bwMode="auto">
          <a:xfrm rot="10800000">
            <a:off x="4070503" y="3778177"/>
            <a:ext cx="1014887" cy="1022289"/>
          </a:xfrm>
          <a:prstGeom prst="rightArrow">
            <a:avLst>
              <a:gd name="adj1" fmla="val 50000"/>
              <a:gd name="adj2" fmla="val 62230"/>
            </a:avLst>
          </a:prstGeom>
          <a:gradFill flip="none" rotWithShape="1">
            <a:gsLst>
              <a:gs pos="100000">
                <a:schemeClr val="bg1">
                  <a:lumMod val="65000"/>
                </a:schemeClr>
              </a:gs>
              <a:gs pos="0">
                <a:schemeClr val="bg1">
                  <a:lumMod val="85000"/>
                </a:schemeClr>
              </a:gs>
            </a:gsLst>
            <a:lin ang="0" scaled="1"/>
            <a:tileRect/>
          </a:gradFill>
          <a:ln w="9525" cap="flat" cmpd="sng" algn="ctr">
            <a:noFill/>
            <a:prstDash val="solid"/>
            <a:round/>
            <a:headEnd type="none" w="med" len="med"/>
            <a:tailEnd type="none" w="med" len="med"/>
          </a:ln>
          <a:effectLst/>
          <a:scene3d>
            <a:camera prst="orthographicFront"/>
            <a:lightRig rig="threePt" dir="t"/>
          </a:scene3d>
          <a:sp3d prstMaterial="dkEdge"/>
        </p:spPr>
        <p:txBody>
          <a:bodyPr/>
          <a:lstStyle>
            <a:lvl1pPr eaLnBrk="0" hangingPunct="0">
              <a:defRPr>
                <a:solidFill>
                  <a:schemeClr val="tx1"/>
                </a:solidFill>
                <a:latin typeface="Calibri" pitchFamily="34" charset="0"/>
                <a:cs typeface="Arial" charset="0"/>
              </a:defRPr>
            </a:lvl1pPr>
            <a:lvl2pPr marL="742950" indent="-285750" eaLnBrk="0" hangingPunct="0">
              <a:defRPr>
                <a:solidFill>
                  <a:schemeClr val="tx1"/>
                </a:solidFill>
                <a:latin typeface="Calibri" pitchFamily="34" charset="0"/>
                <a:cs typeface="Arial" charset="0"/>
              </a:defRPr>
            </a:lvl2pPr>
            <a:lvl3pPr marL="1143000" indent="-228600" eaLnBrk="0" hangingPunct="0">
              <a:defRPr>
                <a:solidFill>
                  <a:schemeClr val="tx1"/>
                </a:solidFill>
                <a:latin typeface="Calibri" pitchFamily="34" charset="0"/>
                <a:cs typeface="Arial" charset="0"/>
              </a:defRPr>
            </a:lvl3pPr>
            <a:lvl4pPr marL="1600200" indent="-228600" eaLnBrk="0" hangingPunct="0">
              <a:defRPr>
                <a:solidFill>
                  <a:schemeClr val="tx1"/>
                </a:solidFill>
                <a:latin typeface="Calibri" pitchFamily="34" charset="0"/>
                <a:cs typeface="Arial" charset="0"/>
              </a:defRPr>
            </a:lvl4pPr>
            <a:lvl5pPr marL="2057400" indent="-228600" eaLnBrk="0" hangingPunct="0">
              <a:defRPr>
                <a:solidFill>
                  <a:schemeClr val="tx1"/>
                </a:solidFill>
                <a:latin typeface="Calibri" pitchFamily="34" charset="0"/>
                <a:cs typeface="Arial" charset="0"/>
              </a:defRPr>
            </a:lvl5pPr>
            <a:lvl6pPr marL="2514600" indent="-228600" eaLnBrk="0" fontAlgn="base" hangingPunct="0">
              <a:spcBef>
                <a:spcPct val="0"/>
              </a:spcBef>
              <a:spcAft>
                <a:spcPct val="0"/>
              </a:spcAft>
              <a:defRPr>
                <a:solidFill>
                  <a:schemeClr val="tx1"/>
                </a:solidFill>
                <a:latin typeface="Calibri" pitchFamily="34" charset="0"/>
                <a:cs typeface="Arial" charset="0"/>
              </a:defRPr>
            </a:lvl6pPr>
            <a:lvl7pPr marL="2971800" indent="-228600" eaLnBrk="0" fontAlgn="base" hangingPunct="0">
              <a:spcBef>
                <a:spcPct val="0"/>
              </a:spcBef>
              <a:spcAft>
                <a:spcPct val="0"/>
              </a:spcAft>
              <a:defRPr>
                <a:solidFill>
                  <a:schemeClr val="tx1"/>
                </a:solidFill>
                <a:latin typeface="Calibri" pitchFamily="34" charset="0"/>
                <a:cs typeface="Arial" charset="0"/>
              </a:defRPr>
            </a:lvl7pPr>
            <a:lvl8pPr marL="3429000" indent="-228600" eaLnBrk="0" fontAlgn="base" hangingPunct="0">
              <a:spcBef>
                <a:spcPct val="0"/>
              </a:spcBef>
              <a:spcAft>
                <a:spcPct val="0"/>
              </a:spcAft>
              <a:defRPr>
                <a:solidFill>
                  <a:schemeClr val="tx1"/>
                </a:solidFill>
                <a:latin typeface="Calibri" pitchFamily="34" charset="0"/>
                <a:cs typeface="Arial" charset="0"/>
              </a:defRPr>
            </a:lvl8pPr>
            <a:lvl9pPr marL="3886200" indent="-228600" eaLnBrk="0" fontAlgn="base" hangingPunct="0">
              <a:spcBef>
                <a:spcPct val="0"/>
              </a:spcBef>
              <a:spcAft>
                <a:spcPct val="0"/>
              </a:spcAft>
              <a:defRPr>
                <a:solidFill>
                  <a:schemeClr val="tx1"/>
                </a:solidFill>
                <a:latin typeface="Calibri" pitchFamily="34" charset="0"/>
                <a:cs typeface="Arial" charset="0"/>
              </a:defRPr>
            </a:lvl9pPr>
          </a:lstStyle>
          <a:p>
            <a:pPr>
              <a:defRPr/>
            </a:pPr>
            <a:endParaRPr lang="en-US" sz="1350">
              <a:latin typeface="Arial" charset="0"/>
              <a:ea typeface="+mn-ea"/>
            </a:endParaRPr>
          </a:p>
        </p:txBody>
      </p:sp>
      <p:sp>
        <p:nvSpPr>
          <p:cNvPr id="7" name="Text Placeholder 2"/>
          <p:cNvSpPr>
            <a:spLocks noGrp="1"/>
          </p:cNvSpPr>
          <p:nvPr>
            <p:ph type="body" idx="1"/>
          </p:nvPr>
        </p:nvSpPr>
        <p:spPr>
          <a:xfrm>
            <a:off x="379412" y="1371600"/>
            <a:ext cx="3657600" cy="380392"/>
          </a:xfrm>
          <a:prstGeom prst="rect">
            <a:avLst/>
          </a:prstGeom>
          <a:solidFill>
            <a:schemeClr val="accent1"/>
          </a:solidFill>
          <a:ln cmpd="sng">
            <a:solidFill>
              <a:srgbClr val="B01C2E"/>
            </a:solidFill>
            <a:prstDash val="solid"/>
          </a:ln>
        </p:spPr>
        <p:txBody>
          <a:bodyPr lIns="91440" rIns="91440" anchor="ctr"/>
          <a:lstStyle>
            <a:lvl1pPr marL="0" indent="0">
              <a:buNone/>
              <a:defRPr sz="900" b="1">
                <a:solidFill>
                  <a:schemeClr val="bg1"/>
                </a:solidFill>
              </a:defRPr>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Click to edit Master text styles</a:t>
            </a:r>
          </a:p>
        </p:txBody>
      </p:sp>
      <p:sp>
        <p:nvSpPr>
          <p:cNvPr id="8" name="Text Placeholder 2"/>
          <p:cNvSpPr>
            <a:spLocks noGrp="1"/>
          </p:cNvSpPr>
          <p:nvPr>
            <p:ph type="body" idx="19"/>
          </p:nvPr>
        </p:nvSpPr>
        <p:spPr>
          <a:xfrm>
            <a:off x="5029200" y="1371600"/>
            <a:ext cx="3657600" cy="380392"/>
          </a:xfrm>
          <a:prstGeom prst="rect">
            <a:avLst/>
          </a:prstGeom>
          <a:solidFill>
            <a:schemeClr val="accent1"/>
          </a:solidFill>
          <a:ln cmpd="sng">
            <a:solidFill>
              <a:srgbClr val="B01C2E"/>
            </a:solidFill>
            <a:prstDash val="solid"/>
          </a:ln>
        </p:spPr>
        <p:txBody>
          <a:bodyPr lIns="91440" rIns="91440" anchor="ctr"/>
          <a:lstStyle>
            <a:lvl1pPr marL="0" indent="0">
              <a:buNone/>
              <a:defRPr sz="900" b="1">
                <a:solidFill>
                  <a:schemeClr val="bg1"/>
                </a:solidFill>
              </a:defRPr>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Click to edit Master text styles</a:t>
            </a:r>
          </a:p>
        </p:txBody>
      </p:sp>
      <p:sp>
        <p:nvSpPr>
          <p:cNvPr id="11" name="Content Placeholder 10"/>
          <p:cNvSpPr>
            <a:spLocks noGrp="1"/>
          </p:cNvSpPr>
          <p:nvPr>
            <p:ph sz="quarter" idx="20"/>
          </p:nvPr>
        </p:nvSpPr>
        <p:spPr>
          <a:xfrm>
            <a:off x="379412" y="1807534"/>
            <a:ext cx="3657600" cy="4343400"/>
          </a:xfrm>
          <a:prstGeom prst="rect">
            <a:avLst/>
          </a:prstGeom>
          <a:solidFill>
            <a:srgbClr val="FFFFFF"/>
          </a:solidFill>
          <a:ln>
            <a:solidFill>
              <a:srgbClr val="C0C0C0"/>
            </a:solidFill>
          </a:ln>
        </p:spPr>
        <p:txBody>
          <a:bodyPr/>
          <a:lstStyle>
            <a:lvl1pPr marL="171450" indent="-171450">
              <a:spcBef>
                <a:spcPts val="18"/>
              </a:spcBef>
              <a:buClr>
                <a:schemeClr val="accent1"/>
              </a:buClr>
              <a:buFont typeface="Wingdings 2" pitchFamily="18" charset="2"/>
              <a:buChar char=""/>
              <a:defRPr sz="900"/>
            </a:lvl1pPr>
            <a:lvl2pPr marL="342900" indent="-171450">
              <a:buClr>
                <a:schemeClr val="accent1"/>
              </a:buClr>
              <a:buFont typeface="Arial" pitchFamily="34" charset="0"/>
              <a:buChar char="•"/>
              <a:defRPr lang="en-US" sz="900" kern="1200" dirty="0" smtClean="0">
                <a:solidFill>
                  <a:schemeClr val="tx1"/>
                </a:solidFill>
                <a:latin typeface="+mn-lt"/>
                <a:ea typeface="+mn-ea"/>
                <a:cs typeface="+mn-cs"/>
              </a:defRPr>
            </a:lvl2pPr>
            <a:lvl3pPr marL="514350">
              <a:buClr>
                <a:schemeClr val="accent1"/>
              </a:buClr>
              <a:buFont typeface="Arial" pitchFamily="34" charset="0"/>
              <a:buChar char="–"/>
              <a:defRPr sz="900"/>
            </a:lvl3pPr>
            <a:lvl4pPr marL="685800">
              <a:buClr>
                <a:schemeClr val="accent1"/>
              </a:buClr>
              <a:buFont typeface="Arial" pitchFamily="34" charset="0"/>
              <a:buChar char="–"/>
              <a:defRPr sz="900"/>
            </a:lvl4pPr>
            <a:lvl5pPr marL="857250">
              <a:buClr>
                <a:schemeClr val="accent1"/>
              </a:buClr>
              <a:buFont typeface="Arial" pitchFamily="34" charset="0"/>
              <a:buChar char="–"/>
              <a:defRPr sz="9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4" name="Content Placeholder 10"/>
          <p:cNvSpPr>
            <a:spLocks noGrp="1"/>
          </p:cNvSpPr>
          <p:nvPr>
            <p:ph sz="quarter" idx="21"/>
          </p:nvPr>
        </p:nvSpPr>
        <p:spPr>
          <a:xfrm>
            <a:off x="5029200" y="1807534"/>
            <a:ext cx="3657600" cy="4343400"/>
          </a:xfrm>
          <a:prstGeom prst="rect">
            <a:avLst/>
          </a:prstGeom>
          <a:solidFill>
            <a:srgbClr val="FFFFFF"/>
          </a:solidFill>
          <a:ln>
            <a:solidFill>
              <a:srgbClr val="C0C0C0"/>
            </a:solidFill>
          </a:ln>
        </p:spPr>
        <p:txBody>
          <a:bodyPr/>
          <a:lstStyle>
            <a:lvl1pPr marL="171450" indent="-171450">
              <a:spcBef>
                <a:spcPts val="18"/>
              </a:spcBef>
              <a:buClr>
                <a:schemeClr val="accent1"/>
              </a:buClr>
              <a:buFont typeface="Wingdings 2" pitchFamily="18" charset="2"/>
              <a:buChar char=""/>
              <a:defRPr sz="900"/>
            </a:lvl1pPr>
            <a:lvl2pPr marL="342900" indent="-171450">
              <a:buClr>
                <a:schemeClr val="accent1"/>
              </a:buClr>
              <a:buFont typeface="Arial" pitchFamily="34" charset="0"/>
              <a:buChar char="•"/>
              <a:defRPr lang="en-US" sz="900" kern="1200" dirty="0" smtClean="0">
                <a:solidFill>
                  <a:schemeClr val="tx1"/>
                </a:solidFill>
                <a:latin typeface="+mn-lt"/>
                <a:ea typeface="+mn-ea"/>
                <a:cs typeface="+mn-cs"/>
              </a:defRPr>
            </a:lvl2pPr>
            <a:lvl3pPr marL="514350">
              <a:buClr>
                <a:schemeClr val="accent1"/>
              </a:buClr>
              <a:buFont typeface="Arial" pitchFamily="34" charset="0"/>
              <a:buChar char="–"/>
              <a:defRPr sz="900"/>
            </a:lvl3pPr>
            <a:lvl4pPr marL="685800">
              <a:buClr>
                <a:schemeClr val="accent1"/>
              </a:buClr>
              <a:buFont typeface="Arial" pitchFamily="34" charset="0"/>
              <a:buChar char="–"/>
              <a:defRPr sz="900"/>
            </a:lvl4pPr>
            <a:lvl5pPr marL="857250">
              <a:buClr>
                <a:schemeClr val="accent1"/>
              </a:buClr>
              <a:buFont typeface="Arial" pitchFamily="34" charset="0"/>
              <a:buChar char="–"/>
              <a:defRPr sz="9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0" name="Rectangle 2"/>
          <p:cNvSpPr>
            <a:spLocks noGrp="1" noChangeArrowheads="1"/>
          </p:cNvSpPr>
          <p:nvPr>
            <p:ph type="title"/>
          </p:nvPr>
        </p:nvSpPr>
        <p:spPr bwMode="gray">
          <a:xfrm>
            <a:off x="452441" y="2"/>
            <a:ext cx="8239125" cy="898525"/>
          </a:xfrm>
          <a:prstGeom prst="rect">
            <a:avLst/>
          </a:prstGeom>
          <a:noFill/>
          <a:ln w="9525">
            <a:noFill/>
            <a:miter lim="800000"/>
            <a:headEnd/>
            <a:tailEnd/>
          </a:ln>
        </p:spPr>
        <p:txBody>
          <a:bodyPr vert="horz" wrap="square" lIns="0" tIns="0" rIns="0" bIns="0" numCol="1" anchor="b" anchorCtr="0" compatLnSpc="1">
            <a:prstTxWarp prst="textNoShape">
              <a:avLst/>
            </a:prstTxWarp>
          </a:bodyPr>
          <a:lstStyle>
            <a:lvl1pPr algn="l">
              <a:defRPr sz="1650"/>
            </a:lvl1pPr>
          </a:lstStyle>
          <a:p>
            <a:pPr lvl="0"/>
            <a:r>
              <a:rPr lang="en-US"/>
              <a:t>Click to edit Master title style</a:t>
            </a:r>
            <a:endParaRPr lang="en-US" dirty="0"/>
          </a:p>
        </p:txBody>
      </p:sp>
      <p:sp>
        <p:nvSpPr>
          <p:cNvPr id="13" name="Slide Number Placeholder 2"/>
          <p:cNvSpPr>
            <a:spLocks noGrp="1"/>
          </p:cNvSpPr>
          <p:nvPr>
            <p:ph type="sldNum" sz="quarter" idx="22"/>
          </p:nvPr>
        </p:nvSpPr>
        <p:spPr/>
        <p:txBody>
          <a:bodyPr/>
          <a:lstStyle>
            <a:lvl1pPr>
              <a:defRPr/>
            </a:lvl1pPr>
          </a:lstStyle>
          <a:p>
            <a:fld id="{0A6B8188-A85F-5349-B14D-08361E6A7245}" type="slidenum">
              <a:rPr lang="en-US" altLang="en-US"/>
              <a:pPr/>
              <a:t>‹#›</a:t>
            </a:fld>
            <a:endParaRPr lang="en-US" altLang="en-US"/>
          </a:p>
        </p:txBody>
      </p:sp>
      <p:sp>
        <p:nvSpPr>
          <p:cNvPr id="15" name="Footer Placeholder 14"/>
          <p:cNvSpPr>
            <a:spLocks noGrp="1"/>
          </p:cNvSpPr>
          <p:nvPr>
            <p:ph type="ftr" sz="quarter" idx="23"/>
          </p:nvPr>
        </p:nvSpPr>
        <p:spPr/>
        <p:txBody>
          <a:bodyPr/>
          <a:lstStyle>
            <a:lvl1pPr>
              <a:defRPr smtClean="0"/>
            </a:lvl1pPr>
          </a:lstStyle>
          <a:p>
            <a:pPr>
              <a:defRPr/>
            </a:pPr>
            <a:r>
              <a:rPr lang="en-US"/>
              <a:t>Ethical Debates, Econ Theories, Real-World Impacts</a:t>
            </a: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One Top Arrow to Two Bottom">
    <p:spTree>
      <p:nvGrpSpPr>
        <p:cNvPr id="1" name=""/>
        <p:cNvGrpSpPr/>
        <p:nvPr/>
      </p:nvGrpSpPr>
      <p:grpSpPr>
        <a:xfrm>
          <a:off x="0" y="0"/>
          <a:ext cx="0" cy="0"/>
          <a:chOff x="0" y="0"/>
          <a:chExt cx="0" cy="0"/>
        </a:xfrm>
      </p:grpSpPr>
      <p:sp>
        <p:nvSpPr>
          <p:cNvPr id="10" name="Right Arrow 9"/>
          <p:cNvSpPr/>
          <p:nvPr userDrawn="1"/>
        </p:nvSpPr>
        <p:spPr bwMode="auto">
          <a:xfrm rot="5400000">
            <a:off x="4244941" y="3276599"/>
            <a:ext cx="654118" cy="1022294"/>
          </a:xfrm>
          <a:prstGeom prst="rightArrow">
            <a:avLst>
              <a:gd name="adj1" fmla="val 50000"/>
              <a:gd name="adj2" fmla="val 62230"/>
            </a:avLst>
          </a:prstGeom>
          <a:gradFill flip="none" rotWithShape="1">
            <a:gsLst>
              <a:gs pos="100000">
                <a:schemeClr val="bg1">
                  <a:lumMod val="65000"/>
                </a:schemeClr>
              </a:gs>
              <a:gs pos="0">
                <a:schemeClr val="bg1">
                  <a:lumMod val="85000"/>
                </a:schemeClr>
              </a:gs>
            </a:gsLst>
            <a:lin ang="0" scaled="1"/>
            <a:tileRect/>
          </a:gradFill>
          <a:ln w="9525" cap="flat" cmpd="sng" algn="ctr">
            <a:noFill/>
            <a:prstDash val="solid"/>
            <a:round/>
            <a:headEnd type="none" w="med" len="med"/>
            <a:tailEnd type="none" w="med" len="med"/>
          </a:ln>
          <a:effectLst/>
          <a:scene3d>
            <a:camera prst="orthographicFront"/>
            <a:lightRig rig="threePt" dir="t"/>
          </a:scene3d>
          <a:sp3d prstMaterial="dkEdge"/>
        </p:spPr>
        <p:txBody>
          <a:bodyPr/>
          <a:lstStyle>
            <a:lvl1pPr eaLnBrk="0" hangingPunct="0">
              <a:defRPr>
                <a:solidFill>
                  <a:schemeClr val="tx1"/>
                </a:solidFill>
                <a:latin typeface="Calibri" pitchFamily="34" charset="0"/>
                <a:cs typeface="Arial" charset="0"/>
              </a:defRPr>
            </a:lvl1pPr>
            <a:lvl2pPr marL="742950" indent="-285750" eaLnBrk="0" hangingPunct="0">
              <a:defRPr>
                <a:solidFill>
                  <a:schemeClr val="tx1"/>
                </a:solidFill>
                <a:latin typeface="Calibri" pitchFamily="34" charset="0"/>
                <a:cs typeface="Arial" charset="0"/>
              </a:defRPr>
            </a:lvl2pPr>
            <a:lvl3pPr marL="1143000" indent="-228600" eaLnBrk="0" hangingPunct="0">
              <a:defRPr>
                <a:solidFill>
                  <a:schemeClr val="tx1"/>
                </a:solidFill>
                <a:latin typeface="Calibri" pitchFamily="34" charset="0"/>
                <a:cs typeface="Arial" charset="0"/>
              </a:defRPr>
            </a:lvl3pPr>
            <a:lvl4pPr marL="1600200" indent="-228600" eaLnBrk="0" hangingPunct="0">
              <a:defRPr>
                <a:solidFill>
                  <a:schemeClr val="tx1"/>
                </a:solidFill>
                <a:latin typeface="Calibri" pitchFamily="34" charset="0"/>
                <a:cs typeface="Arial" charset="0"/>
              </a:defRPr>
            </a:lvl4pPr>
            <a:lvl5pPr marL="2057400" indent="-228600" eaLnBrk="0" hangingPunct="0">
              <a:defRPr>
                <a:solidFill>
                  <a:schemeClr val="tx1"/>
                </a:solidFill>
                <a:latin typeface="Calibri" pitchFamily="34" charset="0"/>
                <a:cs typeface="Arial" charset="0"/>
              </a:defRPr>
            </a:lvl5pPr>
            <a:lvl6pPr marL="2514600" indent="-228600" eaLnBrk="0" fontAlgn="base" hangingPunct="0">
              <a:spcBef>
                <a:spcPct val="0"/>
              </a:spcBef>
              <a:spcAft>
                <a:spcPct val="0"/>
              </a:spcAft>
              <a:defRPr>
                <a:solidFill>
                  <a:schemeClr val="tx1"/>
                </a:solidFill>
                <a:latin typeface="Calibri" pitchFamily="34" charset="0"/>
                <a:cs typeface="Arial" charset="0"/>
              </a:defRPr>
            </a:lvl6pPr>
            <a:lvl7pPr marL="2971800" indent="-228600" eaLnBrk="0" fontAlgn="base" hangingPunct="0">
              <a:spcBef>
                <a:spcPct val="0"/>
              </a:spcBef>
              <a:spcAft>
                <a:spcPct val="0"/>
              </a:spcAft>
              <a:defRPr>
                <a:solidFill>
                  <a:schemeClr val="tx1"/>
                </a:solidFill>
                <a:latin typeface="Calibri" pitchFamily="34" charset="0"/>
                <a:cs typeface="Arial" charset="0"/>
              </a:defRPr>
            </a:lvl7pPr>
            <a:lvl8pPr marL="3429000" indent="-228600" eaLnBrk="0" fontAlgn="base" hangingPunct="0">
              <a:spcBef>
                <a:spcPct val="0"/>
              </a:spcBef>
              <a:spcAft>
                <a:spcPct val="0"/>
              </a:spcAft>
              <a:defRPr>
                <a:solidFill>
                  <a:schemeClr val="tx1"/>
                </a:solidFill>
                <a:latin typeface="Calibri" pitchFamily="34" charset="0"/>
                <a:cs typeface="Arial" charset="0"/>
              </a:defRPr>
            </a:lvl8pPr>
            <a:lvl9pPr marL="3886200" indent="-228600" eaLnBrk="0" fontAlgn="base" hangingPunct="0">
              <a:spcBef>
                <a:spcPct val="0"/>
              </a:spcBef>
              <a:spcAft>
                <a:spcPct val="0"/>
              </a:spcAft>
              <a:defRPr>
                <a:solidFill>
                  <a:schemeClr val="tx1"/>
                </a:solidFill>
                <a:latin typeface="Calibri" pitchFamily="34" charset="0"/>
                <a:cs typeface="Arial" charset="0"/>
              </a:defRPr>
            </a:lvl9pPr>
          </a:lstStyle>
          <a:p>
            <a:pPr>
              <a:defRPr/>
            </a:pPr>
            <a:endParaRPr lang="en-US" sz="1350">
              <a:latin typeface="Arial" charset="0"/>
              <a:ea typeface="+mn-ea"/>
            </a:endParaRPr>
          </a:p>
        </p:txBody>
      </p:sp>
      <p:sp>
        <p:nvSpPr>
          <p:cNvPr id="11" name="Content Placeholder 10"/>
          <p:cNvSpPr>
            <a:spLocks noGrp="1"/>
          </p:cNvSpPr>
          <p:nvPr>
            <p:ph sz="quarter" idx="16"/>
          </p:nvPr>
        </p:nvSpPr>
        <p:spPr>
          <a:xfrm>
            <a:off x="457200" y="4479952"/>
            <a:ext cx="3886200" cy="1645920"/>
          </a:xfrm>
          <a:prstGeom prst="rect">
            <a:avLst/>
          </a:prstGeom>
          <a:ln>
            <a:solidFill>
              <a:srgbClr val="C0C0C0"/>
            </a:solidFill>
          </a:ln>
        </p:spPr>
        <p:txBody>
          <a:bodyPr/>
          <a:lstStyle>
            <a:lvl1pPr marL="171450" indent="-171450">
              <a:buClr>
                <a:schemeClr val="accent1"/>
              </a:buClr>
              <a:buFont typeface="Wingdings 2" pitchFamily="18" charset="2"/>
              <a:buChar char=""/>
              <a:defRPr sz="900"/>
            </a:lvl1pPr>
            <a:lvl2pPr marL="342900" indent="-171450">
              <a:buClr>
                <a:schemeClr val="accent1"/>
              </a:buClr>
              <a:buFont typeface="Arial" pitchFamily="34" charset="0"/>
              <a:buChar char="•"/>
              <a:defRPr sz="900"/>
            </a:lvl2pPr>
            <a:lvl3pPr marL="514350">
              <a:buClr>
                <a:schemeClr val="accent1"/>
              </a:buClr>
              <a:buFont typeface="Arial" pitchFamily="34" charset="0"/>
              <a:buChar char="–"/>
              <a:defRPr sz="900"/>
            </a:lvl3pPr>
            <a:lvl4pPr marL="685800">
              <a:buClr>
                <a:schemeClr val="accent1"/>
              </a:buClr>
              <a:buFont typeface="Arial" pitchFamily="34" charset="0"/>
              <a:buChar char="–"/>
              <a:defRPr sz="900"/>
            </a:lvl4pPr>
            <a:lvl5pPr marL="857250">
              <a:buClr>
                <a:schemeClr val="accent1"/>
              </a:buClr>
              <a:buFont typeface="Arial" pitchFamily="34" charset="0"/>
              <a:buChar char="–"/>
              <a:defRPr sz="9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2" name="Content Placeholder 10"/>
          <p:cNvSpPr>
            <a:spLocks noGrp="1"/>
          </p:cNvSpPr>
          <p:nvPr>
            <p:ph sz="quarter" idx="17"/>
          </p:nvPr>
        </p:nvSpPr>
        <p:spPr>
          <a:xfrm>
            <a:off x="4800600" y="4479952"/>
            <a:ext cx="3886200" cy="1645920"/>
          </a:xfrm>
          <a:prstGeom prst="rect">
            <a:avLst/>
          </a:prstGeom>
          <a:ln>
            <a:solidFill>
              <a:srgbClr val="C0C0C0"/>
            </a:solidFill>
          </a:ln>
        </p:spPr>
        <p:txBody>
          <a:bodyPr/>
          <a:lstStyle>
            <a:lvl1pPr marL="171450" indent="-171450">
              <a:buClr>
                <a:schemeClr val="accent1"/>
              </a:buClr>
              <a:buFont typeface="Wingdings 2" pitchFamily="18" charset="2"/>
              <a:buChar char=""/>
              <a:defRPr sz="900"/>
            </a:lvl1pPr>
            <a:lvl2pPr marL="342900" indent="-171450">
              <a:buClr>
                <a:schemeClr val="accent1"/>
              </a:buClr>
              <a:buFont typeface="Arial" pitchFamily="34" charset="0"/>
              <a:buChar char="•"/>
              <a:defRPr sz="900"/>
            </a:lvl2pPr>
            <a:lvl3pPr marL="514350">
              <a:buClr>
                <a:schemeClr val="accent1"/>
              </a:buClr>
              <a:buFont typeface="Arial" pitchFamily="34" charset="0"/>
              <a:buChar char="–"/>
              <a:defRPr sz="900"/>
            </a:lvl3pPr>
            <a:lvl4pPr marL="685800">
              <a:buClr>
                <a:schemeClr val="accent1"/>
              </a:buClr>
              <a:buFont typeface="Arial" pitchFamily="34" charset="0"/>
              <a:buChar char="–"/>
              <a:defRPr sz="900"/>
            </a:lvl4pPr>
            <a:lvl5pPr marL="857250">
              <a:buClr>
                <a:schemeClr val="accent1"/>
              </a:buClr>
              <a:buFont typeface="Arial" pitchFamily="34" charset="0"/>
              <a:buChar char="–"/>
              <a:defRPr sz="9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3" name="Content Placeholder 10"/>
          <p:cNvSpPr>
            <a:spLocks noGrp="1"/>
          </p:cNvSpPr>
          <p:nvPr>
            <p:ph sz="quarter" idx="18"/>
          </p:nvPr>
        </p:nvSpPr>
        <p:spPr>
          <a:xfrm>
            <a:off x="457200" y="1807534"/>
            <a:ext cx="8229600" cy="1645920"/>
          </a:xfrm>
          <a:prstGeom prst="rect">
            <a:avLst/>
          </a:prstGeom>
          <a:solidFill>
            <a:srgbClr val="FFFFFF"/>
          </a:solidFill>
          <a:ln>
            <a:solidFill>
              <a:srgbClr val="C0C0C0"/>
            </a:solidFill>
          </a:ln>
        </p:spPr>
        <p:txBody>
          <a:bodyPr/>
          <a:lstStyle>
            <a:lvl1pPr marL="171450" indent="-171450">
              <a:buClr>
                <a:schemeClr val="accent1"/>
              </a:buClr>
              <a:buFont typeface="Wingdings 2" pitchFamily="18" charset="2"/>
              <a:buChar char=""/>
              <a:defRPr sz="900"/>
            </a:lvl1pPr>
            <a:lvl2pPr marL="342900" indent="-171450">
              <a:buClr>
                <a:schemeClr val="accent1"/>
              </a:buClr>
              <a:buFont typeface="Arial" pitchFamily="34" charset="0"/>
              <a:buChar char="•"/>
              <a:defRPr sz="900"/>
            </a:lvl2pPr>
            <a:lvl3pPr marL="514350">
              <a:buClr>
                <a:schemeClr val="accent1"/>
              </a:buClr>
              <a:buFont typeface="Arial" pitchFamily="34" charset="0"/>
              <a:buChar char="–"/>
              <a:defRPr sz="900"/>
            </a:lvl3pPr>
            <a:lvl4pPr marL="685800">
              <a:buClr>
                <a:schemeClr val="accent1"/>
              </a:buClr>
              <a:buFont typeface="Arial" pitchFamily="34" charset="0"/>
              <a:buChar char="–"/>
              <a:defRPr sz="900"/>
            </a:lvl4pPr>
            <a:lvl5pPr marL="857250">
              <a:buClr>
                <a:schemeClr val="accent1"/>
              </a:buClr>
              <a:buFont typeface="Arial" pitchFamily="34" charset="0"/>
              <a:buChar char="–"/>
              <a:defRPr sz="9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Text Placeholder 2"/>
          <p:cNvSpPr>
            <a:spLocks noGrp="1"/>
          </p:cNvSpPr>
          <p:nvPr>
            <p:ph type="body" idx="13"/>
          </p:nvPr>
        </p:nvSpPr>
        <p:spPr>
          <a:xfrm>
            <a:off x="457200" y="1417320"/>
            <a:ext cx="8229600" cy="380392"/>
          </a:xfrm>
          <a:prstGeom prst="rect">
            <a:avLst/>
          </a:prstGeom>
          <a:solidFill>
            <a:schemeClr val="accent1"/>
          </a:solidFill>
          <a:ln w="6350" cmpd="sng">
            <a:solidFill>
              <a:srgbClr val="C0C0C0"/>
            </a:solidFill>
            <a:prstDash val="solid"/>
          </a:ln>
        </p:spPr>
        <p:txBody>
          <a:bodyPr lIns="91440" rIns="91440" anchor="ctr"/>
          <a:lstStyle>
            <a:lvl1pPr marL="0" indent="0" algn="ctr">
              <a:buNone/>
              <a:defRPr sz="900" b="1">
                <a:solidFill>
                  <a:schemeClr val="bg1"/>
                </a:solidFill>
              </a:defRPr>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Click to edit Master text styles</a:t>
            </a:r>
          </a:p>
        </p:txBody>
      </p:sp>
      <p:sp>
        <p:nvSpPr>
          <p:cNvPr id="8" name="Text Placeholder 2"/>
          <p:cNvSpPr>
            <a:spLocks noGrp="1"/>
          </p:cNvSpPr>
          <p:nvPr>
            <p:ph type="body" idx="19"/>
          </p:nvPr>
        </p:nvSpPr>
        <p:spPr>
          <a:xfrm>
            <a:off x="457200" y="4114800"/>
            <a:ext cx="3886200" cy="380392"/>
          </a:xfrm>
          <a:prstGeom prst="rect">
            <a:avLst/>
          </a:prstGeom>
          <a:solidFill>
            <a:schemeClr val="accent1"/>
          </a:solidFill>
          <a:ln w="6350" cmpd="sng">
            <a:solidFill>
              <a:srgbClr val="C0C0C0"/>
            </a:solidFill>
            <a:prstDash val="solid"/>
          </a:ln>
        </p:spPr>
        <p:txBody>
          <a:bodyPr lIns="91440" rIns="91440" anchor="ctr"/>
          <a:lstStyle>
            <a:lvl1pPr marL="0" indent="0" algn="ctr">
              <a:buNone/>
              <a:defRPr sz="900" b="1">
                <a:solidFill>
                  <a:schemeClr val="bg1"/>
                </a:solidFill>
              </a:defRPr>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Click to edit Master text styles</a:t>
            </a:r>
          </a:p>
        </p:txBody>
      </p:sp>
      <p:sp>
        <p:nvSpPr>
          <p:cNvPr id="9" name="Text Placeholder 2"/>
          <p:cNvSpPr>
            <a:spLocks noGrp="1"/>
          </p:cNvSpPr>
          <p:nvPr>
            <p:ph type="body" idx="20"/>
          </p:nvPr>
        </p:nvSpPr>
        <p:spPr>
          <a:xfrm>
            <a:off x="4800600" y="4114800"/>
            <a:ext cx="3886200" cy="380392"/>
          </a:xfrm>
          <a:prstGeom prst="rect">
            <a:avLst/>
          </a:prstGeom>
          <a:solidFill>
            <a:schemeClr val="accent1"/>
          </a:solidFill>
          <a:ln w="6350" cmpd="sng">
            <a:solidFill>
              <a:srgbClr val="C0C0C0"/>
            </a:solidFill>
            <a:prstDash val="solid"/>
          </a:ln>
        </p:spPr>
        <p:txBody>
          <a:bodyPr lIns="91440" rIns="91440" anchor="ctr"/>
          <a:lstStyle>
            <a:lvl1pPr marL="0" indent="0" algn="ctr">
              <a:buNone/>
              <a:defRPr sz="900" b="1">
                <a:solidFill>
                  <a:schemeClr val="bg1"/>
                </a:solidFill>
              </a:defRPr>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Click to edit Master text styles</a:t>
            </a:r>
          </a:p>
        </p:txBody>
      </p:sp>
      <p:sp>
        <p:nvSpPr>
          <p:cNvPr id="14" name="Rectangle 2"/>
          <p:cNvSpPr>
            <a:spLocks noGrp="1" noChangeArrowheads="1"/>
          </p:cNvSpPr>
          <p:nvPr>
            <p:ph type="title"/>
          </p:nvPr>
        </p:nvSpPr>
        <p:spPr bwMode="gray">
          <a:xfrm>
            <a:off x="452441" y="2"/>
            <a:ext cx="8239125" cy="898525"/>
          </a:xfrm>
          <a:prstGeom prst="rect">
            <a:avLst/>
          </a:prstGeom>
          <a:noFill/>
          <a:ln w="9525">
            <a:noFill/>
            <a:miter lim="800000"/>
            <a:headEnd/>
            <a:tailEnd/>
          </a:ln>
        </p:spPr>
        <p:txBody>
          <a:bodyPr vert="horz" wrap="square" lIns="0" tIns="0" rIns="0" bIns="0" numCol="1" anchor="b" anchorCtr="0" compatLnSpc="1">
            <a:prstTxWarp prst="textNoShape">
              <a:avLst/>
            </a:prstTxWarp>
          </a:bodyPr>
          <a:lstStyle>
            <a:lvl1pPr algn="l">
              <a:defRPr sz="1650"/>
            </a:lvl1pPr>
          </a:lstStyle>
          <a:p>
            <a:pPr lvl="0"/>
            <a:r>
              <a:rPr lang="en-US"/>
              <a:t>Click to edit Master title style</a:t>
            </a:r>
            <a:endParaRPr lang="en-US" dirty="0"/>
          </a:p>
        </p:txBody>
      </p:sp>
      <p:sp>
        <p:nvSpPr>
          <p:cNvPr id="15" name="Slide Number Placeholder 9"/>
          <p:cNvSpPr>
            <a:spLocks noGrp="1"/>
          </p:cNvSpPr>
          <p:nvPr>
            <p:ph type="sldNum" sz="quarter" idx="21"/>
          </p:nvPr>
        </p:nvSpPr>
        <p:spPr/>
        <p:txBody>
          <a:bodyPr/>
          <a:lstStyle>
            <a:lvl1pPr>
              <a:defRPr/>
            </a:lvl1pPr>
          </a:lstStyle>
          <a:p>
            <a:fld id="{7C6F7C23-5FF9-2A4B-BF08-C1294322DB52}" type="slidenum">
              <a:rPr lang="en-US" altLang="en-US"/>
              <a:pPr/>
              <a:t>‹#›</a:t>
            </a:fld>
            <a:endParaRPr lang="en-US" altLang="en-US"/>
          </a:p>
        </p:txBody>
      </p:sp>
      <p:sp>
        <p:nvSpPr>
          <p:cNvPr id="16" name="Footer Placeholder 15"/>
          <p:cNvSpPr>
            <a:spLocks noGrp="1"/>
          </p:cNvSpPr>
          <p:nvPr>
            <p:ph type="ftr" sz="quarter" idx="22"/>
          </p:nvPr>
        </p:nvSpPr>
        <p:spPr/>
        <p:txBody>
          <a:bodyPr/>
          <a:lstStyle>
            <a:lvl1pPr>
              <a:defRPr smtClean="0"/>
            </a:lvl1pPr>
          </a:lstStyle>
          <a:p>
            <a:pPr>
              <a:defRPr/>
            </a:pPr>
            <a:r>
              <a:rPr lang="en-US"/>
              <a:t>Ethical Debates, Econ Theories, Real-World Impacts</a:t>
            </a: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Two Top Arrow to One Bottom">
    <p:spTree>
      <p:nvGrpSpPr>
        <p:cNvPr id="1" name=""/>
        <p:cNvGrpSpPr/>
        <p:nvPr/>
      </p:nvGrpSpPr>
      <p:grpSpPr>
        <a:xfrm>
          <a:off x="0" y="0"/>
          <a:ext cx="0" cy="0"/>
          <a:chOff x="0" y="0"/>
          <a:chExt cx="0" cy="0"/>
        </a:xfrm>
      </p:grpSpPr>
      <p:sp>
        <p:nvSpPr>
          <p:cNvPr id="10" name="Right Arrow 9"/>
          <p:cNvSpPr/>
          <p:nvPr userDrawn="1"/>
        </p:nvSpPr>
        <p:spPr bwMode="auto">
          <a:xfrm rot="5400000">
            <a:off x="4244941" y="3276599"/>
            <a:ext cx="654118" cy="1022294"/>
          </a:xfrm>
          <a:prstGeom prst="rightArrow">
            <a:avLst>
              <a:gd name="adj1" fmla="val 50000"/>
              <a:gd name="adj2" fmla="val 62230"/>
            </a:avLst>
          </a:prstGeom>
          <a:gradFill flip="none" rotWithShape="1">
            <a:gsLst>
              <a:gs pos="100000">
                <a:schemeClr val="bg1">
                  <a:lumMod val="65000"/>
                </a:schemeClr>
              </a:gs>
              <a:gs pos="0">
                <a:schemeClr val="bg1">
                  <a:lumMod val="85000"/>
                </a:schemeClr>
              </a:gs>
            </a:gsLst>
            <a:lin ang="0" scaled="1"/>
            <a:tileRect/>
          </a:gradFill>
          <a:ln w="9525" cap="flat" cmpd="sng" algn="ctr">
            <a:noFill/>
            <a:prstDash val="solid"/>
            <a:round/>
            <a:headEnd type="none" w="med" len="med"/>
            <a:tailEnd type="none" w="med" len="med"/>
          </a:ln>
          <a:effectLst/>
          <a:scene3d>
            <a:camera prst="orthographicFront"/>
            <a:lightRig rig="threePt" dir="t"/>
          </a:scene3d>
          <a:sp3d prstMaterial="dkEdge"/>
        </p:spPr>
        <p:txBody>
          <a:bodyPr/>
          <a:lstStyle>
            <a:lvl1pPr eaLnBrk="0" hangingPunct="0">
              <a:defRPr>
                <a:solidFill>
                  <a:schemeClr val="tx1"/>
                </a:solidFill>
                <a:latin typeface="Calibri" pitchFamily="34" charset="0"/>
                <a:cs typeface="Arial" charset="0"/>
              </a:defRPr>
            </a:lvl1pPr>
            <a:lvl2pPr marL="742950" indent="-285750" eaLnBrk="0" hangingPunct="0">
              <a:defRPr>
                <a:solidFill>
                  <a:schemeClr val="tx1"/>
                </a:solidFill>
                <a:latin typeface="Calibri" pitchFamily="34" charset="0"/>
                <a:cs typeface="Arial" charset="0"/>
              </a:defRPr>
            </a:lvl2pPr>
            <a:lvl3pPr marL="1143000" indent="-228600" eaLnBrk="0" hangingPunct="0">
              <a:defRPr>
                <a:solidFill>
                  <a:schemeClr val="tx1"/>
                </a:solidFill>
                <a:latin typeface="Calibri" pitchFamily="34" charset="0"/>
                <a:cs typeface="Arial" charset="0"/>
              </a:defRPr>
            </a:lvl3pPr>
            <a:lvl4pPr marL="1600200" indent="-228600" eaLnBrk="0" hangingPunct="0">
              <a:defRPr>
                <a:solidFill>
                  <a:schemeClr val="tx1"/>
                </a:solidFill>
                <a:latin typeface="Calibri" pitchFamily="34" charset="0"/>
                <a:cs typeface="Arial" charset="0"/>
              </a:defRPr>
            </a:lvl4pPr>
            <a:lvl5pPr marL="2057400" indent="-228600" eaLnBrk="0" hangingPunct="0">
              <a:defRPr>
                <a:solidFill>
                  <a:schemeClr val="tx1"/>
                </a:solidFill>
                <a:latin typeface="Calibri" pitchFamily="34" charset="0"/>
                <a:cs typeface="Arial" charset="0"/>
              </a:defRPr>
            </a:lvl5pPr>
            <a:lvl6pPr marL="2514600" indent="-228600" eaLnBrk="0" fontAlgn="base" hangingPunct="0">
              <a:spcBef>
                <a:spcPct val="0"/>
              </a:spcBef>
              <a:spcAft>
                <a:spcPct val="0"/>
              </a:spcAft>
              <a:defRPr>
                <a:solidFill>
                  <a:schemeClr val="tx1"/>
                </a:solidFill>
                <a:latin typeface="Calibri" pitchFamily="34" charset="0"/>
                <a:cs typeface="Arial" charset="0"/>
              </a:defRPr>
            </a:lvl6pPr>
            <a:lvl7pPr marL="2971800" indent="-228600" eaLnBrk="0" fontAlgn="base" hangingPunct="0">
              <a:spcBef>
                <a:spcPct val="0"/>
              </a:spcBef>
              <a:spcAft>
                <a:spcPct val="0"/>
              </a:spcAft>
              <a:defRPr>
                <a:solidFill>
                  <a:schemeClr val="tx1"/>
                </a:solidFill>
                <a:latin typeface="Calibri" pitchFamily="34" charset="0"/>
                <a:cs typeface="Arial" charset="0"/>
              </a:defRPr>
            </a:lvl7pPr>
            <a:lvl8pPr marL="3429000" indent="-228600" eaLnBrk="0" fontAlgn="base" hangingPunct="0">
              <a:spcBef>
                <a:spcPct val="0"/>
              </a:spcBef>
              <a:spcAft>
                <a:spcPct val="0"/>
              </a:spcAft>
              <a:defRPr>
                <a:solidFill>
                  <a:schemeClr val="tx1"/>
                </a:solidFill>
                <a:latin typeface="Calibri" pitchFamily="34" charset="0"/>
                <a:cs typeface="Arial" charset="0"/>
              </a:defRPr>
            </a:lvl8pPr>
            <a:lvl9pPr marL="3886200" indent="-228600" eaLnBrk="0" fontAlgn="base" hangingPunct="0">
              <a:spcBef>
                <a:spcPct val="0"/>
              </a:spcBef>
              <a:spcAft>
                <a:spcPct val="0"/>
              </a:spcAft>
              <a:defRPr>
                <a:solidFill>
                  <a:schemeClr val="tx1"/>
                </a:solidFill>
                <a:latin typeface="Calibri" pitchFamily="34" charset="0"/>
                <a:cs typeface="Arial" charset="0"/>
              </a:defRPr>
            </a:lvl9pPr>
          </a:lstStyle>
          <a:p>
            <a:pPr>
              <a:defRPr/>
            </a:pPr>
            <a:endParaRPr lang="en-US" sz="1350">
              <a:latin typeface="Arial" charset="0"/>
              <a:ea typeface="+mn-ea"/>
            </a:endParaRPr>
          </a:p>
        </p:txBody>
      </p:sp>
      <p:sp>
        <p:nvSpPr>
          <p:cNvPr id="11" name="Content Placeholder 10"/>
          <p:cNvSpPr>
            <a:spLocks noGrp="1"/>
          </p:cNvSpPr>
          <p:nvPr>
            <p:ph sz="quarter" idx="16"/>
          </p:nvPr>
        </p:nvSpPr>
        <p:spPr>
          <a:xfrm>
            <a:off x="457200" y="1783080"/>
            <a:ext cx="3886200" cy="1645920"/>
          </a:xfrm>
          <a:prstGeom prst="rect">
            <a:avLst/>
          </a:prstGeom>
          <a:ln>
            <a:solidFill>
              <a:srgbClr val="C0C0C0"/>
            </a:solidFill>
          </a:ln>
        </p:spPr>
        <p:txBody>
          <a:bodyPr/>
          <a:lstStyle>
            <a:lvl1pPr marL="171450" indent="-171450">
              <a:buClr>
                <a:schemeClr val="accent1"/>
              </a:buClr>
              <a:buFont typeface="Wingdings 2" pitchFamily="18" charset="2"/>
              <a:buChar char=""/>
              <a:defRPr sz="900"/>
            </a:lvl1pPr>
            <a:lvl2pPr marL="342900" indent="-171450">
              <a:buClr>
                <a:schemeClr val="accent1"/>
              </a:buClr>
              <a:buFont typeface="Arial" pitchFamily="34" charset="0"/>
              <a:buChar char="•"/>
              <a:defRPr sz="900"/>
            </a:lvl2pPr>
            <a:lvl3pPr marL="514350">
              <a:buClr>
                <a:schemeClr val="accent1"/>
              </a:buClr>
              <a:buFont typeface="Arial" pitchFamily="34" charset="0"/>
              <a:buChar char="–"/>
              <a:defRPr sz="900"/>
            </a:lvl3pPr>
            <a:lvl4pPr marL="685800">
              <a:buClr>
                <a:schemeClr val="accent1"/>
              </a:buClr>
              <a:buFont typeface="Arial" pitchFamily="34" charset="0"/>
              <a:buChar char="–"/>
              <a:defRPr sz="900"/>
            </a:lvl4pPr>
            <a:lvl5pPr marL="857250">
              <a:buClr>
                <a:schemeClr val="accent1"/>
              </a:buClr>
              <a:buFont typeface="Arial" pitchFamily="34" charset="0"/>
              <a:buChar char="–"/>
              <a:defRPr sz="9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2" name="Content Placeholder 10"/>
          <p:cNvSpPr>
            <a:spLocks noGrp="1"/>
          </p:cNvSpPr>
          <p:nvPr>
            <p:ph sz="quarter" idx="17"/>
          </p:nvPr>
        </p:nvSpPr>
        <p:spPr>
          <a:xfrm>
            <a:off x="4800600" y="1783080"/>
            <a:ext cx="3886200" cy="1645920"/>
          </a:xfrm>
          <a:prstGeom prst="rect">
            <a:avLst/>
          </a:prstGeom>
          <a:ln>
            <a:solidFill>
              <a:srgbClr val="C0C0C0"/>
            </a:solidFill>
          </a:ln>
        </p:spPr>
        <p:txBody>
          <a:bodyPr/>
          <a:lstStyle>
            <a:lvl1pPr marL="171450" indent="-171450">
              <a:buClr>
                <a:schemeClr val="accent1"/>
              </a:buClr>
              <a:buFont typeface="Wingdings 2" pitchFamily="18" charset="2"/>
              <a:buChar char=""/>
              <a:defRPr sz="900"/>
            </a:lvl1pPr>
            <a:lvl2pPr marL="342900" indent="-171450">
              <a:buClr>
                <a:schemeClr val="accent1"/>
              </a:buClr>
              <a:buFont typeface="Arial" pitchFamily="34" charset="0"/>
              <a:buChar char="•"/>
              <a:defRPr sz="900"/>
            </a:lvl2pPr>
            <a:lvl3pPr marL="514350">
              <a:buClr>
                <a:schemeClr val="accent1"/>
              </a:buClr>
              <a:buFont typeface="Arial" pitchFamily="34" charset="0"/>
              <a:buChar char="–"/>
              <a:defRPr sz="900"/>
            </a:lvl3pPr>
            <a:lvl4pPr marL="685800">
              <a:buClr>
                <a:schemeClr val="accent1"/>
              </a:buClr>
              <a:buFont typeface="Arial" pitchFamily="34" charset="0"/>
              <a:buChar char="–"/>
              <a:defRPr sz="900"/>
            </a:lvl4pPr>
            <a:lvl5pPr marL="857250">
              <a:buClr>
                <a:schemeClr val="accent1"/>
              </a:buClr>
              <a:buFont typeface="Arial" pitchFamily="34" charset="0"/>
              <a:buChar char="–"/>
              <a:defRPr sz="9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3" name="Content Placeholder 10"/>
          <p:cNvSpPr>
            <a:spLocks noGrp="1"/>
          </p:cNvSpPr>
          <p:nvPr>
            <p:ph sz="quarter" idx="18"/>
          </p:nvPr>
        </p:nvSpPr>
        <p:spPr>
          <a:xfrm>
            <a:off x="457200" y="4505014"/>
            <a:ext cx="8229600" cy="1645920"/>
          </a:xfrm>
          <a:prstGeom prst="rect">
            <a:avLst/>
          </a:prstGeom>
          <a:solidFill>
            <a:srgbClr val="FFFFFF"/>
          </a:solidFill>
          <a:ln>
            <a:solidFill>
              <a:srgbClr val="C0C0C0"/>
            </a:solidFill>
          </a:ln>
        </p:spPr>
        <p:txBody>
          <a:bodyPr/>
          <a:lstStyle>
            <a:lvl1pPr marL="171450" indent="-171450">
              <a:buClr>
                <a:schemeClr val="accent1"/>
              </a:buClr>
              <a:buFont typeface="Wingdings 2" pitchFamily="18" charset="2"/>
              <a:buChar char=""/>
              <a:defRPr sz="900"/>
            </a:lvl1pPr>
            <a:lvl2pPr marL="342900" indent="-171450">
              <a:buClr>
                <a:schemeClr val="accent1"/>
              </a:buClr>
              <a:buFont typeface="Arial" pitchFamily="34" charset="0"/>
              <a:buChar char="•"/>
              <a:defRPr sz="900"/>
            </a:lvl2pPr>
            <a:lvl3pPr marL="514350">
              <a:buClr>
                <a:schemeClr val="accent1"/>
              </a:buClr>
              <a:buFont typeface="Arial" pitchFamily="34" charset="0"/>
              <a:buChar char="–"/>
              <a:defRPr sz="900"/>
            </a:lvl3pPr>
            <a:lvl4pPr marL="685800">
              <a:buClr>
                <a:schemeClr val="accent1"/>
              </a:buClr>
              <a:buFont typeface="Arial" pitchFamily="34" charset="0"/>
              <a:buChar char="–"/>
              <a:defRPr sz="900"/>
            </a:lvl4pPr>
            <a:lvl5pPr marL="857250">
              <a:buClr>
                <a:schemeClr val="accent1"/>
              </a:buClr>
              <a:buFont typeface="Arial" pitchFamily="34" charset="0"/>
              <a:buChar char="–"/>
              <a:defRPr sz="9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Text Placeholder 2"/>
          <p:cNvSpPr>
            <a:spLocks noGrp="1"/>
          </p:cNvSpPr>
          <p:nvPr>
            <p:ph type="body" idx="13"/>
          </p:nvPr>
        </p:nvSpPr>
        <p:spPr>
          <a:xfrm>
            <a:off x="457200" y="4114800"/>
            <a:ext cx="8229600" cy="380392"/>
          </a:xfrm>
          <a:prstGeom prst="rect">
            <a:avLst/>
          </a:prstGeom>
          <a:solidFill>
            <a:schemeClr val="accent1"/>
          </a:solidFill>
          <a:ln w="6350" cmpd="sng">
            <a:solidFill>
              <a:srgbClr val="C0C0C0"/>
            </a:solidFill>
            <a:prstDash val="solid"/>
          </a:ln>
        </p:spPr>
        <p:txBody>
          <a:bodyPr lIns="91440" rIns="91440" anchor="ctr"/>
          <a:lstStyle>
            <a:lvl1pPr marL="0" indent="0" algn="ctr">
              <a:buNone/>
              <a:defRPr sz="900" b="1">
                <a:solidFill>
                  <a:schemeClr val="bg1"/>
                </a:solidFill>
              </a:defRPr>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Click to edit Master text styles</a:t>
            </a:r>
          </a:p>
        </p:txBody>
      </p:sp>
      <p:sp>
        <p:nvSpPr>
          <p:cNvPr id="8" name="Text Placeholder 2"/>
          <p:cNvSpPr>
            <a:spLocks noGrp="1"/>
          </p:cNvSpPr>
          <p:nvPr>
            <p:ph type="body" idx="19"/>
          </p:nvPr>
        </p:nvSpPr>
        <p:spPr>
          <a:xfrm>
            <a:off x="457200" y="1417928"/>
            <a:ext cx="3886200" cy="380392"/>
          </a:xfrm>
          <a:prstGeom prst="rect">
            <a:avLst/>
          </a:prstGeom>
          <a:solidFill>
            <a:schemeClr val="accent1"/>
          </a:solidFill>
          <a:ln w="6350" cmpd="sng">
            <a:solidFill>
              <a:srgbClr val="C0C0C0"/>
            </a:solidFill>
            <a:prstDash val="solid"/>
          </a:ln>
        </p:spPr>
        <p:txBody>
          <a:bodyPr lIns="91440" rIns="91440" anchor="ctr"/>
          <a:lstStyle>
            <a:lvl1pPr marL="0" indent="0" algn="ctr">
              <a:buNone/>
              <a:defRPr sz="900" b="1">
                <a:solidFill>
                  <a:schemeClr val="bg1"/>
                </a:solidFill>
              </a:defRPr>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Click to edit Master text styles</a:t>
            </a:r>
          </a:p>
        </p:txBody>
      </p:sp>
      <p:sp>
        <p:nvSpPr>
          <p:cNvPr id="9" name="Text Placeholder 2"/>
          <p:cNvSpPr>
            <a:spLocks noGrp="1"/>
          </p:cNvSpPr>
          <p:nvPr>
            <p:ph type="body" idx="20"/>
          </p:nvPr>
        </p:nvSpPr>
        <p:spPr>
          <a:xfrm>
            <a:off x="4800600" y="1417928"/>
            <a:ext cx="3886200" cy="380392"/>
          </a:xfrm>
          <a:prstGeom prst="rect">
            <a:avLst/>
          </a:prstGeom>
          <a:solidFill>
            <a:schemeClr val="accent1"/>
          </a:solidFill>
          <a:ln w="6350" cmpd="sng">
            <a:solidFill>
              <a:srgbClr val="C0C0C0"/>
            </a:solidFill>
            <a:prstDash val="solid"/>
          </a:ln>
        </p:spPr>
        <p:txBody>
          <a:bodyPr lIns="91440" rIns="91440" anchor="ctr"/>
          <a:lstStyle>
            <a:lvl1pPr marL="0" indent="0" algn="ctr">
              <a:buNone/>
              <a:defRPr sz="900" b="1">
                <a:solidFill>
                  <a:schemeClr val="bg1"/>
                </a:solidFill>
              </a:defRPr>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Click to edit Master text styles</a:t>
            </a:r>
          </a:p>
        </p:txBody>
      </p:sp>
      <p:sp>
        <p:nvSpPr>
          <p:cNvPr id="14" name="Rectangle 2"/>
          <p:cNvSpPr>
            <a:spLocks noGrp="1" noChangeArrowheads="1"/>
          </p:cNvSpPr>
          <p:nvPr>
            <p:ph type="title"/>
          </p:nvPr>
        </p:nvSpPr>
        <p:spPr bwMode="gray">
          <a:xfrm>
            <a:off x="452441" y="2"/>
            <a:ext cx="8239125" cy="898525"/>
          </a:xfrm>
          <a:prstGeom prst="rect">
            <a:avLst/>
          </a:prstGeom>
          <a:noFill/>
          <a:ln w="9525">
            <a:noFill/>
            <a:miter lim="800000"/>
            <a:headEnd/>
            <a:tailEnd/>
          </a:ln>
        </p:spPr>
        <p:txBody>
          <a:bodyPr vert="horz" wrap="square" lIns="0" tIns="0" rIns="0" bIns="0" numCol="1" anchor="b" anchorCtr="0" compatLnSpc="1">
            <a:prstTxWarp prst="textNoShape">
              <a:avLst/>
            </a:prstTxWarp>
          </a:bodyPr>
          <a:lstStyle>
            <a:lvl1pPr algn="l">
              <a:defRPr sz="1650"/>
            </a:lvl1pPr>
          </a:lstStyle>
          <a:p>
            <a:pPr lvl="0"/>
            <a:r>
              <a:rPr lang="en-US"/>
              <a:t>Click to edit Master title style</a:t>
            </a:r>
            <a:endParaRPr lang="en-US" dirty="0"/>
          </a:p>
        </p:txBody>
      </p:sp>
      <p:sp>
        <p:nvSpPr>
          <p:cNvPr id="15" name="Slide Number Placeholder 9"/>
          <p:cNvSpPr>
            <a:spLocks noGrp="1"/>
          </p:cNvSpPr>
          <p:nvPr>
            <p:ph type="sldNum" sz="quarter" idx="21"/>
          </p:nvPr>
        </p:nvSpPr>
        <p:spPr/>
        <p:txBody>
          <a:bodyPr/>
          <a:lstStyle>
            <a:lvl1pPr>
              <a:defRPr/>
            </a:lvl1pPr>
          </a:lstStyle>
          <a:p>
            <a:fld id="{06494A95-A7E5-E34F-8DB1-F10A4839B0B9}" type="slidenum">
              <a:rPr lang="en-US" altLang="en-US"/>
              <a:pPr/>
              <a:t>‹#›</a:t>
            </a:fld>
            <a:endParaRPr lang="en-US" altLang="en-US"/>
          </a:p>
        </p:txBody>
      </p:sp>
      <p:sp>
        <p:nvSpPr>
          <p:cNvPr id="16" name="Footer Placeholder 15"/>
          <p:cNvSpPr>
            <a:spLocks noGrp="1"/>
          </p:cNvSpPr>
          <p:nvPr>
            <p:ph type="ftr" sz="quarter" idx="22"/>
          </p:nvPr>
        </p:nvSpPr>
        <p:spPr/>
        <p:txBody>
          <a:bodyPr/>
          <a:lstStyle>
            <a:lvl1pPr>
              <a:defRPr smtClean="0"/>
            </a:lvl1pPr>
          </a:lstStyle>
          <a:p>
            <a:pPr>
              <a:defRPr/>
            </a:pPr>
            <a:r>
              <a:rPr lang="en-US"/>
              <a:t>Ethical Debates, Econ Theories, Real-World Impacts</a:t>
            </a: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Text Blocks - Six Palettes">
    <p:spTree>
      <p:nvGrpSpPr>
        <p:cNvPr id="1" name=""/>
        <p:cNvGrpSpPr/>
        <p:nvPr/>
      </p:nvGrpSpPr>
      <p:grpSpPr>
        <a:xfrm>
          <a:off x="0" y="0"/>
          <a:ext cx="0" cy="0"/>
          <a:chOff x="0" y="0"/>
          <a:chExt cx="0" cy="0"/>
        </a:xfrm>
      </p:grpSpPr>
      <p:sp>
        <p:nvSpPr>
          <p:cNvPr id="28" name="Text Placeholder 5"/>
          <p:cNvSpPr>
            <a:spLocks noGrp="1"/>
          </p:cNvSpPr>
          <p:nvPr>
            <p:ph type="body" sz="quarter" idx="30"/>
          </p:nvPr>
        </p:nvSpPr>
        <p:spPr>
          <a:xfrm>
            <a:off x="4643438" y="4627745"/>
            <a:ext cx="3886200" cy="274320"/>
          </a:xfrm>
          <a:prstGeom prst="rect">
            <a:avLst/>
          </a:prstGeom>
          <a:solidFill>
            <a:srgbClr val="B01C2E"/>
          </a:solidFill>
          <a:ln>
            <a:solidFill>
              <a:srgbClr val="B01C2E"/>
            </a:solidFill>
          </a:ln>
        </p:spPr>
        <p:txBody>
          <a:bodyPr/>
          <a:lstStyle>
            <a:lvl1pPr marL="0" marR="0" indent="0" algn="l" defTabSz="685800" rtl="0" eaLnBrk="1" fontAlgn="auto" latinLnBrk="0" hangingPunct="1">
              <a:lnSpc>
                <a:spcPct val="100000"/>
              </a:lnSpc>
              <a:spcBef>
                <a:spcPct val="20000"/>
              </a:spcBef>
              <a:spcAft>
                <a:spcPts val="0"/>
              </a:spcAft>
              <a:buClr>
                <a:srgbClr val="C00000"/>
              </a:buClr>
              <a:buSzTx/>
              <a:buFont typeface="Wingdings" pitchFamily="2" charset="2"/>
              <a:buNone/>
              <a:tabLst/>
              <a:defRPr sz="900" b="1" baseline="0">
                <a:solidFill>
                  <a:schemeClr val="bg1"/>
                </a:solidFill>
              </a:defRPr>
            </a:lvl1pPr>
          </a:lstStyle>
          <a:p>
            <a:pPr lvl="0"/>
            <a:r>
              <a:rPr lang="en-US"/>
              <a:t>Click to edit Master text styles</a:t>
            </a:r>
          </a:p>
        </p:txBody>
      </p:sp>
      <p:sp>
        <p:nvSpPr>
          <p:cNvPr id="25" name="Text Placeholder 5"/>
          <p:cNvSpPr>
            <a:spLocks noGrp="1"/>
          </p:cNvSpPr>
          <p:nvPr>
            <p:ph type="body" sz="quarter" idx="27"/>
          </p:nvPr>
        </p:nvSpPr>
        <p:spPr>
          <a:xfrm>
            <a:off x="376238" y="4627745"/>
            <a:ext cx="3886200" cy="274320"/>
          </a:xfrm>
          <a:prstGeom prst="rect">
            <a:avLst/>
          </a:prstGeom>
          <a:solidFill>
            <a:srgbClr val="B01C2E"/>
          </a:solidFill>
          <a:ln>
            <a:solidFill>
              <a:srgbClr val="B01C2E"/>
            </a:solidFill>
          </a:ln>
        </p:spPr>
        <p:txBody>
          <a:bodyPr/>
          <a:lstStyle>
            <a:lvl1pPr marL="0" marR="0" indent="0" algn="l" defTabSz="685800" rtl="0" eaLnBrk="1" fontAlgn="auto" latinLnBrk="0" hangingPunct="1">
              <a:lnSpc>
                <a:spcPct val="100000"/>
              </a:lnSpc>
              <a:spcBef>
                <a:spcPct val="20000"/>
              </a:spcBef>
              <a:spcAft>
                <a:spcPts val="0"/>
              </a:spcAft>
              <a:buClr>
                <a:srgbClr val="C00000"/>
              </a:buClr>
              <a:buSzTx/>
              <a:buFont typeface="Wingdings" pitchFamily="2" charset="2"/>
              <a:buNone/>
              <a:tabLst/>
              <a:defRPr sz="900" b="1" baseline="0">
                <a:solidFill>
                  <a:schemeClr val="bg1"/>
                </a:solidFill>
              </a:defRPr>
            </a:lvl1pPr>
          </a:lstStyle>
          <a:p>
            <a:pPr lvl="0"/>
            <a:r>
              <a:rPr lang="en-US"/>
              <a:t>Click to edit Master text styles</a:t>
            </a:r>
          </a:p>
        </p:txBody>
      </p:sp>
      <p:sp>
        <p:nvSpPr>
          <p:cNvPr id="24" name="Text Placeholder 5"/>
          <p:cNvSpPr>
            <a:spLocks noGrp="1"/>
          </p:cNvSpPr>
          <p:nvPr>
            <p:ph type="body" sz="quarter" idx="26"/>
          </p:nvPr>
        </p:nvSpPr>
        <p:spPr>
          <a:xfrm>
            <a:off x="376238" y="3015622"/>
            <a:ext cx="3886200" cy="274320"/>
          </a:xfrm>
          <a:prstGeom prst="rect">
            <a:avLst/>
          </a:prstGeom>
          <a:solidFill>
            <a:srgbClr val="B01C2E"/>
          </a:solidFill>
          <a:ln>
            <a:solidFill>
              <a:srgbClr val="B01C2E"/>
            </a:solidFill>
          </a:ln>
        </p:spPr>
        <p:txBody>
          <a:bodyPr/>
          <a:lstStyle>
            <a:lvl1pPr marL="0" marR="0" indent="0" algn="l" defTabSz="685800" rtl="0" eaLnBrk="1" fontAlgn="auto" latinLnBrk="0" hangingPunct="1">
              <a:lnSpc>
                <a:spcPct val="100000"/>
              </a:lnSpc>
              <a:spcBef>
                <a:spcPct val="20000"/>
              </a:spcBef>
              <a:spcAft>
                <a:spcPts val="0"/>
              </a:spcAft>
              <a:buClr>
                <a:srgbClr val="C00000"/>
              </a:buClr>
              <a:buSzTx/>
              <a:buFont typeface="Wingdings" pitchFamily="2" charset="2"/>
              <a:buNone/>
              <a:tabLst/>
              <a:defRPr sz="900" b="1" baseline="0">
                <a:solidFill>
                  <a:schemeClr val="bg1"/>
                </a:solidFill>
              </a:defRPr>
            </a:lvl1pPr>
          </a:lstStyle>
          <a:p>
            <a:pPr lvl="0"/>
            <a:r>
              <a:rPr lang="en-US"/>
              <a:t>Click to edit Master text styles</a:t>
            </a:r>
          </a:p>
        </p:txBody>
      </p:sp>
      <p:sp>
        <p:nvSpPr>
          <p:cNvPr id="27" name="Text Placeholder 5"/>
          <p:cNvSpPr>
            <a:spLocks noGrp="1"/>
          </p:cNvSpPr>
          <p:nvPr>
            <p:ph type="body" sz="quarter" idx="29"/>
          </p:nvPr>
        </p:nvSpPr>
        <p:spPr>
          <a:xfrm>
            <a:off x="4643438" y="3015622"/>
            <a:ext cx="3886200" cy="274320"/>
          </a:xfrm>
          <a:prstGeom prst="rect">
            <a:avLst/>
          </a:prstGeom>
          <a:solidFill>
            <a:srgbClr val="B01C2E"/>
          </a:solidFill>
          <a:ln>
            <a:solidFill>
              <a:srgbClr val="B01C2E"/>
            </a:solidFill>
          </a:ln>
        </p:spPr>
        <p:txBody>
          <a:bodyPr/>
          <a:lstStyle>
            <a:lvl1pPr marL="0" marR="0" indent="0" algn="l" defTabSz="685800" rtl="0" eaLnBrk="1" fontAlgn="auto" latinLnBrk="0" hangingPunct="1">
              <a:lnSpc>
                <a:spcPct val="100000"/>
              </a:lnSpc>
              <a:spcBef>
                <a:spcPct val="20000"/>
              </a:spcBef>
              <a:spcAft>
                <a:spcPts val="0"/>
              </a:spcAft>
              <a:buClr>
                <a:srgbClr val="C00000"/>
              </a:buClr>
              <a:buSzTx/>
              <a:buFont typeface="Wingdings" pitchFamily="2" charset="2"/>
              <a:buNone/>
              <a:tabLst/>
              <a:defRPr sz="900" b="1" baseline="0">
                <a:solidFill>
                  <a:schemeClr val="bg1"/>
                </a:solidFill>
              </a:defRPr>
            </a:lvl1pPr>
          </a:lstStyle>
          <a:p>
            <a:pPr lvl="0"/>
            <a:r>
              <a:rPr lang="en-US"/>
              <a:t>Click to edit Master text styles</a:t>
            </a:r>
          </a:p>
        </p:txBody>
      </p:sp>
      <p:sp>
        <p:nvSpPr>
          <p:cNvPr id="26" name="Text Placeholder 5"/>
          <p:cNvSpPr>
            <a:spLocks noGrp="1"/>
          </p:cNvSpPr>
          <p:nvPr>
            <p:ph type="body" sz="quarter" idx="28"/>
          </p:nvPr>
        </p:nvSpPr>
        <p:spPr>
          <a:xfrm>
            <a:off x="4643438" y="1403499"/>
            <a:ext cx="3886200" cy="274320"/>
          </a:xfrm>
          <a:prstGeom prst="rect">
            <a:avLst/>
          </a:prstGeom>
          <a:solidFill>
            <a:srgbClr val="B01C2E"/>
          </a:solidFill>
          <a:ln>
            <a:solidFill>
              <a:srgbClr val="B01C2E"/>
            </a:solidFill>
          </a:ln>
        </p:spPr>
        <p:txBody>
          <a:bodyPr/>
          <a:lstStyle>
            <a:lvl1pPr marL="0" marR="0" indent="0" algn="l" defTabSz="685800" rtl="0" eaLnBrk="1" fontAlgn="auto" latinLnBrk="0" hangingPunct="1">
              <a:lnSpc>
                <a:spcPct val="100000"/>
              </a:lnSpc>
              <a:spcBef>
                <a:spcPct val="20000"/>
              </a:spcBef>
              <a:spcAft>
                <a:spcPts val="0"/>
              </a:spcAft>
              <a:buClr>
                <a:srgbClr val="C00000"/>
              </a:buClr>
              <a:buSzTx/>
              <a:buFont typeface="Wingdings" pitchFamily="2" charset="2"/>
              <a:buNone/>
              <a:tabLst/>
              <a:defRPr sz="900" b="1" baseline="0">
                <a:solidFill>
                  <a:schemeClr val="bg1"/>
                </a:solidFill>
              </a:defRPr>
            </a:lvl1pPr>
          </a:lstStyle>
          <a:p>
            <a:pPr lvl="0"/>
            <a:r>
              <a:rPr lang="en-US"/>
              <a:t>Click to edit Master text styles</a:t>
            </a:r>
          </a:p>
        </p:txBody>
      </p:sp>
      <p:sp>
        <p:nvSpPr>
          <p:cNvPr id="23" name="Text Placeholder 5"/>
          <p:cNvSpPr>
            <a:spLocks noGrp="1"/>
          </p:cNvSpPr>
          <p:nvPr>
            <p:ph type="body" sz="quarter" idx="25"/>
          </p:nvPr>
        </p:nvSpPr>
        <p:spPr>
          <a:xfrm>
            <a:off x="376238" y="1403499"/>
            <a:ext cx="3886200" cy="274320"/>
          </a:xfrm>
          <a:prstGeom prst="rect">
            <a:avLst/>
          </a:prstGeom>
          <a:solidFill>
            <a:srgbClr val="B01C2E"/>
          </a:solidFill>
          <a:ln>
            <a:solidFill>
              <a:srgbClr val="B01C2E"/>
            </a:solidFill>
          </a:ln>
        </p:spPr>
        <p:txBody>
          <a:bodyPr/>
          <a:lstStyle>
            <a:lvl1pPr marL="0" marR="0" indent="0" algn="l" defTabSz="685800" rtl="0" eaLnBrk="1" fontAlgn="auto" latinLnBrk="0" hangingPunct="1">
              <a:lnSpc>
                <a:spcPct val="100000"/>
              </a:lnSpc>
              <a:spcBef>
                <a:spcPct val="20000"/>
              </a:spcBef>
              <a:spcAft>
                <a:spcPts val="0"/>
              </a:spcAft>
              <a:buClr>
                <a:srgbClr val="C00000"/>
              </a:buClr>
              <a:buSzTx/>
              <a:buFont typeface="Wingdings" pitchFamily="2" charset="2"/>
              <a:buNone/>
              <a:tabLst/>
              <a:defRPr sz="900" b="1" baseline="0">
                <a:solidFill>
                  <a:schemeClr val="bg1"/>
                </a:solidFill>
              </a:defRPr>
            </a:lvl1pPr>
          </a:lstStyle>
          <a:p>
            <a:pPr lvl="0"/>
            <a:r>
              <a:rPr lang="en-US"/>
              <a:t>Click to edit Master text styles</a:t>
            </a:r>
          </a:p>
        </p:txBody>
      </p:sp>
      <p:sp>
        <p:nvSpPr>
          <p:cNvPr id="17" name="Rectangle 2"/>
          <p:cNvSpPr>
            <a:spLocks noGrp="1" noChangeArrowheads="1"/>
          </p:cNvSpPr>
          <p:nvPr>
            <p:ph type="title"/>
          </p:nvPr>
        </p:nvSpPr>
        <p:spPr bwMode="gray">
          <a:xfrm>
            <a:off x="452441" y="2"/>
            <a:ext cx="8239125" cy="898525"/>
          </a:xfrm>
          <a:prstGeom prst="rect">
            <a:avLst/>
          </a:prstGeom>
          <a:noFill/>
          <a:ln w="9525">
            <a:noFill/>
            <a:miter lim="800000"/>
            <a:headEnd/>
            <a:tailEnd/>
          </a:ln>
        </p:spPr>
        <p:txBody>
          <a:bodyPr vert="horz" wrap="square" lIns="0" tIns="0" rIns="0" bIns="0" numCol="1" anchor="b" anchorCtr="0" compatLnSpc="1">
            <a:prstTxWarp prst="textNoShape">
              <a:avLst/>
            </a:prstTxWarp>
          </a:bodyPr>
          <a:lstStyle>
            <a:lvl1pPr algn="l">
              <a:defRPr sz="1650"/>
            </a:lvl1pPr>
          </a:lstStyle>
          <a:p>
            <a:pPr lvl="0"/>
            <a:r>
              <a:rPr lang="en-US"/>
              <a:t>Click to edit Master title style</a:t>
            </a:r>
            <a:endParaRPr lang="en-US" dirty="0"/>
          </a:p>
        </p:txBody>
      </p:sp>
      <p:sp>
        <p:nvSpPr>
          <p:cNvPr id="18" name="Text Placeholder 5"/>
          <p:cNvSpPr>
            <a:spLocks noGrp="1"/>
          </p:cNvSpPr>
          <p:nvPr>
            <p:ph type="body" sz="quarter" idx="31"/>
          </p:nvPr>
        </p:nvSpPr>
        <p:spPr>
          <a:xfrm>
            <a:off x="376238" y="1676400"/>
            <a:ext cx="3886200" cy="1252728"/>
          </a:xfrm>
          <a:prstGeom prst="rect">
            <a:avLst/>
          </a:prstGeom>
          <a:solidFill>
            <a:srgbClr val="FFFFFF"/>
          </a:solidFill>
          <a:ln>
            <a:solidFill>
              <a:srgbClr val="C0C0C0"/>
            </a:solidFill>
          </a:ln>
        </p:spPr>
        <p:txBody>
          <a:bodyPr anchor="t" anchorCtr="0"/>
          <a:lstStyle>
            <a:lvl1pPr marL="89154" marR="0" indent="-89154" algn="l" defTabSz="685800" rtl="0" eaLnBrk="1" fontAlgn="auto" latinLnBrk="0" hangingPunct="1">
              <a:lnSpc>
                <a:spcPct val="100000"/>
              </a:lnSpc>
              <a:spcBef>
                <a:spcPct val="20000"/>
              </a:spcBef>
              <a:spcAft>
                <a:spcPts val="0"/>
              </a:spcAft>
              <a:buClr>
                <a:schemeClr val="accent1"/>
              </a:buClr>
              <a:buSzTx/>
              <a:buFont typeface="Wingdings 2" pitchFamily="18" charset="2"/>
              <a:buChar char=""/>
              <a:tabLst/>
              <a:defRPr sz="900" baseline="0"/>
            </a:lvl1pPr>
            <a:lvl2pPr marL="246888" indent="-123444">
              <a:buClr>
                <a:srgbClr val="B01C2E"/>
              </a:buClr>
              <a:buFont typeface="Arial" pitchFamily="34" charset="0"/>
              <a:buChar char="•"/>
              <a:defRPr sz="900" baseline="0"/>
            </a:lvl2pPr>
            <a:lvl3pPr marL="329184" indent="-130302">
              <a:buClr>
                <a:srgbClr val="B01C2E"/>
              </a:buClr>
              <a:buFont typeface="Arial" pitchFamily="34" charset="0"/>
              <a:buChar char="‒"/>
              <a:defRPr sz="1500" baseline="0"/>
            </a:lvl3pPr>
            <a:lvl4pPr marL="514350">
              <a:buClr>
                <a:srgbClr val="B01C2E"/>
              </a:buClr>
              <a:buFont typeface="Arial" pitchFamily="34" charset="0"/>
              <a:buChar char="–"/>
              <a:defRPr sz="900"/>
            </a:lvl4pPr>
            <a:lvl5pPr marL="685800">
              <a:buClr>
                <a:srgbClr val="B01C2E"/>
              </a:buClr>
              <a:buFont typeface="Arial" pitchFamily="34" charset="0"/>
              <a:buChar char="–"/>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31" name="Text Placeholder 5"/>
          <p:cNvSpPr>
            <a:spLocks noGrp="1"/>
          </p:cNvSpPr>
          <p:nvPr>
            <p:ph type="body" sz="quarter" idx="32"/>
          </p:nvPr>
        </p:nvSpPr>
        <p:spPr>
          <a:xfrm>
            <a:off x="376238" y="3302419"/>
            <a:ext cx="3886200" cy="1252728"/>
          </a:xfrm>
          <a:prstGeom prst="rect">
            <a:avLst/>
          </a:prstGeom>
          <a:solidFill>
            <a:srgbClr val="FFFFFF"/>
          </a:solidFill>
          <a:ln>
            <a:solidFill>
              <a:srgbClr val="C0C0C0"/>
            </a:solidFill>
          </a:ln>
        </p:spPr>
        <p:txBody>
          <a:bodyPr anchor="t" anchorCtr="0"/>
          <a:lstStyle>
            <a:lvl1pPr marL="89154" marR="0" indent="-89154" algn="l" defTabSz="685800" rtl="0" eaLnBrk="1" fontAlgn="auto" latinLnBrk="0" hangingPunct="1">
              <a:lnSpc>
                <a:spcPct val="100000"/>
              </a:lnSpc>
              <a:spcBef>
                <a:spcPct val="20000"/>
              </a:spcBef>
              <a:spcAft>
                <a:spcPts val="0"/>
              </a:spcAft>
              <a:buClr>
                <a:schemeClr val="accent1"/>
              </a:buClr>
              <a:buSzTx/>
              <a:buFont typeface="Wingdings 2" pitchFamily="18" charset="2"/>
              <a:buChar char=""/>
              <a:tabLst/>
              <a:defRPr sz="900" baseline="0"/>
            </a:lvl1pPr>
            <a:lvl2pPr marL="246888" indent="-123444">
              <a:buClr>
                <a:srgbClr val="B01C2E"/>
              </a:buClr>
              <a:buFont typeface="Arial" pitchFamily="34" charset="0"/>
              <a:buChar char="•"/>
              <a:defRPr sz="900" baseline="0"/>
            </a:lvl2pPr>
            <a:lvl3pPr marL="329184" indent="-130302">
              <a:buClr>
                <a:srgbClr val="B01C2E"/>
              </a:buClr>
              <a:buFont typeface="Arial" pitchFamily="34" charset="0"/>
              <a:buChar char="‒"/>
              <a:defRPr sz="1500" baseline="0"/>
            </a:lvl3pPr>
            <a:lvl4pPr marL="514350">
              <a:buClr>
                <a:srgbClr val="B01C2E"/>
              </a:buClr>
              <a:buFont typeface="Arial" pitchFamily="34" charset="0"/>
              <a:buChar char="–"/>
              <a:defRPr sz="900"/>
            </a:lvl4pPr>
            <a:lvl5pPr marL="685800">
              <a:buClr>
                <a:srgbClr val="B01C2E"/>
              </a:buClr>
              <a:buFont typeface="Arial" pitchFamily="34" charset="0"/>
              <a:buChar char="–"/>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32" name="Text Placeholder 5"/>
          <p:cNvSpPr>
            <a:spLocks noGrp="1"/>
          </p:cNvSpPr>
          <p:nvPr>
            <p:ph type="body" sz="quarter" idx="33"/>
          </p:nvPr>
        </p:nvSpPr>
        <p:spPr>
          <a:xfrm>
            <a:off x="376238" y="4914990"/>
            <a:ext cx="3886200" cy="1252728"/>
          </a:xfrm>
          <a:prstGeom prst="rect">
            <a:avLst/>
          </a:prstGeom>
          <a:solidFill>
            <a:srgbClr val="FFFFFF"/>
          </a:solidFill>
          <a:ln>
            <a:solidFill>
              <a:srgbClr val="C0C0C0"/>
            </a:solidFill>
          </a:ln>
        </p:spPr>
        <p:txBody>
          <a:bodyPr anchor="t" anchorCtr="0"/>
          <a:lstStyle>
            <a:lvl1pPr marL="89154" marR="0" indent="-89154" algn="l" defTabSz="685800" rtl="0" eaLnBrk="1" fontAlgn="auto" latinLnBrk="0" hangingPunct="1">
              <a:lnSpc>
                <a:spcPct val="100000"/>
              </a:lnSpc>
              <a:spcBef>
                <a:spcPct val="20000"/>
              </a:spcBef>
              <a:spcAft>
                <a:spcPts val="0"/>
              </a:spcAft>
              <a:buClr>
                <a:schemeClr val="accent1"/>
              </a:buClr>
              <a:buSzTx/>
              <a:buFont typeface="Wingdings 2" pitchFamily="18" charset="2"/>
              <a:buChar char=""/>
              <a:tabLst/>
              <a:defRPr sz="900" baseline="0"/>
            </a:lvl1pPr>
            <a:lvl2pPr marL="246888" indent="-123444">
              <a:buClr>
                <a:srgbClr val="B01C2E"/>
              </a:buClr>
              <a:buFont typeface="Arial" pitchFamily="34" charset="0"/>
              <a:buChar char="•"/>
              <a:defRPr sz="900" baseline="0"/>
            </a:lvl2pPr>
            <a:lvl3pPr marL="329184" indent="-130302">
              <a:buClr>
                <a:srgbClr val="B01C2E"/>
              </a:buClr>
              <a:buFont typeface="Arial" pitchFamily="34" charset="0"/>
              <a:buChar char="‒"/>
              <a:defRPr sz="1500" baseline="0"/>
            </a:lvl3pPr>
            <a:lvl4pPr marL="514350">
              <a:buClr>
                <a:srgbClr val="B01C2E"/>
              </a:buClr>
              <a:buFont typeface="Arial" pitchFamily="34" charset="0"/>
              <a:buChar char="–"/>
              <a:defRPr sz="900"/>
            </a:lvl4pPr>
            <a:lvl5pPr marL="685800">
              <a:buClr>
                <a:srgbClr val="B01C2E"/>
              </a:buClr>
              <a:buFont typeface="Arial" pitchFamily="34" charset="0"/>
              <a:buChar char="–"/>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33" name="Text Placeholder 5"/>
          <p:cNvSpPr>
            <a:spLocks noGrp="1"/>
          </p:cNvSpPr>
          <p:nvPr>
            <p:ph type="body" sz="quarter" idx="34"/>
          </p:nvPr>
        </p:nvSpPr>
        <p:spPr>
          <a:xfrm>
            <a:off x="4643438" y="1676400"/>
            <a:ext cx="3886200" cy="1252728"/>
          </a:xfrm>
          <a:prstGeom prst="rect">
            <a:avLst/>
          </a:prstGeom>
          <a:solidFill>
            <a:srgbClr val="FFFFFF"/>
          </a:solidFill>
          <a:ln>
            <a:solidFill>
              <a:srgbClr val="C0C0C0"/>
            </a:solidFill>
          </a:ln>
        </p:spPr>
        <p:txBody>
          <a:bodyPr anchor="t" anchorCtr="0"/>
          <a:lstStyle>
            <a:lvl1pPr marL="89154" marR="0" indent="-89154" algn="l" defTabSz="685800" rtl="0" eaLnBrk="1" fontAlgn="auto" latinLnBrk="0" hangingPunct="1">
              <a:lnSpc>
                <a:spcPct val="100000"/>
              </a:lnSpc>
              <a:spcBef>
                <a:spcPct val="20000"/>
              </a:spcBef>
              <a:spcAft>
                <a:spcPts val="0"/>
              </a:spcAft>
              <a:buClr>
                <a:schemeClr val="accent1"/>
              </a:buClr>
              <a:buSzTx/>
              <a:buFont typeface="Wingdings 2" pitchFamily="18" charset="2"/>
              <a:buChar char=""/>
              <a:tabLst/>
              <a:defRPr sz="900" baseline="0"/>
            </a:lvl1pPr>
            <a:lvl2pPr marL="246888" indent="-123444">
              <a:buClr>
                <a:srgbClr val="B01C2E"/>
              </a:buClr>
              <a:buFont typeface="Arial" pitchFamily="34" charset="0"/>
              <a:buChar char="•"/>
              <a:defRPr sz="900" baseline="0"/>
            </a:lvl2pPr>
            <a:lvl3pPr marL="329184" indent="-130302">
              <a:buClr>
                <a:srgbClr val="B01C2E"/>
              </a:buClr>
              <a:buFont typeface="Arial" pitchFamily="34" charset="0"/>
              <a:buChar char="‒"/>
              <a:defRPr sz="1500" baseline="0"/>
            </a:lvl3pPr>
            <a:lvl4pPr marL="514350">
              <a:buClr>
                <a:srgbClr val="B01C2E"/>
              </a:buClr>
              <a:buFont typeface="Arial" pitchFamily="34" charset="0"/>
              <a:buChar char="–"/>
              <a:defRPr sz="900"/>
            </a:lvl4pPr>
            <a:lvl5pPr marL="685800">
              <a:buClr>
                <a:srgbClr val="B01C2E"/>
              </a:buClr>
              <a:buFont typeface="Arial" pitchFamily="34" charset="0"/>
              <a:buChar char="–"/>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34" name="Text Placeholder 5"/>
          <p:cNvSpPr>
            <a:spLocks noGrp="1"/>
          </p:cNvSpPr>
          <p:nvPr>
            <p:ph type="body" sz="quarter" idx="35"/>
          </p:nvPr>
        </p:nvSpPr>
        <p:spPr>
          <a:xfrm>
            <a:off x="4643438" y="3302418"/>
            <a:ext cx="3886200" cy="1252728"/>
          </a:xfrm>
          <a:prstGeom prst="rect">
            <a:avLst/>
          </a:prstGeom>
          <a:solidFill>
            <a:srgbClr val="FFFFFF"/>
          </a:solidFill>
          <a:ln>
            <a:solidFill>
              <a:srgbClr val="C0C0C0"/>
            </a:solidFill>
          </a:ln>
        </p:spPr>
        <p:txBody>
          <a:bodyPr anchor="t" anchorCtr="0"/>
          <a:lstStyle>
            <a:lvl1pPr marL="89154" marR="0" indent="-89154" algn="l" defTabSz="685800" rtl="0" eaLnBrk="1" fontAlgn="auto" latinLnBrk="0" hangingPunct="1">
              <a:lnSpc>
                <a:spcPct val="100000"/>
              </a:lnSpc>
              <a:spcBef>
                <a:spcPct val="20000"/>
              </a:spcBef>
              <a:spcAft>
                <a:spcPts val="0"/>
              </a:spcAft>
              <a:buClr>
                <a:schemeClr val="accent1"/>
              </a:buClr>
              <a:buSzTx/>
              <a:buFont typeface="Wingdings 2" pitchFamily="18" charset="2"/>
              <a:buChar char=""/>
              <a:tabLst/>
              <a:defRPr sz="900" baseline="0"/>
            </a:lvl1pPr>
            <a:lvl2pPr marL="246888" indent="-123444">
              <a:buClr>
                <a:srgbClr val="B01C2E"/>
              </a:buClr>
              <a:buFont typeface="Arial" pitchFamily="34" charset="0"/>
              <a:buChar char="•"/>
              <a:defRPr sz="900" baseline="0"/>
            </a:lvl2pPr>
            <a:lvl3pPr marL="329184" indent="-130302">
              <a:buClr>
                <a:srgbClr val="B01C2E"/>
              </a:buClr>
              <a:buFont typeface="Arial" pitchFamily="34" charset="0"/>
              <a:buChar char="‒"/>
              <a:defRPr sz="1500" baseline="0"/>
            </a:lvl3pPr>
            <a:lvl4pPr marL="514350">
              <a:buClr>
                <a:srgbClr val="B01C2E"/>
              </a:buClr>
              <a:buFont typeface="Arial" pitchFamily="34" charset="0"/>
              <a:buChar char="–"/>
              <a:defRPr sz="900"/>
            </a:lvl4pPr>
            <a:lvl5pPr marL="685800">
              <a:buClr>
                <a:srgbClr val="B01C2E"/>
              </a:buClr>
              <a:buFont typeface="Arial" pitchFamily="34" charset="0"/>
              <a:buChar char="–"/>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35" name="Text Placeholder 5"/>
          <p:cNvSpPr>
            <a:spLocks noGrp="1"/>
          </p:cNvSpPr>
          <p:nvPr>
            <p:ph type="body" sz="quarter" idx="36"/>
          </p:nvPr>
        </p:nvSpPr>
        <p:spPr>
          <a:xfrm>
            <a:off x="4643438" y="4914990"/>
            <a:ext cx="3886200" cy="1252728"/>
          </a:xfrm>
          <a:prstGeom prst="rect">
            <a:avLst/>
          </a:prstGeom>
          <a:solidFill>
            <a:srgbClr val="FFFFFF"/>
          </a:solidFill>
          <a:ln>
            <a:solidFill>
              <a:srgbClr val="C0C0C0"/>
            </a:solidFill>
          </a:ln>
        </p:spPr>
        <p:txBody>
          <a:bodyPr anchor="t" anchorCtr="0"/>
          <a:lstStyle>
            <a:lvl1pPr marL="89154" marR="0" indent="-89154" algn="l" defTabSz="685800" rtl="0" eaLnBrk="1" fontAlgn="auto" latinLnBrk="0" hangingPunct="1">
              <a:lnSpc>
                <a:spcPct val="100000"/>
              </a:lnSpc>
              <a:spcBef>
                <a:spcPct val="20000"/>
              </a:spcBef>
              <a:spcAft>
                <a:spcPts val="0"/>
              </a:spcAft>
              <a:buClr>
                <a:schemeClr val="accent1"/>
              </a:buClr>
              <a:buSzTx/>
              <a:buFont typeface="Wingdings 2" pitchFamily="18" charset="2"/>
              <a:buChar char=""/>
              <a:tabLst/>
              <a:defRPr sz="900" baseline="0"/>
            </a:lvl1pPr>
            <a:lvl2pPr marL="246888" indent="-123444">
              <a:buClr>
                <a:srgbClr val="B01C2E"/>
              </a:buClr>
              <a:buFont typeface="Arial" pitchFamily="34" charset="0"/>
              <a:buChar char="•"/>
              <a:defRPr sz="900" baseline="0"/>
            </a:lvl2pPr>
            <a:lvl3pPr marL="329184" indent="-130302">
              <a:buClr>
                <a:srgbClr val="B01C2E"/>
              </a:buClr>
              <a:buFont typeface="Arial" pitchFamily="34" charset="0"/>
              <a:buChar char="‒"/>
              <a:defRPr sz="1500" baseline="0"/>
            </a:lvl3pPr>
            <a:lvl4pPr marL="514350">
              <a:buClr>
                <a:srgbClr val="B01C2E"/>
              </a:buClr>
              <a:buFont typeface="Arial" pitchFamily="34" charset="0"/>
              <a:buChar char="–"/>
              <a:defRPr sz="900"/>
            </a:lvl4pPr>
            <a:lvl5pPr marL="685800">
              <a:buClr>
                <a:srgbClr val="B01C2E"/>
              </a:buClr>
              <a:buFont typeface="Arial" pitchFamily="34" charset="0"/>
              <a:buChar char="–"/>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5" name="Slide Number Placeholder 9"/>
          <p:cNvSpPr>
            <a:spLocks noGrp="1"/>
          </p:cNvSpPr>
          <p:nvPr>
            <p:ph type="sldNum" sz="quarter" idx="37"/>
          </p:nvPr>
        </p:nvSpPr>
        <p:spPr/>
        <p:txBody>
          <a:bodyPr/>
          <a:lstStyle>
            <a:lvl1pPr>
              <a:defRPr/>
            </a:lvl1pPr>
          </a:lstStyle>
          <a:p>
            <a:fld id="{A23329EE-AB34-E748-89A3-8E74FFF398F3}" type="slidenum">
              <a:rPr lang="en-US" altLang="en-US"/>
              <a:pPr/>
              <a:t>‹#›</a:t>
            </a:fld>
            <a:endParaRPr lang="en-US" altLang="en-US"/>
          </a:p>
        </p:txBody>
      </p:sp>
      <p:sp>
        <p:nvSpPr>
          <p:cNvPr id="16" name="Footer Placeholder 12"/>
          <p:cNvSpPr>
            <a:spLocks noGrp="1"/>
          </p:cNvSpPr>
          <p:nvPr>
            <p:ph type="ftr" sz="quarter" idx="38"/>
          </p:nvPr>
        </p:nvSpPr>
        <p:spPr/>
        <p:txBody>
          <a:bodyPr/>
          <a:lstStyle>
            <a:lvl1pPr>
              <a:defRPr/>
            </a:lvl1pPr>
          </a:lstStyle>
          <a:p>
            <a:pPr>
              <a:defRPr/>
            </a:pPr>
            <a:r>
              <a:rPr lang="en-US"/>
              <a:t>Ethical Debates, Econ Theories, Real-World Impacts</a:t>
            </a:r>
            <a:endParaRPr lang="en-US" dirty="0"/>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Text Blocks - Five Palettes">
    <p:spTree>
      <p:nvGrpSpPr>
        <p:cNvPr id="1" name=""/>
        <p:cNvGrpSpPr/>
        <p:nvPr/>
      </p:nvGrpSpPr>
      <p:grpSpPr>
        <a:xfrm>
          <a:off x="0" y="0"/>
          <a:ext cx="0" cy="0"/>
          <a:chOff x="0" y="0"/>
          <a:chExt cx="0" cy="0"/>
        </a:xfrm>
      </p:grpSpPr>
      <p:sp>
        <p:nvSpPr>
          <p:cNvPr id="14" name="Text Placeholder 5"/>
          <p:cNvSpPr>
            <a:spLocks noGrp="1"/>
          </p:cNvSpPr>
          <p:nvPr>
            <p:ph type="body" sz="quarter" idx="25"/>
          </p:nvPr>
        </p:nvSpPr>
        <p:spPr>
          <a:xfrm>
            <a:off x="451174" y="1402080"/>
            <a:ext cx="1508760" cy="274320"/>
          </a:xfrm>
          <a:prstGeom prst="rect">
            <a:avLst/>
          </a:prstGeom>
          <a:solidFill>
            <a:srgbClr val="B01C2E"/>
          </a:solidFill>
          <a:ln>
            <a:solidFill>
              <a:srgbClr val="B01C2E"/>
            </a:solidFill>
          </a:ln>
        </p:spPr>
        <p:txBody>
          <a:bodyPr anchor="ctr"/>
          <a:lstStyle>
            <a:lvl1pPr marL="0" marR="0" indent="0" algn="l" defTabSz="685800" rtl="0" eaLnBrk="1" fontAlgn="auto" latinLnBrk="0" hangingPunct="1">
              <a:lnSpc>
                <a:spcPct val="100000"/>
              </a:lnSpc>
              <a:spcBef>
                <a:spcPts val="0"/>
              </a:spcBef>
              <a:spcAft>
                <a:spcPts val="0"/>
              </a:spcAft>
              <a:buClr>
                <a:srgbClr val="C00000"/>
              </a:buClr>
              <a:buSzTx/>
              <a:buFont typeface="Wingdings" pitchFamily="2" charset="2"/>
              <a:buNone/>
              <a:tabLst/>
              <a:defRPr sz="825" b="1" baseline="0">
                <a:solidFill>
                  <a:schemeClr val="bg1"/>
                </a:solidFill>
              </a:defRPr>
            </a:lvl1pPr>
          </a:lstStyle>
          <a:p>
            <a:pPr lvl="0"/>
            <a:r>
              <a:rPr lang="en-US"/>
              <a:t>Click to edit Master text styles</a:t>
            </a:r>
          </a:p>
        </p:txBody>
      </p:sp>
      <p:sp>
        <p:nvSpPr>
          <p:cNvPr id="24" name="Text Placeholder 5"/>
          <p:cNvSpPr>
            <a:spLocks noGrp="1"/>
          </p:cNvSpPr>
          <p:nvPr>
            <p:ph type="body" sz="quarter" idx="35"/>
          </p:nvPr>
        </p:nvSpPr>
        <p:spPr>
          <a:xfrm>
            <a:off x="2133600" y="1402080"/>
            <a:ext cx="1508760" cy="274320"/>
          </a:xfrm>
          <a:prstGeom prst="rect">
            <a:avLst/>
          </a:prstGeom>
          <a:solidFill>
            <a:srgbClr val="B01C2E"/>
          </a:solidFill>
          <a:ln>
            <a:solidFill>
              <a:srgbClr val="B01C2E"/>
            </a:solidFill>
          </a:ln>
        </p:spPr>
        <p:txBody>
          <a:bodyPr anchor="ctr"/>
          <a:lstStyle>
            <a:lvl1pPr marL="0" marR="0" indent="0" algn="l" defTabSz="685800" rtl="0" eaLnBrk="1" fontAlgn="auto" latinLnBrk="0" hangingPunct="1">
              <a:lnSpc>
                <a:spcPct val="100000"/>
              </a:lnSpc>
              <a:spcBef>
                <a:spcPts val="0"/>
              </a:spcBef>
              <a:spcAft>
                <a:spcPts val="0"/>
              </a:spcAft>
              <a:buClr>
                <a:srgbClr val="C00000"/>
              </a:buClr>
              <a:buSzTx/>
              <a:buFont typeface="Wingdings" pitchFamily="2" charset="2"/>
              <a:buNone/>
              <a:tabLst/>
              <a:defRPr sz="825" b="1" baseline="0">
                <a:solidFill>
                  <a:schemeClr val="bg1"/>
                </a:solidFill>
              </a:defRPr>
            </a:lvl1pPr>
          </a:lstStyle>
          <a:p>
            <a:pPr lvl="0"/>
            <a:r>
              <a:rPr lang="en-US"/>
              <a:t>Click to edit Master text styles</a:t>
            </a:r>
          </a:p>
        </p:txBody>
      </p:sp>
      <p:sp>
        <p:nvSpPr>
          <p:cNvPr id="25" name="Text Placeholder 5"/>
          <p:cNvSpPr>
            <a:spLocks noGrp="1"/>
          </p:cNvSpPr>
          <p:nvPr>
            <p:ph type="body" sz="quarter" idx="36"/>
          </p:nvPr>
        </p:nvSpPr>
        <p:spPr>
          <a:xfrm>
            <a:off x="3847770" y="1402080"/>
            <a:ext cx="1508760" cy="274320"/>
          </a:xfrm>
          <a:prstGeom prst="rect">
            <a:avLst/>
          </a:prstGeom>
          <a:solidFill>
            <a:srgbClr val="B01C2E"/>
          </a:solidFill>
          <a:ln>
            <a:solidFill>
              <a:srgbClr val="B01C2E"/>
            </a:solidFill>
          </a:ln>
        </p:spPr>
        <p:txBody>
          <a:bodyPr anchor="ctr"/>
          <a:lstStyle>
            <a:lvl1pPr marL="0" marR="0" indent="0" algn="l" defTabSz="685800" rtl="0" eaLnBrk="1" fontAlgn="auto" latinLnBrk="0" hangingPunct="1">
              <a:lnSpc>
                <a:spcPct val="100000"/>
              </a:lnSpc>
              <a:spcBef>
                <a:spcPts val="0"/>
              </a:spcBef>
              <a:spcAft>
                <a:spcPts val="0"/>
              </a:spcAft>
              <a:buClr>
                <a:srgbClr val="C00000"/>
              </a:buClr>
              <a:buSzTx/>
              <a:buFont typeface="Wingdings" pitchFamily="2" charset="2"/>
              <a:buNone/>
              <a:tabLst/>
              <a:defRPr sz="825" b="1" baseline="0">
                <a:solidFill>
                  <a:schemeClr val="bg1"/>
                </a:solidFill>
              </a:defRPr>
            </a:lvl1pPr>
          </a:lstStyle>
          <a:p>
            <a:pPr lvl="0"/>
            <a:r>
              <a:rPr lang="en-US"/>
              <a:t>Click to edit Master text styles</a:t>
            </a:r>
          </a:p>
        </p:txBody>
      </p:sp>
      <p:sp>
        <p:nvSpPr>
          <p:cNvPr id="26" name="Text Placeholder 5"/>
          <p:cNvSpPr>
            <a:spLocks noGrp="1"/>
          </p:cNvSpPr>
          <p:nvPr>
            <p:ph type="body" sz="quarter" idx="37"/>
          </p:nvPr>
        </p:nvSpPr>
        <p:spPr>
          <a:xfrm>
            <a:off x="5556729" y="1402080"/>
            <a:ext cx="1508760" cy="274320"/>
          </a:xfrm>
          <a:prstGeom prst="rect">
            <a:avLst/>
          </a:prstGeom>
          <a:solidFill>
            <a:srgbClr val="B01C2E"/>
          </a:solidFill>
          <a:ln>
            <a:solidFill>
              <a:srgbClr val="B01C2E"/>
            </a:solidFill>
          </a:ln>
        </p:spPr>
        <p:txBody>
          <a:bodyPr anchor="ctr"/>
          <a:lstStyle>
            <a:lvl1pPr marL="0" marR="0" indent="0" algn="l" defTabSz="685800" rtl="0" eaLnBrk="1" fontAlgn="auto" latinLnBrk="0" hangingPunct="1">
              <a:lnSpc>
                <a:spcPct val="100000"/>
              </a:lnSpc>
              <a:spcBef>
                <a:spcPts val="0"/>
              </a:spcBef>
              <a:spcAft>
                <a:spcPts val="0"/>
              </a:spcAft>
              <a:buClr>
                <a:srgbClr val="C00000"/>
              </a:buClr>
              <a:buSzTx/>
              <a:buFont typeface="Wingdings" pitchFamily="2" charset="2"/>
              <a:buNone/>
              <a:tabLst/>
              <a:defRPr sz="825" b="1" baseline="0">
                <a:solidFill>
                  <a:schemeClr val="bg1"/>
                </a:solidFill>
              </a:defRPr>
            </a:lvl1pPr>
          </a:lstStyle>
          <a:p>
            <a:pPr lvl="0"/>
            <a:r>
              <a:rPr lang="en-US"/>
              <a:t>Click to edit Master text styles</a:t>
            </a:r>
          </a:p>
        </p:txBody>
      </p:sp>
      <p:sp>
        <p:nvSpPr>
          <p:cNvPr id="27" name="Text Placeholder 5"/>
          <p:cNvSpPr>
            <a:spLocks noGrp="1"/>
          </p:cNvSpPr>
          <p:nvPr>
            <p:ph type="body" sz="quarter" idx="38"/>
          </p:nvPr>
        </p:nvSpPr>
        <p:spPr>
          <a:xfrm>
            <a:off x="7310438" y="1402080"/>
            <a:ext cx="1508760" cy="274320"/>
          </a:xfrm>
          <a:prstGeom prst="rect">
            <a:avLst/>
          </a:prstGeom>
          <a:solidFill>
            <a:srgbClr val="B01C2E"/>
          </a:solidFill>
          <a:ln>
            <a:solidFill>
              <a:srgbClr val="B01C2E"/>
            </a:solidFill>
          </a:ln>
        </p:spPr>
        <p:txBody>
          <a:bodyPr anchor="ctr"/>
          <a:lstStyle>
            <a:lvl1pPr marL="0" marR="0" indent="0" algn="l" defTabSz="685800" rtl="0" eaLnBrk="1" fontAlgn="auto" latinLnBrk="0" hangingPunct="1">
              <a:lnSpc>
                <a:spcPct val="100000"/>
              </a:lnSpc>
              <a:spcBef>
                <a:spcPts val="0"/>
              </a:spcBef>
              <a:spcAft>
                <a:spcPts val="0"/>
              </a:spcAft>
              <a:buClr>
                <a:srgbClr val="C00000"/>
              </a:buClr>
              <a:buSzTx/>
              <a:buFont typeface="Wingdings" pitchFamily="2" charset="2"/>
              <a:buNone/>
              <a:tabLst/>
              <a:defRPr sz="825" b="1" baseline="0">
                <a:solidFill>
                  <a:schemeClr val="bg1"/>
                </a:solidFill>
              </a:defRPr>
            </a:lvl1pPr>
          </a:lstStyle>
          <a:p>
            <a:pPr lvl="0"/>
            <a:r>
              <a:rPr lang="en-US"/>
              <a:t>Click to edit Master text styles</a:t>
            </a:r>
          </a:p>
        </p:txBody>
      </p:sp>
      <p:sp>
        <p:nvSpPr>
          <p:cNvPr id="15" name="Rectangle 2"/>
          <p:cNvSpPr>
            <a:spLocks noGrp="1" noChangeArrowheads="1"/>
          </p:cNvSpPr>
          <p:nvPr>
            <p:ph type="title"/>
          </p:nvPr>
        </p:nvSpPr>
        <p:spPr bwMode="gray">
          <a:xfrm>
            <a:off x="452441" y="2"/>
            <a:ext cx="8239125" cy="898525"/>
          </a:xfrm>
          <a:prstGeom prst="rect">
            <a:avLst/>
          </a:prstGeom>
          <a:noFill/>
          <a:ln w="9525">
            <a:noFill/>
            <a:miter lim="800000"/>
            <a:headEnd/>
            <a:tailEnd/>
          </a:ln>
        </p:spPr>
        <p:txBody>
          <a:bodyPr vert="horz" wrap="square" lIns="0" tIns="0" rIns="0" bIns="0" numCol="1" anchor="b" anchorCtr="0" compatLnSpc="1">
            <a:prstTxWarp prst="textNoShape">
              <a:avLst/>
            </a:prstTxWarp>
          </a:bodyPr>
          <a:lstStyle>
            <a:lvl1pPr algn="l">
              <a:defRPr sz="1650"/>
            </a:lvl1pPr>
          </a:lstStyle>
          <a:p>
            <a:pPr lvl="0"/>
            <a:r>
              <a:rPr lang="en-US"/>
              <a:t>Click to edit Master title style</a:t>
            </a:r>
            <a:endParaRPr lang="en-US" dirty="0"/>
          </a:p>
        </p:txBody>
      </p:sp>
      <p:sp>
        <p:nvSpPr>
          <p:cNvPr id="16" name="Text Placeholder 5"/>
          <p:cNvSpPr>
            <a:spLocks noGrp="1"/>
          </p:cNvSpPr>
          <p:nvPr>
            <p:ph type="body" sz="quarter" idx="39"/>
          </p:nvPr>
        </p:nvSpPr>
        <p:spPr>
          <a:xfrm>
            <a:off x="451174" y="1676400"/>
            <a:ext cx="1508760" cy="4389120"/>
          </a:xfrm>
          <a:prstGeom prst="rect">
            <a:avLst/>
          </a:prstGeom>
          <a:solidFill>
            <a:srgbClr val="FFFFFF"/>
          </a:solidFill>
          <a:ln>
            <a:solidFill>
              <a:srgbClr val="C0C0C0"/>
            </a:solidFill>
          </a:ln>
        </p:spPr>
        <p:txBody>
          <a:bodyPr anchor="t" anchorCtr="0"/>
          <a:lstStyle>
            <a:lvl1pPr marL="89154" marR="0" indent="-89154" algn="l" defTabSz="685800" rtl="0" eaLnBrk="1" fontAlgn="auto" latinLnBrk="0" hangingPunct="1">
              <a:lnSpc>
                <a:spcPct val="100000"/>
              </a:lnSpc>
              <a:spcBef>
                <a:spcPct val="20000"/>
              </a:spcBef>
              <a:spcAft>
                <a:spcPts val="0"/>
              </a:spcAft>
              <a:buClr>
                <a:schemeClr val="accent1"/>
              </a:buClr>
              <a:buSzTx/>
              <a:buFont typeface="Wingdings 2" pitchFamily="18" charset="2"/>
              <a:buChar char=""/>
              <a:tabLst/>
              <a:defRPr sz="825" baseline="0"/>
            </a:lvl1pPr>
            <a:lvl2pPr marL="246888" indent="-123444">
              <a:buClr>
                <a:srgbClr val="B01C2E"/>
              </a:buClr>
              <a:buFont typeface="Arial" pitchFamily="34" charset="0"/>
              <a:buChar char="•"/>
              <a:defRPr sz="825" baseline="0"/>
            </a:lvl2pPr>
            <a:lvl3pPr marL="329184" indent="-130302">
              <a:buClr>
                <a:srgbClr val="B01C2E"/>
              </a:buClr>
              <a:buFont typeface="Arial" pitchFamily="34" charset="0"/>
              <a:buChar char="‒"/>
              <a:defRPr sz="825" baseline="0"/>
            </a:lvl3pPr>
          </a:lstStyle>
          <a:p>
            <a:pPr lvl="0"/>
            <a:r>
              <a:rPr lang="en-US"/>
              <a:t>Click to edit Master text styles</a:t>
            </a:r>
          </a:p>
          <a:p>
            <a:pPr lvl="1"/>
            <a:r>
              <a:rPr lang="en-US"/>
              <a:t>Second level</a:t>
            </a:r>
          </a:p>
          <a:p>
            <a:pPr lvl="2"/>
            <a:r>
              <a:rPr lang="en-US"/>
              <a:t>Third level</a:t>
            </a:r>
          </a:p>
        </p:txBody>
      </p:sp>
      <p:sp>
        <p:nvSpPr>
          <p:cNvPr id="17" name="Text Placeholder 5"/>
          <p:cNvSpPr>
            <a:spLocks noGrp="1"/>
          </p:cNvSpPr>
          <p:nvPr>
            <p:ph type="body" sz="quarter" idx="40"/>
          </p:nvPr>
        </p:nvSpPr>
        <p:spPr>
          <a:xfrm>
            <a:off x="2133600" y="1676400"/>
            <a:ext cx="1508760" cy="4389120"/>
          </a:xfrm>
          <a:prstGeom prst="rect">
            <a:avLst/>
          </a:prstGeom>
          <a:solidFill>
            <a:srgbClr val="FFFFFF"/>
          </a:solidFill>
          <a:ln>
            <a:solidFill>
              <a:srgbClr val="C0C0C0"/>
            </a:solidFill>
          </a:ln>
        </p:spPr>
        <p:txBody>
          <a:bodyPr anchor="t" anchorCtr="0"/>
          <a:lstStyle>
            <a:lvl1pPr marL="89154" marR="0" indent="-89154" algn="l" defTabSz="685800" rtl="0" eaLnBrk="1" fontAlgn="auto" latinLnBrk="0" hangingPunct="1">
              <a:lnSpc>
                <a:spcPct val="100000"/>
              </a:lnSpc>
              <a:spcBef>
                <a:spcPct val="20000"/>
              </a:spcBef>
              <a:spcAft>
                <a:spcPts val="0"/>
              </a:spcAft>
              <a:buClr>
                <a:schemeClr val="accent1"/>
              </a:buClr>
              <a:buSzTx/>
              <a:buFont typeface="Wingdings 2" pitchFamily="18" charset="2"/>
              <a:buChar char=""/>
              <a:tabLst/>
              <a:defRPr sz="825" baseline="0"/>
            </a:lvl1pPr>
            <a:lvl2pPr marL="246888" indent="-123444">
              <a:buClr>
                <a:srgbClr val="B01C2E"/>
              </a:buClr>
              <a:buFont typeface="Arial" pitchFamily="34" charset="0"/>
              <a:buChar char="•"/>
              <a:defRPr sz="825" baseline="0"/>
            </a:lvl2pPr>
            <a:lvl3pPr marL="329184" indent="-130302">
              <a:buClr>
                <a:srgbClr val="B01C2E"/>
              </a:buClr>
              <a:buFont typeface="Arial" pitchFamily="34" charset="0"/>
              <a:buChar char="‒"/>
              <a:defRPr sz="825" baseline="0"/>
            </a:lvl3pPr>
          </a:lstStyle>
          <a:p>
            <a:pPr lvl="0"/>
            <a:r>
              <a:rPr lang="en-US"/>
              <a:t>Click to edit Master text styles</a:t>
            </a:r>
          </a:p>
          <a:p>
            <a:pPr lvl="1"/>
            <a:r>
              <a:rPr lang="en-US"/>
              <a:t>Second level</a:t>
            </a:r>
          </a:p>
          <a:p>
            <a:pPr lvl="2"/>
            <a:r>
              <a:rPr lang="en-US"/>
              <a:t>Third level</a:t>
            </a:r>
          </a:p>
        </p:txBody>
      </p:sp>
      <p:sp>
        <p:nvSpPr>
          <p:cNvPr id="18" name="Text Placeholder 5"/>
          <p:cNvSpPr>
            <a:spLocks noGrp="1"/>
          </p:cNvSpPr>
          <p:nvPr>
            <p:ph type="body" sz="quarter" idx="41"/>
          </p:nvPr>
        </p:nvSpPr>
        <p:spPr>
          <a:xfrm>
            <a:off x="3847770" y="1676400"/>
            <a:ext cx="1508760" cy="4389120"/>
          </a:xfrm>
          <a:prstGeom prst="rect">
            <a:avLst/>
          </a:prstGeom>
          <a:solidFill>
            <a:srgbClr val="FFFFFF"/>
          </a:solidFill>
          <a:ln>
            <a:solidFill>
              <a:srgbClr val="C0C0C0"/>
            </a:solidFill>
          </a:ln>
        </p:spPr>
        <p:txBody>
          <a:bodyPr anchor="t" anchorCtr="0"/>
          <a:lstStyle>
            <a:lvl1pPr marL="89154" marR="0" indent="-89154" algn="l" defTabSz="685800" rtl="0" eaLnBrk="1" fontAlgn="auto" latinLnBrk="0" hangingPunct="1">
              <a:lnSpc>
                <a:spcPct val="100000"/>
              </a:lnSpc>
              <a:spcBef>
                <a:spcPct val="20000"/>
              </a:spcBef>
              <a:spcAft>
                <a:spcPts val="0"/>
              </a:spcAft>
              <a:buClr>
                <a:schemeClr val="accent1"/>
              </a:buClr>
              <a:buSzTx/>
              <a:buFont typeface="Wingdings 2" pitchFamily="18" charset="2"/>
              <a:buChar char=""/>
              <a:tabLst/>
              <a:defRPr sz="825" baseline="0"/>
            </a:lvl1pPr>
            <a:lvl2pPr marL="246888" indent="-123444">
              <a:buClr>
                <a:srgbClr val="B01C2E"/>
              </a:buClr>
              <a:buFont typeface="Arial" pitchFamily="34" charset="0"/>
              <a:buChar char="•"/>
              <a:defRPr sz="825" baseline="0"/>
            </a:lvl2pPr>
            <a:lvl3pPr marL="329184" indent="-130302">
              <a:buClr>
                <a:srgbClr val="B01C2E"/>
              </a:buClr>
              <a:buFont typeface="Arial" pitchFamily="34" charset="0"/>
              <a:buChar char="‒"/>
              <a:defRPr sz="825" baseline="0"/>
            </a:lvl3pPr>
          </a:lstStyle>
          <a:p>
            <a:pPr lvl="0"/>
            <a:r>
              <a:rPr lang="en-US"/>
              <a:t>Click to edit Master text styles</a:t>
            </a:r>
          </a:p>
          <a:p>
            <a:pPr lvl="1"/>
            <a:r>
              <a:rPr lang="en-US"/>
              <a:t>Second level</a:t>
            </a:r>
          </a:p>
          <a:p>
            <a:pPr lvl="2"/>
            <a:r>
              <a:rPr lang="en-US"/>
              <a:t>Third level</a:t>
            </a:r>
          </a:p>
        </p:txBody>
      </p:sp>
      <p:sp>
        <p:nvSpPr>
          <p:cNvPr id="28" name="Text Placeholder 5"/>
          <p:cNvSpPr>
            <a:spLocks noGrp="1"/>
          </p:cNvSpPr>
          <p:nvPr>
            <p:ph type="body" sz="quarter" idx="42"/>
          </p:nvPr>
        </p:nvSpPr>
        <p:spPr>
          <a:xfrm>
            <a:off x="5556729" y="1676400"/>
            <a:ext cx="1508760" cy="4389120"/>
          </a:xfrm>
          <a:prstGeom prst="rect">
            <a:avLst/>
          </a:prstGeom>
          <a:solidFill>
            <a:srgbClr val="FFFFFF"/>
          </a:solidFill>
          <a:ln>
            <a:solidFill>
              <a:srgbClr val="C0C0C0"/>
            </a:solidFill>
          </a:ln>
        </p:spPr>
        <p:txBody>
          <a:bodyPr anchor="t" anchorCtr="0"/>
          <a:lstStyle>
            <a:lvl1pPr marL="89154" marR="0" indent="-89154" algn="l" defTabSz="685800" rtl="0" eaLnBrk="1" fontAlgn="auto" latinLnBrk="0" hangingPunct="1">
              <a:lnSpc>
                <a:spcPct val="100000"/>
              </a:lnSpc>
              <a:spcBef>
                <a:spcPct val="20000"/>
              </a:spcBef>
              <a:spcAft>
                <a:spcPts val="0"/>
              </a:spcAft>
              <a:buClr>
                <a:schemeClr val="accent1"/>
              </a:buClr>
              <a:buSzTx/>
              <a:buFont typeface="Wingdings 2" pitchFamily="18" charset="2"/>
              <a:buChar char=""/>
              <a:tabLst/>
              <a:defRPr sz="825" baseline="0"/>
            </a:lvl1pPr>
            <a:lvl2pPr marL="246888" indent="-123444">
              <a:buClr>
                <a:srgbClr val="B01C2E"/>
              </a:buClr>
              <a:buFont typeface="Arial" pitchFamily="34" charset="0"/>
              <a:buChar char="•"/>
              <a:defRPr sz="825" baseline="0"/>
            </a:lvl2pPr>
            <a:lvl3pPr marL="329184" indent="-130302">
              <a:buClr>
                <a:srgbClr val="B01C2E"/>
              </a:buClr>
              <a:buFont typeface="Arial" pitchFamily="34" charset="0"/>
              <a:buChar char="‒"/>
              <a:defRPr sz="825" baseline="0"/>
            </a:lvl3pPr>
          </a:lstStyle>
          <a:p>
            <a:pPr lvl="0"/>
            <a:r>
              <a:rPr lang="en-US"/>
              <a:t>Click to edit Master text styles</a:t>
            </a:r>
          </a:p>
          <a:p>
            <a:pPr lvl="1"/>
            <a:r>
              <a:rPr lang="en-US"/>
              <a:t>Second level</a:t>
            </a:r>
          </a:p>
          <a:p>
            <a:pPr lvl="2"/>
            <a:r>
              <a:rPr lang="en-US"/>
              <a:t>Third level</a:t>
            </a:r>
          </a:p>
        </p:txBody>
      </p:sp>
      <p:sp>
        <p:nvSpPr>
          <p:cNvPr id="29" name="Text Placeholder 5"/>
          <p:cNvSpPr>
            <a:spLocks noGrp="1"/>
          </p:cNvSpPr>
          <p:nvPr>
            <p:ph type="body" sz="quarter" idx="43"/>
          </p:nvPr>
        </p:nvSpPr>
        <p:spPr>
          <a:xfrm>
            <a:off x="7310438" y="1676400"/>
            <a:ext cx="1508760" cy="4389120"/>
          </a:xfrm>
          <a:prstGeom prst="rect">
            <a:avLst/>
          </a:prstGeom>
          <a:solidFill>
            <a:srgbClr val="FFFFFF"/>
          </a:solidFill>
          <a:ln>
            <a:solidFill>
              <a:srgbClr val="C0C0C0"/>
            </a:solidFill>
          </a:ln>
        </p:spPr>
        <p:txBody>
          <a:bodyPr anchor="t" anchorCtr="0"/>
          <a:lstStyle>
            <a:lvl1pPr marL="89154" marR="0" indent="-89154" algn="l" defTabSz="685800" rtl="0" eaLnBrk="1" fontAlgn="auto" latinLnBrk="0" hangingPunct="1">
              <a:lnSpc>
                <a:spcPct val="100000"/>
              </a:lnSpc>
              <a:spcBef>
                <a:spcPct val="20000"/>
              </a:spcBef>
              <a:spcAft>
                <a:spcPts val="0"/>
              </a:spcAft>
              <a:buClr>
                <a:schemeClr val="accent1"/>
              </a:buClr>
              <a:buSzTx/>
              <a:buFont typeface="Wingdings 2" pitchFamily="18" charset="2"/>
              <a:buChar char=""/>
              <a:tabLst/>
              <a:defRPr sz="825" baseline="0"/>
            </a:lvl1pPr>
            <a:lvl2pPr marL="246888" indent="-123444">
              <a:buClr>
                <a:srgbClr val="B01C2E"/>
              </a:buClr>
              <a:buFont typeface="Arial" pitchFamily="34" charset="0"/>
              <a:buChar char="•"/>
              <a:defRPr sz="825" baseline="0"/>
            </a:lvl2pPr>
            <a:lvl3pPr marL="329184" indent="-130302">
              <a:buClr>
                <a:srgbClr val="B01C2E"/>
              </a:buClr>
              <a:buFont typeface="Arial" pitchFamily="34" charset="0"/>
              <a:buChar char="‒"/>
              <a:defRPr sz="825" baseline="0"/>
            </a:lvl3pPr>
          </a:lstStyle>
          <a:p>
            <a:pPr lvl="0"/>
            <a:r>
              <a:rPr lang="en-US"/>
              <a:t>Click to edit Master text styles</a:t>
            </a:r>
          </a:p>
          <a:p>
            <a:pPr lvl="1"/>
            <a:r>
              <a:rPr lang="en-US"/>
              <a:t>Second level</a:t>
            </a:r>
          </a:p>
          <a:p>
            <a:pPr lvl="2"/>
            <a:r>
              <a:rPr lang="en-US"/>
              <a:t>Third level</a:t>
            </a:r>
          </a:p>
        </p:txBody>
      </p:sp>
      <p:sp>
        <p:nvSpPr>
          <p:cNvPr id="13" name="Slide Number Placeholder 9"/>
          <p:cNvSpPr>
            <a:spLocks noGrp="1"/>
          </p:cNvSpPr>
          <p:nvPr>
            <p:ph type="sldNum" sz="quarter" idx="44"/>
          </p:nvPr>
        </p:nvSpPr>
        <p:spPr/>
        <p:txBody>
          <a:bodyPr/>
          <a:lstStyle>
            <a:lvl1pPr>
              <a:defRPr/>
            </a:lvl1pPr>
          </a:lstStyle>
          <a:p>
            <a:fld id="{1EB3DA79-8920-3645-A529-9AD16B41E65B}" type="slidenum">
              <a:rPr lang="en-US" altLang="en-US"/>
              <a:pPr/>
              <a:t>‹#›</a:t>
            </a:fld>
            <a:endParaRPr lang="en-US" altLang="en-US"/>
          </a:p>
        </p:txBody>
      </p:sp>
      <p:sp>
        <p:nvSpPr>
          <p:cNvPr id="19" name="Footer Placeholder 12"/>
          <p:cNvSpPr>
            <a:spLocks noGrp="1"/>
          </p:cNvSpPr>
          <p:nvPr>
            <p:ph type="ftr" sz="quarter" idx="45"/>
          </p:nvPr>
        </p:nvSpPr>
        <p:spPr/>
        <p:txBody>
          <a:bodyPr/>
          <a:lstStyle>
            <a:lvl1pPr>
              <a:defRPr/>
            </a:lvl1pPr>
          </a:lstStyle>
          <a:p>
            <a:pPr>
              <a:defRPr/>
            </a:pPr>
            <a:r>
              <a:rPr lang="en-US"/>
              <a:t>Ethical Debates, Econ Theories, Real-World Impacts</a:t>
            </a:r>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Major Points">
    <p:spTree>
      <p:nvGrpSpPr>
        <p:cNvPr id="1" name=""/>
        <p:cNvGrpSpPr/>
        <p:nvPr/>
      </p:nvGrpSpPr>
      <p:grpSpPr>
        <a:xfrm>
          <a:off x="0" y="0"/>
          <a:ext cx="0" cy="0"/>
          <a:chOff x="0" y="0"/>
          <a:chExt cx="0" cy="0"/>
        </a:xfrm>
      </p:grpSpPr>
      <p:sp>
        <p:nvSpPr>
          <p:cNvPr id="8" name="Text Placeholder 7"/>
          <p:cNvSpPr>
            <a:spLocks noGrp="1"/>
          </p:cNvSpPr>
          <p:nvPr>
            <p:ph type="body" sz="quarter" idx="19"/>
          </p:nvPr>
        </p:nvSpPr>
        <p:spPr>
          <a:xfrm>
            <a:off x="457200" y="1417320"/>
            <a:ext cx="1682496" cy="1508760"/>
          </a:xfrm>
          <a:prstGeom prst="rect">
            <a:avLst/>
          </a:prstGeom>
          <a:solidFill>
            <a:srgbClr val="B01C2E"/>
          </a:solidFill>
          <a:ln>
            <a:solidFill>
              <a:srgbClr val="B01C2E"/>
            </a:solidFill>
          </a:ln>
        </p:spPr>
        <p:txBody>
          <a:bodyPr anchor="ctr"/>
          <a:lstStyle>
            <a:lvl1pPr>
              <a:buNone/>
              <a:defRPr sz="900" b="1" baseline="0">
                <a:solidFill>
                  <a:schemeClr val="bg1"/>
                </a:solidFill>
              </a:defRPr>
            </a:lvl1pPr>
          </a:lstStyle>
          <a:p>
            <a:pPr lvl="0"/>
            <a:r>
              <a:rPr lang="en-US"/>
              <a:t>Click to edit Master text styles</a:t>
            </a:r>
          </a:p>
        </p:txBody>
      </p:sp>
      <p:sp>
        <p:nvSpPr>
          <p:cNvPr id="13" name="Text Placeholder 7"/>
          <p:cNvSpPr>
            <a:spLocks noGrp="1"/>
          </p:cNvSpPr>
          <p:nvPr>
            <p:ph type="body" sz="quarter" idx="21"/>
          </p:nvPr>
        </p:nvSpPr>
        <p:spPr>
          <a:xfrm>
            <a:off x="457200" y="3065544"/>
            <a:ext cx="1682496" cy="1508760"/>
          </a:xfrm>
          <a:prstGeom prst="rect">
            <a:avLst/>
          </a:prstGeom>
          <a:solidFill>
            <a:srgbClr val="B01C2E"/>
          </a:solidFill>
          <a:ln>
            <a:solidFill>
              <a:srgbClr val="B01C2E"/>
            </a:solidFill>
          </a:ln>
        </p:spPr>
        <p:txBody>
          <a:bodyPr anchor="ctr"/>
          <a:lstStyle>
            <a:lvl1pPr>
              <a:buNone/>
              <a:defRPr sz="900" b="1" baseline="0">
                <a:solidFill>
                  <a:schemeClr val="bg1"/>
                </a:solidFill>
              </a:defRPr>
            </a:lvl1pPr>
          </a:lstStyle>
          <a:p>
            <a:pPr lvl="0"/>
            <a:r>
              <a:rPr lang="en-US"/>
              <a:t>Click to edit Master text styles</a:t>
            </a:r>
          </a:p>
        </p:txBody>
      </p:sp>
      <p:sp>
        <p:nvSpPr>
          <p:cNvPr id="17" name="Text Placeholder 7"/>
          <p:cNvSpPr>
            <a:spLocks noGrp="1"/>
          </p:cNvSpPr>
          <p:nvPr>
            <p:ph type="body" sz="quarter" idx="23"/>
          </p:nvPr>
        </p:nvSpPr>
        <p:spPr>
          <a:xfrm>
            <a:off x="457200" y="4713767"/>
            <a:ext cx="1682496" cy="1508760"/>
          </a:xfrm>
          <a:prstGeom prst="rect">
            <a:avLst/>
          </a:prstGeom>
          <a:solidFill>
            <a:srgbClr val="B01C2E"/>
          </a:solidFill>
          <a:ln>
            <a:solidFill>
              <a:srgbClr val="B01C2E"/>
            </a:solidFill>
          </a:ln>
        </p:spPr>
        <p:txBody>
          <a:bodyPr anchor="ctr"/>
          <a:lstStyle>
            <a:lvl1pPr>
              <a:buNone/>
              <a:defRPr sz="900" b="1" baseline="0">
                <a:solidFill>
                  <a:schemeClr val="bg1"/>
                </a:solidFill>
              </a:defRPr>
            </a:lvl1pPr>
          </a:lstStyle>
          <a:p>
            <a:pPr lvl="0"/>
            <a:r>
              <a:rPr lang="en-US"/>
              <a:t>Click to edit Master text styles</a:t>
            </a:r>
          </a:p>
        </p:txBody>
      </p:sp>
      <p:sp>
        <p:nvSpPr>
          <p:cNvPr id="10" name="Rectangle 2"/>
          <p:cNvSpPr>
            <a:spLocks noGrp="1" noChangeArrowheads="1"/>
          </p:cNvSpPr>
          <p:nvPr>
            <p:ph type="title"/>
          </p:nvPr>
        </p:nvSpPr>
        <p:spPr bwMode="gray">
          <a:xfrm>
            <a:off x="452441" y="2"/>
            <a:ext cx="8239125" cy="898525"/>
          </a:xfrm>
          <a:prstGeom prst="rect">
            <a:avLst/>
          </a:prstGeom>
          <a:noFill/>
          <a:ln w="9525">
            <a:noFill/>
            <a:miter lim="800000"/>
            <a:headEnd/>
            <a:tailEnd/>
          </a:ln>
        </p:spPr>
        <p:txBody>
          <a:bodyPr vert="horz" wrap="square" lIns="0" tIns="0" rIns="0" bIns="0" numCol="1" anchor="b" anchorCtr="0" compatLnSpc="1">
            <a:prstTxWarp prst="textNoShape">
              <a:avLst/>
            </a:prstTxWarp>
          </a:bodyPr>
          <a:lstStyle>
            <a:lvl1pPr algn="l">
              <a:defRPr sz="1650"/>
            </a:lvl1pPr>
          </a:lstStyle>
          <a:p>
            <a:pPr lvl="0"/>
            <a:r>
              <a:rPr lang="en-US"/>
              <a:t>Click to edit Master title style</a:t>
            </a:r>
            <a:endParaRPr lang="en-US" dirty="0"/>
          </a:p>
        </p:txBody>
      </p:sp>
      <p:sp>
        <p:nvSpPr>
          <p:cNvPr id="15" name="Text Placeholder 5"/>
          <p:cNvSpPr>
            <a:spLocks noGrp="1"/>
          </p:cNvSpPr>
          <p:nvPr>
            <p:ph type="body" sz="quarter" idx="31"/>
          </p:nvPr>
        </p:nvSpPr>
        <p:spPr>
          <a:xfrm>
            <a:off x="2133600" y="1417320"/>
            <a:ext cx="6556248" cy="1508760"/>
          </a:xfrm>
          <a:prstGeom prst="rect">
            <a:avLst/>
          </a:prstGeom>
          <a:solidFill>
            <a:srgbClr val="FFFFFF"/>
          </a:solidFill>
          <a:ln>
            <a:solidFill>
              <a:srgbClr val="C0C0C0"/>
            </a:solidFill>
          </a:ln>
        </p:spPr>
        <p:txBody>
          <a:bodyPr rIns="45720" anchor="ctr" anchorCtr="0"/>
          <a:lstStyle>
            <a:lvl1pPr marL="89154" marR="0" indent="-89154" algn="l" defTabSz="685800" rtl="0" eaLnBrk="1" fontAlgn="auto" latinLnBrk="0" hangingPunct="1">
              <a:lnSpc>
                <a:spcPct val="100000"/>
              </a:lnSpc>
              <a:spcBef>
                <a:spcPct val="20000"/>
              </a:spcBef>
              <a:spcAft>
                <a:spcPts val="0"/>
              </a:spcAft>
              <a:buClr>
                <a:schemeClr val="accent1"/>
              </a:buClr>
              <a:buSzTx/>
              <a:buFont typeface="Wingdings 2" pitchFamily="18" charset="2"/>
              <a:buChar char=""/>
              <a:tabLst/>
              <a:defRPr sz="900" baseline="0"/>
            </a:lvl1pPr>
            <a:lvl2pPr marL="246888" indent="-123444">
              <a:buClr>
                <a:srgbClr val="B01C2E"/>
              </a:buClr>
              <a:buFont typeface="Arial" pitchFamily="34" charset="0"/>
              <a:buChar char="•"/>
              <a:defRPr sz="900" baseline="0"/>
            </a:lvl2pPr>
            <a:lvl3pPr marL="329184" indent="-130302">
              <a:buClr>
                <a:srgbClr val="B01C2E"/>
              </a:buClr>
              <a:buFont typeface="Arial" pitchFamily="34" charset="0"/>
              <a:buChar char="‒"/>
              <a:defRPr sz="1500" baseline="0"/>
            </a:lvl3pPr>
            <a:lvl4pPr marL="514350">
              <a:buClr>
                <a:srgbClr val="B01C2E"/>
              </a:buClr>
              <a:buFont typeface="Arial" pitchFamily="34" charset="0"/>
              <a:buChar char="–"/>
              <a:defRPr sz="900"/>
            </a:lvl4pPr>
            <a:lvl5pPr marL="685800">
              <a:buClr>
                <a:srgbClr val="B01C2E"/>
              </a:buClr>
              <a:buFont typeface="Arial" pitchFamily="34" charset="0"/>
              <a:buChar char="–"/>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6" name="Text Placeholder 5"/>
          <p:cNvSpPr>
            <a:spLocks noGrp="1"/>
          </p:cNvSpPr>
          <p:nvPr>
            <p:ph type="body" sz="quarter" idx="32"/>
          </p:nvPr>
        </p:nvSpPr>
        <p:spPr>
          <a:xfrm>
            <a:off x="2133600" y="3065543"/>
            <a:ext cx="6556248" cy="1508760"/>
          </a:xfrm>
          <a:prstGeom prst="rect">
            <a:avLst/>
          </a:prstGeom>
          <a:solidFill>
            <a:srgbClr val="FFFFFF"/>
          </a:solidFill>
          <a:ln>
            <a:solidFill>
              <a:srgbClr val="C0C0C0"/>
            </a:solidFill>
          </a:ln>
        </p:spPr>
        <p:txBody>
          <a:bodyPr rIns="45720" anchor="ctr" anchorCtr="0"/>
          <a:lstStyle>
            <a:lvl1pPr marL="89154" marR="0" indent="-89154" algn="l" defTabSz="685800" rtl="0" eaLnBrk="1" fontAlgn="auto" latinLnBrk="0" hangingPunct="1">
              <a:lnSpc>
                <a:spcPct val="100000"/>
              </a:lnSpc>
              <a:spcBef>
                <a:spcPct val="20000"/>
              </a:spcBef>
              <a:spcAft>
                <a:spcPts val="0"/>
              </a:spcAft>
              <a:buClr>
                <a:schemeClr val="accent1"/>
              </a:buClr>
              <a:buSzTx/>
              <a:buFont typeface="Wingdings 2" pitchFamily="18" charset="2"/>
              <a:buChar char=""/>
              <a:tabLst/>
              <a:defRPr sz="900" baseline="0"/>
            </a:lvl1pPr>
            <a:lvl2pPr marL="246888" indent="-123444">
              <a:buClr>
                <a:srgbClr val="B01C2E"/>
              </a:buClr>
              <a:buFont typeface="Arial" pitchFamily="34" charset="0"/>
              <a:buChar char="•"/>
              <a:defRPr sz="900" baseline="0"/>
            </a:lvl2pPr>
            <a:lvl3pPr marL="329184" indent="-130302">
              <a:buClr>
                <a:srgbClr val="B01C2E"/>
              </a:buClr>
              <a:buFont typeface="Arial" pitchFamily="34" charset="0"/>
              <a:buChar char="‒"/>
              <a:defRPr sz="1500" baseline="0"/>
            </a:lvl3pPr>
            <a:lvl4pPr marL="514350">
              <a:buClr>
                <a:srgbClr val="B01C2E"/>
              </a:buClr>
              <a:buFont typeface="Arial" pitchFamily="34" charset="0"/>
              <a:buChar char="–"/>
              <a:defRPr sz="900"/>
            </a:lvl4pPr>
            <a:lvl5pPr marL="685800">
              <a:buClr>
                <a:srgbClr val="B01C2E"/>
              </a:buClr>
              <a:buFont typeface="Arial" pitchFamily="34" charset="0"/>
              <a:buChar char="–"/>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8" name="Text Placeholder 5"/>
          <p:cNvSpPr>
            <a:spLocks noGrp="1"/>
          </p:cNvSpPr>
          <p:nvPr>
            <p:ph type="body" sz="quarter" idx="33"/>
          </p:nvPr>
        </p:nvSpPr>
        <p:spPr>
          <a:xfrm>
            <a:off x="2133600" y="4713767"/>
            <a:ext cx="6556248" cy="1508760"/>
          </a:xfrm>
          <a:prstGeom prst="rect">
            <a:avLst/>
          </a:prstGeom>
          <a:solidFill>
            <a:srgbClr val="FFFFFF"/>
          </a:solidFill>
          <a:ln>
            <a:solidFill>
              <a:srgbClr val="C0C0C0"/>
            </a:solidFill>
          </a:ln>
        </p:spPr>
        <p:txBody>
          <a:bodyPr rIns="45720" anchor="ctr" anchorCtr="0"/>
          <a:lstStyle>
            <a:lvl1pPr marL="89154" marR="0" indent="-89154" algn="l" defTabSz="685800" rtl="0" eaLnBrk="1" fontAlgn="auto" latinLnBrk="0" hangingPunct="1">
              <a:lnSpc>
                <a:spcPct val="100000"/>
              </a:lnSpc>
              <a:spcBef>
                <a:spcPct val="20000"/>
              </a:spcBef>
              <a:spcAft>
                <a:spcPts val="0"/>
              </a:spcAft>
              <a:buClr>
                <a:schemeClr val="accent1"/>
              </a:buClr>
              <a:buSzTx/>
              <a:buFont typeface="Wingdings 2" pitchFamily="18" charset="2"/>
              <a:buChar char=""/>
              <a:tabLst/>
              <a:defRPr sz="900" baseline="0"/>
            </a:lvl1pPr>
            <a:lvl2pPr marL="246888" indent="-123444">
              <a:buClr>
                <a:srgbClr val="B01C2E"/>
              </a:buClr>
              <a:buFont typeface="Arial" pitchFamily="34" charset="0"/>
              <a:buChar char="•"/>
              <a:defRPr sz="900" baseline="0"/>
            </a:lvl2pPr>
            <a:lvl3pPr marL="329184" indent="-130302">
              <a:buClr>
                <a:srgbClr val="B01C2E"/>
              </a:buClr>
              <a:buFont typeface="Arial" pitchFamily="34" charset="0"/>
              <a:buChar char="‒"/>
              <a:defRPr sz="1500" baseline="0"/>
            </a:lvl3pPr>
            <a:lvl4pPr marL="514350">
              <a:buClr>
                <a:srgbClr val="B01C2E"/>
              </a:buClr>
              <a:buFont typeface="Arial" pitchFamily="34" charset="0"/>
              <a:buChar char="–"/>
              <a:defRPr sz="900"/>
            </a:lvl4pPr>
            <a:lvl5pPr marL="685800">
              <a:buClr>
                <a:srgbClr val="B01C2E"/>
              </a:buClr>
              <a:buFont typeface="Arial" pitchFamily="34" charset="0"/>
              <a:buChar char="–"/>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9" name="Slide Number Placeholder 9"/>
          <p:cNvSpPr>
            <a:spLocks noGrp="1"/>
          </p:cNvSpPr>
          <p:nvPr>
            <p:ph type="sldNum" sz="quarter" idx="34"/>
          </p:nvPr>
        </p:nvSpPr>
        <p:spPr/>
        <p:txBody>
          <a:bodyPr/>
          <a:lstStyle>
            <a:lvl1pPr>
              <a:defRPr/>
            </a:lvl1pPr>
          </a:lstStyle>
          <a:p>
            <a:fld id="{055F7767-1EA1-1B4C-AF44-6A3FCE365276}" type="slidenum">
              <a:rPr lang="en-US" altLang="en-US"/>
              <a:pPr/>
              <a:t>‹#›</a:t>
            </a:fld>
            <a:endParaRPr lang="en-US" altLang="en-US"/>
          </a:p>
        </p:txBody>
      </p:sp>
      <p:sp>
        <p:nvSpPr>
          <p:cNvPr id="11" name="Footer Placeholder 12"/>
          <p:cNvSpPr>
            <a:spLocks noGrp="1"/>
          </p:cNvSpPr>
          <p:nvPr>
            <p:ph type="ftr" sz="quarter" idx="35"/>
          </p:nvPr>
        </p:nvSpPr>
        <p:spPr/>
        <p:txBody>
          <a:bodyPr/>
          <a:lstStyle>
            <a:lvl1pPr>
              <a:defRPr/>
            </a:lvl1pPr>
          </a:lstStyle>
          <a:p>
            <a:pPr>
              <a:defRPr/>
            </a:pPr>
            <a:r>
              <a:rPr lang="en-US"/>
              <a:t>Ethical Debates, Econ Theories, Real-World Impacts</a:t>
            </a:r>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Chevrons">
    <p:spTree>
      <p:nvGrpSpPr>
        <p:cNvPr id="1" name=""/>
        <p:cNvGrpSpPr/>
        <p:nvPr/>
      </p:nvGrpSpPr>
      <p:grpSpPr>
        <a:xfrm>
          <a:off x="0" y="0"/>
          <a:ext cx="0" cy="0"/>
          <a:chOff x="0" y="0"/>
          <a:chExt cx="0" cy="0"/>
        </a:xfrm>
      </p:grpSpPr>
      <p:sp>
        <p:nvSpPr>
          <p:cNvPr id="35" name="Text Placeholder 2"/>
          <p:cNvSpPr>
            <a:spLocks noGrp="1"/>
          </p:cNvSpPr>
          <p:nvPr>
            <p:ph type="body" sz="quarter" idx="12"/>
          </p:nvPr>
        </p:nvSpPr>
        <p:spPr>
          <a:xfrm>
            <a:off x="422276" y="1397000"/>
            <a:ext cx="1738313" cy="1155700"/>
          </a:xfrm>
          <a:prstGeom prst="homePlate">
            <a:avLst>
              <a:gd name="adj" fmla="val 19565"/>
            </a:avLst>
          </a:prstGeom>
          <a:solidFill>
            <a:srgbClr val="D7D7D7"/>
          </a:solidFill>
        </p:spPr>
        <p:txBody>
          <a:bodyPr anchor="ctr"/>
          <a:lstStyle>
            <a:lvl1pPr>
              <a:buNone/>
              <a:defRPr sz="900"/>
            </a:lvl1pPr>
          </a:lstStyle>
          <a:p>
            <a:pPr lvl="0"/>
            <a:r>
              <a:rPr lang="en-US"/>
              <a:t>Click to edit Master text styles</a:t>
            </a:r>
          </a:p>
        </p:txBody>
      </p:sp>
      <p:sp>
        <p:nvSpPr>
          <p:cNvPr id="36" name="Text Placeholder 3"/>
          <p:cNvSpPr>
            <a:spLocks noGrp="1"/>
          </p:cNvSpPr>
          <p:nvPr>
            <p:ph type="body" sz="quarter" idx="13"/>
          </p:nvPr>
        </p:nvSpPr>
        <p:spPr>
          <a:xfrm>
            <a:off x="2060576" y="1397000"/>
            <a:ext cx="1736725" cy="1155700"/>
          </a:xfrm>
          <a:prstGeom prst="chevron">
            <a:avLst>
              <a:gd name="adj" fmla="val 18696"/>
            </a:avLst>
          </a:prstGeom>
          <a:solidFill>
            <a:srgbClr val="D7D7D7"/>
          </a:solidFill>
        </p:spPr>
        <p:txBody>
          <a:bodyPr anchor="ctr"/>
          <a:lstStyle>
            <a:lvl1pPr>
              <a:buNone/>
              <a:defRPr sz="900"/>
            </a:lvl1pPr>
          </a:lstStyle>
          <a:p>
            <a:pPr lvl="0"/>
            <a:r>
              <a:rPr lang="en-US"/>
              <a:t>Click to edit Master text styles</a:t>
            </a:r>
          </a:p>
        </p:txBody>
      </p:sp>
      <p:sp>
        <p:nvSpPr>
          <p:cNvPr id="37" name="Text Placeholder 4"/>
          <p:cNvSpPr>
            <a:spLocks noGrp="1"/>
          </p:cNvSpPr>
          <p:nvPr>
            <p:ph type="body" sz="quarter" idx="15"/>
          </p:nvPr>
        </p:nvSpPr>
        <p:spPr>
          <a:xfrm>
            <a:off x="5335590" y="1397000"/>
            <a:ext cx="1738312" cy="1155700"/>
          </a:xfrm>
          <a:prstGeom prst="chevron">
            <a:avLst>
              <a:gd name="adj" fmla="val 18696"/>
            </a:avLst>
          </a:prstGeom>
          <a:solidFill>
            <a:srgbClr val="D7D7D7"/>
          </a:solidFill>
        </p:spPr>
        <p:txBody>
          <a:bodyPr anchor="ctr"/>
          <a:lstStyle>
            <a:lvl1pPr>
              <a:buNone/>
              <a:defRPr sz="900"/>
            </a:lvl1pPr>
          </a:lstStyle>
          <a:p>
            <a:pPr lvl="0"/>
            <a:r>
              <a:rPr lang="en-US"/>
              <a:t>Click to edit Master text styles</a:t>
            </a:r>
          </a:p>
        </p:txBody>
      </p:sp>
      <p:sp>
        <p:nvSpPr>
          <p:cNvPr id="38" name="Text Placeholder 5"/>
          <p:cNvSpPr>
            <a:spLocks noGrp="1"/>
          </p:cNvSpPr>
          <p:nvPr>
            <p:ph type="body" sz="quarter" idx="16"/>
          </p:nvPr>
        </p:nvSpPr>
        <p:spPr>
          <a:xfrm>
            <a:off x="3698876" y="1397000"/>
            <a:ext cx="1736725" cy="1155700"/>
          </a:xfrm>
          <a:prstGeom prst="chevron">
            <a:avLst>
              <a:gd name="adj" fmla="val 18687"/>
            </a:avLst>
          </a:prstGeom>
          <a:solidFill>
            <a:srgbClr val="B01C2E"/>
          </a:solidFill>
        </p:spPr>
        <p:txBody>
          <a:bodyPr anchor="ctr"/>
          <a:lstStyle>
            <a:lvl1pPr>
              <a:buNone/>
              <a:defRPr sz="900" b="1">
                <a:solidFill>
                  <a:srgbClr val="FFFFFF"/>
                </a:solidFill>
              </a:defRPr>
            </a:lvl1pPr>
          </a:lstStyle>
          <a:p>
            <a:pPr lvl="0"/>
            <a:r>
              <a:rPr lang="en-US"/>
              <a:t>Click to edit Master text styles</a:t>
            </a:r>
          </a:p>
        </p:txBody>
      </p:sp>
      <p:sp>
        <p:nvSpPr>
          <p:cNvPr id="39" name="Text Placeholder 6"/>
          <p:cNvSpPr>
            <a:spLocks noGrp="1"/>
          </p:cNvSpPr>
          <p:nvPr>
            <p:ph type="body" sz="quarter" idx="17"/>
          </p:nvPr>
        </p:nvSpPr>
        <p:spPr>
          <a:xfrm>
            <a:off x="6973891" y="1397000"/>
            <a:ext cx="1736725" cy="1155700"/>
          </a:xfrm>
          <a:prstGeom prst="chevron">
            <a:avLst>
              <a:gd name="adj" fmla="val 18696"/>
            </a:avLst>
          </a:prstGeom>
          <a:solidFill>
            <a:srgbClr val="D7D7D7"/>
          </a:solidFill>
        </p:spPr>
        <p:txBody>
          <a:bodyPr anchor="ctr"/>
          <a:lstStyle>
            <a:lvl1pPr>
              <a:buNone/>
              <a:defRPr sz="900"/>
            </a:lvl1pPr>
          </a:lstStyle>
          <a:p>
            <a:pPr lvl="0"/>
            <a:r>
              <a:rPr lang="en-US"/>
              <a:t>Click to edit Master text styles</a:t>
            </a:r>
          </a:p>
        </p:txBody>
      </p:sp>
      <p:sp>
        <p:nvSpPr>
          <p:cNvPr id="40" name="Text Placeholder 7"/>
          <p:cNvSpPr>
            <a:spLocks noGrp="1"/>
          </p:cNvSpPr>
          <p:nvPr>
            <p:ph type="body" sz="quarter" idx="18"/>
          </p:nvPr>
        </p:nvSpPr>
        <p:spPr>
          <a:xfrm>
            <a:off x="422275" y="2954338"/>
            <a:ext cx="2147888" cy="1155700"/>
          </a:xfrm>
          <a:prstGeom prst="homePlate">
            <a:avLst>
              <a:gd name="adj" fmla="val 19557"/>
            </a:avLst>
          </a:prstGeom>
          <a:solidFill>
            <a:srgbClr val="B01C2E"/>
          </a:solidFill>
        </p:spPr>
        <p:txBody>
          <a:bodyPr anchor="ctr"/>
          <a:lstStyle>
            <a:lvl1pPr>
              <a:buNone/>
              <a:defRPr sz="900" b="1">
                <a:solidFill>
                  <a:srgbClr val="FFFFFF"/>
                </a:solidFill>
              </a:defRPr>
            </a:lvl1pPr>
          </a:lstStyle>
          <a:p>
            <a:pPr lvl="0"/>
            <a:r>
              <a:rPr lang="en-US"/>
              <a:t>Click to edit Master text styles</a:t>
            </a:r>
          </a:p>
        </p:txBody>
      </p:sp>
      <p:sp>
        <p:nvSpPr>
          <p:cNvPr id="41" name="Text Placeholder 8"/>
          <p:cNvSpPr>
            <a:spLocks noGrp="1"/>
          </p:cNvSpPr>
          <p:nvPr>
            <p:ph type="body" sz="quarter" idx="19"/>
          </p:nvPr>
        </p:nvSpPr>
        <p:spPr>
          <a:xfrm>
            <a:off x="2468564" y="2954338"/>
            <a:ext cx="2149475" cy="1155700"/>
          </a:xfrm>
          <a:prstGeom prst="chevron">
            <a:avLst>
              <a:gd name="adj" fmla="val 18696"/>
            </a:avLst>
          </a:prstGeom>
          <a:solidFill>
            <a:srgbClr val="D7D7D7"/>
          </a:solidFill>
        </p:spPr>
        <p:txBody>
          <a:bodyPr anchor="ctr"/>
          <a:lstStyle>
            <a:lvl1pPr>
              <a:buNone/>
              <a:defRPr sz="900"/>
            </a:lvl1pPr>
          </a:lstStyle>
          <a:p>
            <a:pPr lvl="0"/>
            <a:r>
              <a:rPr lang="en-US"/>
              <a:t>Click to edit Master text styles</a:t>
            </a:r>
          </a:p>
        </p:txBody>
      </p:sp>
      <p:sp>
        <p:nvSpPr>
          <p:cNvPr id="42" name="Text Placeholder 9"/>
          <p:cNvSpPr>
            <a:spLocks noGrp="1"/>
          </p:cNvSpPr>
          <p:nvPr>
            <p:ph type="body" sz="quarter" idx="20"/>
          </p:nvPr>
        </p:nvSpPr>
        <p:spPr>
          <a:xfrm>
            <a:off x="6561140" y="2954338"/>
            <a:ext cx="2149475" cy="1155700"/>
          </a:xfrm>
          <a:prstGeom prst="chevron">
            <a:avLst>
              <a:gd name="adj" fmla="val 18696"/>
            </a:avLst>
          </a:prstGeom>
          <a:solidFill>
            <a:srgbClr val="D7D7D7"/>
          </a:solidFill>
        </p:spPr>
        <p:txBody>
          <a:bodyPr anchor="ctr"/>
          <a:lstStyle>
            <a:lvl1pPr>
              <a:buNone/>
              <a:defRPr sz="900"/>
            </a:lvl1pPr>
          </a:lstStyle>
          <a:p>
            <a:pPr lvl="0"/>
            <a:r>
              <a:rPr lang="en-US"/>
              <a:t>Click to edit Master text styles</a:t>
            </a:r>
          </a:p>
        </p:txBody>
      </p:sp>
      <p:sp>
        <p:nvSpPr>
          <p:cNvPr id="43" name="Text Placeholder 10"/>
          <p:cNvSpPr>
            <a:spLocks noGrp="1"/>
          </p:cNvSpPr>
          <p:nvPr>
            <p:ph type="body" sz="quarter" idx="21"/>
          </p:nvPr>
        </p:nvSpPr>
        <p:spPr>
          <a:xfrm>
            <a:off x="4514852" y="2954338"/>
            <a:ext cx="2149475" cy="1155700"/>
          </a:xfrm>
          <a:prstGeom prst="chevron">
            <a:avLst>
              <a:gd name="adj" fmla="val 18696"/>
            </a:avLst>
          </a:prstGeom>
          <a:solidFill>
            <a:srgbClr val="D7D7D7"/>
          </a:solidFill>
        </p:spPr>
        <p:txBody>
          <a:bodyPr anchor="ctr"/>
          <a:lstStyle>
            <a:lvl1pPr>
              <a:buNone/>
              <a:defRPr sz="900"/>
            </a:lvl1pPr>
          </a:lstStyle>
          <a:p>
            <a:pPr lvl="0"/>
            <a:r>
              <a:rPr lang="en-US"/>
              <a:t>Click to edit Master text styles</a:t>
            </a:r>
          </a:p>
        </p:txBody>
      </p:sp>
      <p:sp>
        <p:nvSpPr>
          <p:cNvPr id="44" name="Text Placeholder 11"/>
          <p:cNvSpPr>
            <a:spLocks noGrp="1"/>
          </p:cNvSpPr>
          <p:nvPr>
            <p:ph type="body" sz="quarter" idx="22"/>
          </p:nvPr>
        </p:nvSpPr>
        <p:spPr>
          <a:xfrm>
            <a:off x="431801" y="4497388"/>
            <a:ext cx="2816225" cy="1154112"/>
          </a:xfrm>
          <a:prstGeom prst="homePlate">
            <a:avLst>
              <a:gd name="adj" fmla="val 19565"/>
            </a:avLst>
          </a:prstGeom>
          <a:solidFill>
            <a:srgbClr val="D7D7D7"/>
          </a:solidFill>
        </p:spPr>
        <p:txBody>
          <a:bodyPr anchor="ctr"/>
          <a:lstStyle>
            <a:lvl1pPr>
              <a:buNone/>
              <a:defRPr sz="900"/>
            </a:lvl1pPr>
          </a:lstStyle>
          <a:p>
            <a:pPr lvl="0"/>
            <a:r>
              <a:rPr lang="en-US"/>
              <a:t>Click to edit Master text styles</a:t>
            </a:r>
          </a:p>
        </p:txBody>
      </p:sp>
      <p:sp>
        <p:nvSpPr>
          <p:cNvPr id="45" name="Text Placeholder 12"/>
          <p:cNvSpPr>
            <a:spLocks noGrp="1"/>
          </p:cNvSpPr>
          <p:nvPr>
            <p:ph type="body" sz="quarter" idx="23"/>
          </p:nvPr>
        </p:nvSpPr>
        <p:spPr>
          <a:xfrm>
            <a:off x="3170239" y="4497388"/>
            <a:ext cx="2816225" cy="1154112"/>
          </a:xfrm>
          <a:prstGeom prst="chevron">
            <a:avLst>
              <a:gd name="adj" fmla="val 18696"/>
            </a:avLst>
          </a:prstGeom>
          <a:solidFill>
            <a:srgbClr val="D7D7D7"/>
          </a:solidFill>
        </p:spPr>
        <p:txBody>
          <a:bodyPr anchor="ctr"/>
          <a:lstStyle>
            <a:lvl1pPr>
              <a:buNone/>
              <a:defRPr sz="900"/>
            </a:lvl1pPr>
          </a:lstStyle>
          <a:p>
            <a:pPr lvl="0"/>
            <a:r>
              <a:rPr lang="en-US"/>
              <a:t>Click to edit Master text styles</a:t>
            </a:r>
          </a:p>
        </p:txBody>
      </p:sp>
      <p:sp>
        <p:nvSpPr>
          <p:cNvPr id="46" name="Text Placeholder 13"/>
          <p:cNvSpPr>
            <a:spLocks noGrp="1"/>
          </p:cNvSpPr>
          <p:nvPr>
            <p:ph type="body" sz="quarter" idx="25"/>
          </p:nvPr>
        </p:nvSpPr>
        <p:spPr>
          <a:xfrm>
            <a:off x="5908676" y="4497388"/>
            <a:ext cx="2816225" cy="1154112"/>
          </a:xfrm>
          <a:prstGeom prst="chevron">
            <a:avLst>
              <a:gd name="adj" fmla="val 18719"/>
            </a:avLst>
          </a:prstGeom>
          <a:solidFill>
            <a:srgbClr val="B01C2E"/>
          </a:solidFill>
        </p:spPr>
        <p:txBody>
          <a:bodyPr anchor="ctr"/>
          <a:lstStyle>
            <a:lvl1pPr>
              <a:buNone/>
              <a:defRPr sz="900" b="1">
                <a:solidFill>
                  <a:srgbClr val="FFFFFF"/>
                </a:solidFill>
              </a:defRPr>
            </a:lvl1pPr>
          </a:lstStyle>
          <a:p>
            <a:pPr lvl="0"/>
            <a:r>
              <a:rPr lang="en-US"/>
              <a:t>Click to edit Master text styles</a:t>
            </a:r>
          </a:p>
        </p:txBody>
      </p:sp>
      <p:sp>
        <p:nvSpPr>
          <p:cNvPr id="16" name="Rectangle 2"/>
          <p:cNvSpPr>
            <a:spLocks noGrp="1" noChangeArrowheads="1"/>
          </p:cNvSpPr>
          <p:nvPr>
            <p:ph type="title"/>
          </p:nvPr>
        </p:nvSpPr>
        <p:spPr bwMode="gray">
          <a:xfrm>
            <a:off x="452441" y="2"/>
            <a:ext cx="8239125" cy="898525"/>
          </a:xfrm>
          <a:prstGeom prst="rect">
            <a:avLst/>
          </a:prstGeom>
          <a:noFill/>
          <a:ln w="9525">
            <a:noFill/>
            <a:miter lim="800000"/>
            <a:headEnd/>
            <a:tailEnd/>
          </a:ln>
        </p:spPr>
        <p:txBody>
          <a:bodyPr vert="horz" wrap="square" lIns="0" tIns="0" rIns="0" bIns="0" numCol="1" anchor="b" anchorCtr="0" compatLnSpc="1">
            <a:prstTxWarp prst="textNoShape">
              <a:avLst/>
            </a:prstTxWarp>
          </a:bodyPr>
          <a:lstStyle>
            <a:lvl1pPr algn="l">
              <a:defRPr sz="1650"/>
            </a:lvl1pPr>
          </a:lstStyle>
          <a:p>
            <a:pPr lvl="0"/>
            <a:r>
              <a:rPr lang="en-US"/>
              <a:t>Click to edit Master title style</a:t>
            </a:r>
            <a:endParaRPr lang="en-US" dirty="0"/>
          </a:p>
        </p:txBody>
      </p:sp>
      <p:sp>
        <p:nvSpPr>
          <p:cNvPr id="15" name="Slide Number Placeholder 9"/>
          <p:cNvSpPr>
            <a:spLocks noGrp="1"/>
          </p:cNvSpPr>
          <p:nvPr>
            <p:ph type="sldNum" sz="quarter" idx="26"/>
          </p:nvPr>
        </p:nvSpPr>
        <p:spPr/>
        <p:txBody>
          <a:bodyPr/>
          <a:lstStyle>
            <a:lvl1pPr>
              <a:defRPr/>
            </a:lvl1pPr>
          </a:lstStyle>
          <a:p>
            <a:fld id="{48E524AC-D0C7-2340-84EA-A4DF70E82140}" type="slidenum">
              <a:rPr lang="en-US" altLang="en-US"/>
              <a:pPr/>
              <a:t>‹#›</a:t>
            </a:fld>
            <a:endParaRPr lang="en-US" altLang="en-US"/>
          </a:p>
        </p:txBody>
      </p:sp>
      <p:sp>
        <p:nvSpPr>
          <p:cNvPr id="17" name="Footer Placeholder 12"/>
          <p:cNvSpPr>
            <a:spLocks noGrp="1"/>
          </p:cNvSpPr>
          <p:nvPr>
            <p:ph type="ftr" sz="quarter" idx="27"/>
          </p:nvPr>
        </p:nvSpPr>
        <p:spPr/>
        <p:txBody>
          <a:bodyPr/>
          <a:lstStyle>
            <a:lvl1pPr>
              <a:defRPr/>
            </a:lvl1pPr>
          </a:lstStyle>
          <a:p>
            <a:pPr>
              <a:defRPr/>
            </a:pPr>
            <a:r>
              <a:rPr lang="en-US"/>
              <a:t>Ethical Debates, Econ Theories, Real-World Impacts</a:t>
            </a:r>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userDrawn="1">
  <p:cSld name="Text  Blocks - Major Points - Chevrons">
    <p:spTree>
      <p:nvGrpSpPr>
        <p:cNvPr id="1" name=""/>
        <p:cNvGrpSpPr/>
        <p:nvPr/>
      </p:nvGrpSpPr>
      <p:grpSpPr>
        <a:xfrm>
          <a:off x="0" y="0"/>
          <a:ext cx="0" cy="0"/>
          <a:chOff x="0" y="0"/>
          <a:chExt cx="0" cy="0"/>
        </a:xfrm>
      </p:grpSpPr>
      <p:sp>
        <p:nvSpPr>
          <p:cNvPr id="15" name="Text Placeholder 5"/>
          <p:cNvSpPr>
            <a:spLocks noGrp="1"/>
          </p:cNvSpPr>
          <p:nvPr>
            <p:ph type="body" sz="quarter" idx="31"/>
          </p:nvPr>
        </p:nvSpPr>
        <p:spPr>
          <a:xfrm>
            <a:off x="2133600" y="1344304"/>
            <a:ext cx="6629400" cy="859536"/>
          </a:xfrm>
          <a:prstGeom prst="rect">
            <a:avLst/>
          </a:prstGeom>
          <a:solidFill>
            <a:srgbClr val="FFFFFF"/>
          </a:solidFill>
          <a:ln>
            <a:solidFill>
              <a:srgbClr val="C0C0C0"/>
            </a:solidFill>
          </a:ln>
        </p:spPr>
        <p:txBody>
          <a:bodyPr lIns="365760" anchor="ctr" anchorCtr="0"/>
          <a:lstStyle>
            <a:lvl1pPr marL="89154" marR="0" indent="-89154" algn="l" defTabSz="685800" rtl="0" eaLnBrk="1" fontAlgn="auto" latinLnBrk="0" hangingPunct="1">
              <a:lnSpc>
                <a:spcPct val="100000"/>
              </a:lnSpc>
              <a:spcBef>
                <a:spcPct val="20000"/>
              </a:spcBef>
              <a:spcAft>
                <a:spcPts val="0"/>
              </a:spcAft>
              <a:buClr>
                <a:schemeClr val="accent1"/>
              </a:buClr>
              <a:buSzTx/>
              <a:buFont typeface="Wingdings 2" pitchFamily="18" charset="2"/>
              <a:buChar char=""/>
              <a:tabLst/>
              <a:defRPr sz="900" baseline="0"/>
            </a:lvl1pPr>
            <a:lvl2pPr marL="246888" indent="-123444">
              <a:buClr>
                <a:srgbClr val="B01C2E"/>
              </a:buClr>
              <a:buFont typeface="Arial" pitchFamily="34" charset="0"/>
              <a:buChar char="•"/>
              <a:defRPr sz="900" baseline="0"/>
            </a:lvl2pPr>
            <a:lvl3pPr marL="329184" indent="-130302">
              <a:buClr>
                <a:srgbClr val="B01C2E"/>
              </a:buClr>
              <a:buFont typeface="Arial" pitchFamily="34" charset="0"/>
              <a:buChar char="‒"/>
              <a:defRPr sz="900" baseline="0"/>
            </a:lvl3pPr>
            <a:lvl4pPr marL="514350">
              <a:buClr>
                <a:srgbClr val="B01C2E"/>
              </a:buClr>
              <a:buFont typeface="Arial" pitchFamily="34" charset="0"/>
              <a:buChar char="–"/>
              <a:defRPr sz="900"/>
            </a:lvl4pPr>
            <a:lvl5pPr marL="685800">
              <a:buClr>
                <a:srgbClr val="B01C2E"/>
              </a:buClr>
              <a:buFont typeface="Arial" pitchFamily="34" charset="0"/>
              <a:buChar char="–"/>
              <a:defRPr sz="900"/>
            </a:lvl5pPr>
          </a:lstStyle>
          <a:p>
            <a:pPr lvl="0"/>
            <a:r>
              <a:rPr lang="en-US"/>
              <a:t>Click to edit Master text styles</a:t>
            </a:r>
          </a:p>
        </p:txBody>
      </p:sp>
      <p:sp>
        <p:nvSpPr>
          <p:cNvPr id="16" name="Text Placeholder 5"/>
          <p:cNvSpPr>
            <a:spLocks noGrp="1"/>
          </p:cNvSpPr>
          <p:nvPr>
            <p:ph type="body" sz="quarter" idx="32"/>
          </p:nvPr>
        </p:nvSpPr>
        <p:spPr>
          <a:xfrm>
            <a:off x="2133600" y="2360778"/>
            <a:ext cx="6629400" cy="859536"/>
          </a:xfrm>
          <a:prstGeom prst="rect">
            <a:avLst/>
          </a:prstGeom>
          <a:solidFill>
            <a:srgbClr val="FFFFFF"/>
          </a:solidFill>
          <a:ln>
            <a:solidFill>
              <a:srgbClr val="C0C0C0"/>
            </a:solidFill>
          </a:ln>
        </p:spPr>
        <p:txBody>
          <a:bodyPr lIns="365760" anchor="ctr" anchorCtr="0"/>
          <a:lstStyle>
            <a:lvl1pPr marL="89154" marR="0" indent="-89154" algn="l" defTabSz="685800" rtl="0" eaLnBrk="1" fontAlgn="auto" latinLnBrk="0" hangingPunct="1">
              <a:lnSpc>
                <a:spcPct val="100000"/>
              </a:lnSpc>
              <a:spcBef>
                <a:spcPct val="20000"/>
              </a:spcBef>
              <a:spcAft>
                <a:spcPts val="0"/>
              </a:spcAft>
              <a:buClr>
                <a:schemeClr val="accent1"/>
              </a:buClr>
              <a:buSzTx/>
              <a:buFont typeface="Wingdings 2" pitchFamily="18" charset="2"/>
              <a:buChar char=""/>
              <a:tabLst/>
              <a:defRPr sz="900" baseline="0"/>
            </a:lvl1pPr>
            <a:lvl2pPr marL="246888" indent="-123444">
              <a:buClr>
                <a:srgbClr val="B01C2E"/>
              </a:buClr>
              <a:buFont typeface="Arial" pitchFamily="34" charset="0"/>
              <a:buChar char="•"/>
              <a:defRPr sz="900" baseline="0"/>
            </a:lvl2pPr>
            <a:lvl3pPr marL="329184" indent="-130302">
              <a:buClr>
                <a:srgbClr val="B01C2E"/>
              </a:buClr>
              <a:buFont typeface="Arial" pitchFamily="34" charset="0"/>
              <a:buChar char="‒"/>
              <a:defRPr sz="900" baseline="0"/>
            </a:lvl3pPr>
            <a:lvl4pPr marL="514350">
              <a:buClr>
                <a:srgbClr val="B01C2E"/>
              </a:buClr>
              <a:buFont typeface="Arial" pitchFamily="34" charset="0"/>
              <a:buChar char="–"/>
              <a:defRPr sz="900"/>
            </a:lvl4pPr>
            <a:lvl5pPr marL="685800">
              <a:buClr>
                <a:srgbClr val="B01C2E"/>
              </a:buClr>
              <a:buFont typeface="Arial" pitchFamily="34" charset="0"/>
              <a:buChar char="–"/>
              <a:defRPr sz="900"/>
            </a:lvl5pPr>
          </a:lstStyle>
          <a:p>
            <a:pPr lvl="0"/>
            <a:r>
              <a:rPr lang="en-US"/>
              <a:t>Click to edit Master text styles</a:t>
            </a:r>
          </a:p>
        </p:txBody>
      </p:sp>
      <p:sp>
        <p:nvSpPr>
          <p:cNvPr id="17" name="Text Placeholder 5"/>
          <p:cNvSpPr>
            <a:spLocks noGrp="1"/>
          </p:cNvSpPr>
          <p:nvPr>
            <p:ph type="body" sz="quarter" idx="33"/>
          </p:nvPr>
        </p:nvSpPr>
        <p:spPr>
          <a:xfrm>
            <a:off x="2133600" y="3377252"/>
            <a:ext cx="6629400" cy="859536"/>
          </a:xfrm>
          <a:prstGeom prst="rect">
            <a:avLst/>
          </a:prstGeom>
          <a:solidFill>
            <a:srgbClr val="FFFFFF"/>
          </a:solidFill>
          <a:ln>
            <a:solidFill>
              <a:srgbClr val="C0C0C0"/>
            </a:solidFill>
          </a:ln>
        </p:spPr>
        <p:txBody>
          <a:bodyPr lIns="365760" anchor="ctr" anchorCtr="0"/>
          <a:lstStyle>
            <a:lvl1pPr marL="89154" marR="0" indent="-89154" algn="l" defTabSz="685800" rtl="0" eaLnBrk="1" fontAlgn="auto" latinLnBrk="0" hangingPunct="1">
              <a:lnSpc>
                <a:spcPct val="100000"/>
              </a:lnSpc>
              <a:spcBef>
                <a:spcPct val="20000"/>
              </a:spcBef>
              <a:spcAft>
                <a:spcPts val="0"/>
              </a:spcAft>
              <a:buClr>
                <a:schemeClr val="accent1"/>
              </a:buClr>
              <a:buSzTx/>
              <a:buFont typeface="Wingdings 2" pitchFamily="18" charset="2"/>
              <a:buChar char=""/>
              <a:tabLst/>
              <a:defRPr sz="900" baseline="0"/>
            </a:lvl1pPr>
            <a:lvl2pPr marL="246888" indent="-123444">
              <a:buClr>
                <a:srgbClr val="B01C2E"/>
              </a:buClr>
              <a:buFont typeface="Arial" pitchFamily="34" charset="0"/>
              <a:buChar char="•"/>
              <a:defRPr sz="900" baseline="0"/>
            </a:lvl2pPr>
            <a:lvl3pPr marL="329184" indent="-130302">
              <a:buClr>
                <a:srgbClr val="B01C2E"/>
              </a:buClr>
              <a:buFont typeface="Arial" pitchFamily="34" charset="0"/>
              <a:buChar char="‒"/>
              <a:defRPr sz="900" baseline="0"/>
            </a:lvl3pPr>
            <a:lvl4pPr marL="514350">
              <a:buClr>
                <a:srgbClr val="B01C2E"/>
              </a:buClr>
              <a:buFont typeface="Arial" pitchFamily="34" charset="0"/>
              <a:buChar char="–"/>
              <a:defRPr sz="900"/>
            </a:lvl4pPr>
            <a:lvl5pPr marL="685800">
              <a:buClr>
                <a:srgbClr val="B01C2E"/>
              </a:buClr>
              <a:buFont typeface="Arial" pitchFamily="34" charset="0"/>
              <a:buChar char="–"/>
              <a:defRPr sz="900"/>
            </a:lvl5pPr>
          </a:lstStyle>
          <a:p>
            <a:pPr lvl="0"/>
            <a:r>
              <a:rPr lang="en-US"/>
              <a:t>Click to edit Master text styles</a:t>
            </a:r>
          </a:p>
        </p:txBody>
      </p:sp>
      <p:sp>
        <p:nvSpPr>
          <p:cNvPr id="19" name="Text Placeholder 5"/>
          <p:cNvSpPr>
            <a:spLocks noGrp="1"/>
          </p:cNvSpPr>
          <p:nvPr>
            <p:ph type="body" sz="quarter" idx="34"/>
          </p:nvPr>
        </p:nvSpPr>
        <p:spPr>
          <a:xfrm>
            <a:off x="2133600" y="4393726"/>
            <a:ext cx="6629400" cy="859536"/>
          </a:xfrm>
          <a:prstGeom prst="rect">
            <a:avLst/>
          </a:prstGeom>
          <a:solidFill>
            <a:srgbClr val="FFFFFF"/>
          </a:solidFill>
          <a:ln>
            <a:solidFill>
              <a:srgbClr val="C0C0C0"/>
            </a:solidFill>
          </a:ln>
        </p:spPr>
        <p:txBody>
          <a:bodyPr lIns="365760" anchor="ctr" anchorCtr="0"/>
          <a:lstStyle>
            <a:lvl1pPr marL="89154" marR="0" indent="-89154" algn="l" defTabSz="685800" rtl="0" eaLnBrk="1" fontAlgn="auto" latinLnBrk="0" hangingPunct="1">
              <a:lnSpc>
                <a:spcPct val="100000"/>
              </a:lnSpc>
              <a:spcBef>
                <a:spcPct val="20000"/>
              </a:spcBef>
              <a:spcAft>
                <a:spcPts val="0"/>
              </a:spcAft>
              <a:buClr>
                <a:schemeClr val="accent1"/>
              </a:buClr>
              <a:buSzTx/>
              <a:buFont typeface="Wingdings 2" pitchFamily="18" charset="2"/>
              <a:buChar char=""/>
              <a:tabLst/>
              <a:defRPr sz="900" baseline="0"/>
            </a:lvl1pPr>
            <a:lvl2pPr marL="246888" indent="-123444">
              <a:buClr>
                <a:srgbClr val="B01C2E"/>
              </a:buClr>
              <a:buFont typeface="Arial" pitchFamily="34" charset="0"/>
              <a:buChar char="•"/>
              <a:defRPr sz="900" baseline="0"/>
            </a:lvl2pPr>
            <a:lvl3pPr marL="329184" indent="-130302">
              <a:buClr>
                <a:srgbClr val="B01C2E"/>
              </a:buClr>
              <a:buFont typeface="Arial" pitchFamily="34" charset="0"/>
              <a:buChar char="‒"/>
              <a:defRPr sz="900" baseline="0"/>
            </a:lvl3pPr>
            <a:lvl4pPr marL="514350">
              <a:buClr>
                <a:srgbClr val="B01C2E"/>
              </a:buClr>
              <a:buFont typeface="Arial" pitchFamily="34" charset="0"/>
              <a:buChar char="–"/>
              <a:defRPr sz="900"/>
            </a:lvl4pPr>
            <a:lvl5pPr marL="685800">
              <a:buClr>
                <a:srgbClr val="B01C2E"/>
              </a:buClr>
              <a:buFont typeface="Arial" pitchFamily="34" charset="0"/>
              <a:buChar char="–"/>
              <a:defRPr sz="900"/>
            </a:lvl5pPr>
          </a:lstStyle>
          <a:p>
            <a:pPr lvl="0"/>
            <a:r>
              <a:rPr lang="en-US"/>
              <a:t>Click to edit Master text styles</a:t>
            </a:r>
          </a:p>
        </p:txBody>
      </p:sp>
      <p:sp>
        <p:nvSpPr>
          <p:cNvPr id="20" name="Text Placeholder 5"/>
          <p:cNvSpPr>
            <a:spLocks noGrp="1"/>
          </p:cNvSpPr>
          <p:nvPr>
            <p:ph type="body" sz="quarter" idx="35"/>
          </p:nvPr>
        </p:nvSpPr>
        <p:spPr>
          <a:xfrm>
            <a:off x="2133600" y="5410200"/>
            <a:ext cx="6629400" cy="859536"/>
          </a:xfrm>
          <a:prstGeom prst="rect">
            <a:avLst/>
          </a:prstGeom>
          <a:solidFill>
            <a:srgbClr val="FFFFFF"/>
          </a:solidFill>
          <a:ln>
            <a:solidFill>
              <a:srgbClr val="C0C0C0"/>
            </a:solidFill>
          </a:ln>
        </p:spPr>
        <p:txBody>
          <a:bodyPr lIns="365760" anchor="ctr" anchorCtr="0"/>
          <a:lstStyle>
            <a:lvl1pPr marL="89154" marR="0" indent="-89154" algn="l" defTabSz="685800" rtl="0" eaLnBrk="1" fontAlgn="auto" latinLnBrk="0" hangingPunct="1">
              <a:lnSpc>
                <a:spcPct val="100000"/>
              </a:lnSpc>
              <a:spcBef>
                <a:spcPct val="20000"/>
              </a:spcBef>
              <a:spcAft>
                <a:spcPts val="0"/>
              </a:spcAft>
              <a:buClr>
                <a:schemeClr val="accent1"/>
              </a:buClr>
              <a:buSzTx/>
              <a:buFont typeface="Wingdings 2" pitchFamily="18" charset="2"/>
              <a:buChar char=""/>
              <a:tabLst/>
              <a:defRPr sz="900" baseline="0"/>
            </a:lvl1pPr>
            <a:lvl2pPr marL="246888" indent="-123444">
              <a:buClr>
                <a:srgbClr val="B01C2E"/>
              </a:buClr>
              <a:buFont typeface="Arial" pitchFamily="34" charset="0"/>
              <a:buChar char="•"/>
              <a:defRPr sz="900" baseline="0"/>
            </a:lvl2pPr>
            <a:lvl3pPr marL="329184" indent="-130302">
              <a:buClr>
                <a:srgbClr val="B01C2E"/>
              </a:buClr>
              <a:buFont typeface="Arial" pitchFamily="34" charset="0"/>
              <a:buChar char="‒"/>
              <a:defRPr sz="900" baseline="0"/>
            </a:lvl3pPr>
            <a:lvl4pPr marL="514350">
              <a:buClr>
                <a:srgbClr val="B01C2E"/>
              </a:buClr>
              <a:buFont typeface="Arial" pitchFamily="34" charset="0"/>
              <a:buChar char="–"/>
              <a:defRPr sz="900"/>
            </a:lvl4pPr>
            <a:lvl5pPr marL="685800">
              <a:buClr>
                <a:srgbClr val="B01C2E"/>
              </a:buClr>
              <a:buFont typeface="Arial" pitchFamily="34" charset="0"/>
              <a:buChar char="–"/>
              <a:defRPr sz="900"/>
            </a:lvl5pPr>
          </a:lstStyle>
          <a:p>
            <a:pPr lvl="0"/>
            <a:r>
              <a:rPr lang="en-US"/>
              <a:t>Click to edit Master text styles</a:t>
            </a:r>
          </a:p>
        </p:txBody>
      </p:sp>
      <p:sp>
        <p:nvSpPr>
          <p:cNvPr id="13" name="Text Placeholder 19"/>
          <p:cNvSpPr>
            <a:spLocks noGrp="1"/>
          </p:cNvSpPr>
          <p:nvPr>
            <p:ph type="body" sz="quarter" idx="10"/>
          </p:nvPr>
        </p:nvSpPr>
        <p:spPr>
          <a:xfrm>
            <a:off x="457200" y="1344304"/>
            <a:ext cx="1905000" cy="859536"/>
          </a:xfrm>
          <a:prstGeom prst="homePlate">
            <a:avLst>
              <a:gd name="adj" fmla="val 29359"/>
            </a:avLst>
          </a:prstGeom>
          <a:solidFill>
            <a:srgbClr val="B01C2E"/>
          </a:solidFill>
        </p:spPr>
        <p:txBody>
          <a:bodyPr anchor="ctr"/>
          <a:lstStyle>
            <a:lvl1pPr>
              <a:buNone/>
              <a:defRPr sz="900" b="1">
                <a:solidFill>
                  <a:srgbClr val="FFFFFF"/>
                </a:solidFill>
              </a:defRPr>
            </a:lvl1pPr>
          </a:lstStyle>
          <a:p>
            <a:pPr lvl="0"/>
            <a:r>
              <a:rPr lang="en-US"/>
              <a:t>Click to edit Master text styles</a:t>
            </a:r>
          </a:p>
        </p:txBody>
      </p:sp>
      <p:sp>
        <p:nvSpPr>
          <p:cNvPr id="26" name="Text Placeholder 19"/>
          <p:cNvSpPr>
            <a:spLocks noGrp="1"/>
          </p:cNvSpPr>
          <p:nvPr>
            <p:ph type="body" sz="quarter" idx="22"/>
          </p:nvPr>
        </p:nvSpPr>
        <p:spPr>
          <a:xfrm>
            <a:off x="457200" y="2357366"/>
            <a:ext cx="1905000" cy="859536"/>
          </a:xfrm>
          <a:prstGeom prst="homePlate">
            <a:avLst>
              <a:gd name="adj" fmla="val 29359"/>
            </a:avLst>
          </a:prstGeom>
          <a:solidFill>
            <a:srgbClr val="B01C2E"/>
          </a:solidFill>
        </p:spPr>
        <p:txBody>
          <a:bodyPr anchor="ctr"/>
          <a:lstStyle>
            <a:lvl1pPr>
              <a:buNone/>
              <a:defRPr sz="900" b="1">
                <a:solidFill>
                  <a:srgbClr val="FFFFFF"/>
                </a:solidFill>
              </a:defRPr>
            </a:lvl1pPr>
          </a:lstStyle>
          <a:p>
            <a:pPr lvl="0"/>
            <a:r>
              <a:rPr lang="en-US"/>
              <a:t>Click to edit Master text styles</a:t>
            </a:r>
          </a:p>
        </p:txBody>
      </p:sp>
      <p:sp>
        <p:nvSpPr>
          <p:cNvPr id="28" name="Text Placeholder 19"/>
          <p:cNvSpPr>
            <a:spLocks noGrp="1"/>
          </p:cNvSpPr>
          <p:nvPr>
            <p:ph type="body" sz="quarter" idx="24"/>
          </p:nvPr>
        </p:nvSpPr>
        <p:spPr>
          <a:xfrm>
            <a:off x="457200" y="3370428"/>
            <a:ext cx="1905000" cy="859536"/>
          </a:xfrm>
          <a:prstGeom prst="homePlate">
            <a:avLst>
              <a:gd name="adj" fmla="val 29359"/>
            </a:avLst>
          </a:prstGeom>
          <a:solidFill>
            <a:srgbClr val="B01C2E"/>
          </a:solidFill>
        </p:spPr>
        <p:txBody>
          <a:bodyPr anchor="ctr"/>
          <a:lstStyle>
            <a:lvl1pPr>
              <a:buNone/>
              <a:defRPr sz="900" b="1">
                <a:solidFill>
                  <a:srgbClr val="FFFFFF"/>
                </a:solidFill>
              </a:defRPr>
            </a:lvl1pPr>
          </a:lstStyle>
          <a:p>
            <a:pPr lvl="0"/>
            <a:r>
              <a:rPr lang="en-US"/>
              <a:t>Click to edit Master text styles</a:t>
            </a:r>
          </a:p>
        </p:txBody>
      </p:sp>
      <p:sp>
        <p:nvSpPr>
          <p:cNvPr id="30" name="Text Placeholder 19"/>
          <p:cNvSpPr>
            <a:spLocks noGrp="1"/>
          </p:cNvSpPr>
          <p:nvPr>
            <p:ph type="body" sz="quarter" idx="26"/>
          </p:nvPr>
        </p:nvSpPr>
        <p:spPr>
          <a:xfrm>
            <a:off x="457200" y="4383490"/>
            <a:ext cx="1905000" cy="859536"/>
          </a:xfrm>
          <a:prstGeom prst="homePlate">
            <a:avLst>
              <a:gd name="adj" fmla="val 29359"/>
            </a:avLst>
          </a:prstGeom>
          <a:solidFill>
            <a:srgbClr val="B01C2E"/>
          </a:solidFill>
        </p:spPr>
        <p:txBody>
          <a:bodyPr anchor="ctr"/>
          <a:lstStyle>
            <a:lvl1pPr>
              <a:buNone/>
              <a:defRPr sz="900" b="1">
                <a:solidFill>
                  <a:srgbClr val="FFFFFF"/>
                </a:solidFill>
              </a:defRPr>
            </a:lvl1pPr>
          </a:lstStyle>
          <a:p>
            <a:pPr lvl="0"/>
            <a:r>
              <a:rPr lang="en-US"/>
              <a:t>Click to edit Master text styles</a:t>
            </a:r>
          </a:p>
        </p:txBody>
      </p:sp>
      <p:sp>
        <p:nvSpPr>
          <p:cNvPr id="32" name="Text Placeholder 19"/>
          <p:cNvSpPr>
            <a:spLocks noGrp="1"/>
          </p:cNvSpPr>
          <p:nvPr>
            <p:ph type="body" sz="quarter" idx="28"/>
          </p:nvPr>
        </p:nvSpPr>
        <p:spPr>
          <a:xfrm>
            <a:off x="457200" y="5396552"/>
            <a:ext cx="1905000" cy="859536"/>
          </a:xfrm>
          <a:prstGeom prst="homePlate">
            <a:avLst>
              <a:gd name="adj" fmla="val 29359"/>
            </a:avLst>
          </a:prstGeom>
          <a:solidFill>
            <a:srgbClr val="B01C2E"/>
          </a:solidFill>
        </p:spPr>
        <p:txBody>
          <a:bodyPr anchor="ctr"/>
          <a:lstStyle>
            <a:lvl1pPr>
              <a:buNone/>
              <a:defRPr sz="900" b="1">
                <a:solidFill>
                  <a:srgbClr val="FFFFFF"/>
                </a:solidFill>
              </a:defRPr>
            </a:lvl1pPr>
          </a:lstStyle>
          <a:p>
            <a:pPr lvl="0"/>
            <a:r>
              <a:rPr lang="en-US"/>
              <a:t>Click to edit Master text styles</a:t>
            </a:r>
          </a:p>
        </p:txBody>
      </p:sp>
      <p:sp>
        <p:nvSpPr>
          <p:cNvPr id="14" name="Rectangle 2"/>
          <p:cNvSpPr>
            <a:spLocks noGrp="1" noChangeArrowheads="1"/>
          </p:cNvSpPr>
          <p:nvPr>
            <p:ph type="title"/>
          </p:nvPr>
        </p:nvSpPr>
        <p:spPr bwMode="gray">
          <a:xfrm>
            <a:off x="452441" y="2"/>
            <a:ext cx="8239125" cy="898525"/>
          </a:xfrm>
          <a:prstGeom prst="rect">
            <a:avLst/>
          </a:prstGeom>
          <a:noFill/>
          <a:ln w="9525">
            <a:noFill/>
            <a:miter lim="800000"/>
            <a:headEnd/>
            <a:tailEnd/>
          </a:ln>
        </p:spPr>
        <p:txBody>
          <a:bodyPr vert="horz" wrap="square" lIns="0" tIns="0" rIns="0" bIns="0" numCol="1" anchor="b" anchorCtr="0" compatLnSpc="1">
            <a:prstTxWarp prst="textNoShape">
              <a:avLst/>
            </a:prstTxWarp>
          </a:bodyPr>
          <a:lstStyle>
            <a:lvl1pPr algn="l">
              <a:defRPr sz="1650"/>
            </a:lvl1pPr>
          </a:lstStyle>
          <a:p>
            <a:pPr lvl="0"/>
            <a:r>
              <a:rPr lang="en-US"/>
              <a:t>Click to edit Master title style</a:t>
            </a:r>
            <a:endParaRPr lang="en-US" dirty="0"/>
          </a:p>
        </p:txBody>
      </p:sp>
      <p:sp>
        <p:nvSpPr>
          <p:cNvPr id="18" name="Slide Number Placeholder 9"/>
          <p:cNvSpPr>
            <a:spLocks noGrp="1"/>
          </p:cNvSpPr>
          <p:nvPr>
            <p:ph type="sldNum" sz="quarter" idx="36"/>
          </p:nvPr>
        </p:nvSpPr>
        <p:spPr/>
        <p:txBody>
          <a:bodyPr/>
          <a:lstStyle>
            <a:lvl1pPr>
              <a:defRPr/>
            </a:lvl1pPr>
          </a:lstStyle>
          <a:p>
            <a:fld id="{19846C2F-D19C-FA45-A159-B087F18BCDE0}" type="slidenum">
              <a:rPr lang="en-US" altLang="en-US"/>
              <a:pPr/>
              <a:t>‹#›</a:t>
            </a:fld>
            <a:endParaRPr lang="en-US" altLang="en-US"/>
          </a:p>
        </p:txBody>
      </p:sp>
      <p:sp>
        <p:nvSpPr>
          <p:cNvPr id="21" name="Footer Placeholder 12"/>
          <p:cNvSpPr>
            <a:spLocks noGrp="1"/>
          </p:cNvSpPr>
          <p:nvPr>
            <p:ph type="ftr" sz="quarter" idx="37"/>
          </p:nvPr>
        </p:nvSpPr>
        <p:spPr/>
        <p:txBody>
          <a:bodyPr/>
          <a:lstStyle>
            <a:lvl1pPr>
              <a:defRPr/>
            </a:lvl1pPr>
          </a:lstStyle>
          <a:p>
            <a:pPr>
              <a:defRPr/>
            </a:pPr>
            <a:r>
              <a:rPr lang="en-US"/>
              <a:t>Ethical Debates, Econ Theories, Real-World Impacts</a:t>
            </a:r>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userDrawn="1">
  <p:cSld name="Timeline">
    <p:spTree>
      <p:nvGrpSpPr>
        <p:cNvPr id="1" name=""/>
        <p:cNvGrpSpPr/>
        <p:nvPr/>
      </p:nvGrpSpPr>
      <p:grpSpPr>
        <a:xfrm>
          <a:off x="0" y="0"/>
          <a:ext cx="0" cy="0"/>
          <a:chOff x="0" y="0"/>
          <a:chExt cx="0" cy="0"/>
        </a:xfrm>
      </p:grpSpPr>
      <p:sp>
        <p:nvSpPr>
          <p:cNvPr id="15" name="Line 105"/>
          <p:cNvSpPr>
            <a:spLocks noChangeShapeType="1"/>
          </p:cNvSpPr>
          <p:nvPr/>
        </p:nvSpPr>
        <p:spPr bwMode="gray">
          <a:xfrm>
            <a:off x="4419600" y="3632202"/>
            <a:ext cx="0" cy="519113"/>
          </a:xfrm>
          <a:prstGeom prst="line">
            <a:avLst/>
          </a:prstGeom>
          <a:noFill/>
          <a:ln w="12700">
            <a:solidFill>
              <a:srgbClr val="C0C0C0"/>
            </a:solidFill>
            <a:round/>
            <a:headEnd type="none" w="sm" len="sm"/>
            <a:tailEnd type="none" w="med" len="lg"/>
          </a:ln>
          <a:extLst>
            <a:ext uri="{909E8E84-426E-40DD-AFC4-6F175D3DCCD1}">
              <a14:hiddenFill xmlns:a14="http://schemas.microsoft.com/office/drawing/2010/main">
                <a:noFill/>
              </a14:hiddenFill>
            </a:ext>
          </a:extLst>
        </p:spPr>
        <p:txBody>
          <a:bodyPr tIns="68580" bIns="68580"/>
          <a:lstStyle/>
          <a:p>
            <a:endParaRPr lang="en-US" sz="1350"/>
          </a:p>
        </p:txBody>
      </p:sp>
      <p:sp>
        <p:nvSpPr>
          <p:cNvPr id="16" name="Line 115"/>
          <p:cNvSpPr>
            <a:spLocks noChangeShapeType="1"/>
          </p:cNvSpPr>
          <p:nvPr userDrawn="1"/>
        </p:nvSpPr>
        <p:spPr bwMode="gray">
          <a:xfrm>
            <a:off x="2286000" y="3632202"/>
            <a:ext cx="0" cy="519113"/>
          </a:xfrm>
          <a:prstGeom prst="line">
            <a:avLst/>
          </a:prstGeom>
          <a:noFill/>
          <a:ln w="12700">
            <a:solidFill>
              <a:srgbClr val="C0C0C0"/>
            </a:solidFill>
            <a:round/>
            <a:headEnd type="none" w="sm" len="sm"/>
            <a:tailEnd type="none" w="med" len="lg"/>
          </a:ln>
          <a:extLst>
            <a:ext uri="{909E8E84-426E-40DD-AFC4-6F175D3DCCD1}">
              <a14:hiddenFill xmlns:a14="http://schemas.microsoft.com/office/drawing/2010/main">
                <a:noFill/>
              </a14:hiddenFill>
            </a:ext>
          </a:extLst>
        </p:spPr>
        <p:txBody>
          <a:bodyPr tIns="68580" bIns="68580"/>
          <a:lstStyle/>
          <a:p>
            <a:endParaRPr lang="en-US" sz="1350"/>
          </a:p>
        </p:txBody>
      </p:sp>
      <p:sp>
        <p:nvSpPr>
          <p:cNvPr id="17" name="Line 118"/>
          <p:cNvSpPr>
            <a:spLocks noChangeShapeType="1"/>
          </p:cNvSpPr>
          <p:nvPr/>
        </p:nvSpPr>
        <p:spPr bwMode="gray">
          <a:xfrm>
            <a:off x="6753225" y="3632202"/>
            <a:ext cx="0" cy="519113"/>
          </a:xfrm>
          <a:prstGeom prst="line">
            <a:avLst/>
          </a:prstGeom>
          <a:noFill/>
          <a:ln w="12700">
            <a:solidFill>
              <a:srgbClr val="C0C0C0"/>
            </a:solidFill>
            <a:round/>
            <a:headEnd type="none" w="sm" len="sm"/>
            <a:tailEnd type="none" w="med" len="lg"/>
          </a:ln>
          <a:extLst>
            <a:ext uri="{909E8E84-426E-40DD-AFC4-6F175D3DCCD1}">
              <a14:hiddenFill xmlns:a14="http://schemas.microsoft.com/office/drawing/2010/main">
                <a:noFill/>
              </a14:hiddenFill>
            </a:ext>
          </a:extLst>
        </p:spPr>
        <p:txBody>
          <a:bodyPr tIns="68580" bIns="68580"/>
          <a:lstStyle/>
          <a:p>
            <a:endParaRPr lang="en-US" sz="1350"/>
          </a:p>
        </p:txBody>
      </p:sp>
      <p:grpSp>
        <p:nvGrpSpPr>
          <p:cNvPr id="18" name="Group 123"/>
          <p:cNvGrpSpPr>
            <a:grpSpLocks/>
          </p:cNvGrpSpPr>
          <p:nvPr userDrawn="1"/>
        </p:nvGrpSpPr>
        <p:grpSpPr bwMode="auto">
          <a:xfrm>
            <a:off x="458789" y="3478213"/>
            <a:ext cx="7769225" cy="182562"/>
            <a:chOff x="289" y="2191"/>
            <a:chExt cx="4894" cy="115"/>
          </a:xfrm>
        </p:grpSpPr>
        <p:grpSp>
          <p:nvGrpSpPr>
            <p:cNvPr id="19" name="Group 44"/>
            <p:cNvGrpSpPr>
              <a:grpSpLocks/>
            </p:cNvGrpSpPr>
            <p:nvPr/>
          </p:nvGrpSpPr>
          <p:grpSpPr bwMode="auto">
            <a:xfrm>
              <a:off x="289" y="2191"/>
              <a:ext cx="1470" cy="115"/>
              <a:chOff x="696" y="2508"/>
              <a:chExt cx="1470" cy="168"/>
            </a:xfrm>
          </p:grpSpPr>
          <p:sp>
            <p:nvSpPr>
              <p:cNvPr id="53" name="Line 45"/>
              <p:cNvSpPr>
                <a:spLocks noChangeShapeType="1"/>
              </p:cNvSpPr>
              <p:nvPr/>
            </p:nvSpPr>
            <p:spPr bwMode="gray">
              <a:xfrm>
                <a:off x="696" y="2508"/>
                <a:ext cx="0" cy="168"/>
              </a:xfrm>
              <a:prstGeom prst="line">
                <a:avLst/>
              </a:prstGeom>
              <a:noFill/>
              <a:ln w="19050">
                <a:solidFill>
                  <a:schemeClr val="bg1"/>
                </a:solidFill>
                <a:round/>
                <a:headEnd/>
                <a:tailEnd/>
              </a:ln>
              <a:extLst>
                <a:ext uri="{909E8E84-426E-40DD-AFC4-6F175D3DCCD1}">
                  <a14:hiddenFill xmlns:a14="http://schemas.microsoft.com/office/drawing/2010/main">
                    <a:noFill/>
                  </a14:hiddenFill>
                </a:ext>
              </a:extLst>
            </p:spPr>
            <p:txBody>
              <a:bodyPr/>
              <a:lstStyle/>
              <a:p>
                <a:endParaRPr lang="en-US" sz="1350"/>
              </a:p>
            </p:txBody>
          </p:sp>
          <p:sp>
            <p:nvSpPr>
              <p:cNvPr id="54" name="Line 46"/>
              <p:cNvSpPr>
                <a:spLocks noChangeShapeType="1"/>
              </p:cNvSpPr>
              <p:nvPr/>
            </p:nvSpPr>
            <p:spPr bwMode="gray">
              <a:xfrm>
                <a:off x="818" y="2508"/>
                <a:ext cx="0" cy="168"/>
              </a:xfrm>
              <a:prstGeom prst="line">
                <a:avLst/>
              </a:prstGeom>
              <a:noFill/>
              <a:ln w="9525">
                <a:solidFill>
                  <a:schemeClr val="bg1"/>
                </a:solidFill>
                <a:round/>
                <a:headEnd/>
                <a:tailEnd/>
              </a:ln>
              <a:extLst>
                <a:ext uri="{909E8E84-426E-40DD-AFC4-6F175D3DCCD1}">
                  <a14:hiddenFill xmlns:a14="http://schemas.microsoft.com/office/drawing/2010/main">
                    <a:noFill/>
                  </a14:hiddenFill>
                </a:ext>
              </a:extLst>
            </p:spPr>
            <p:txBody>
              <a:bodyPr/>
              <a:lstStyle/>
              <a:p>
                <a:endParaRPr lang="en-US" sz="1350"/>
              </a:p>
            </p:txBody>
          </p:sp>
          <p:sp>
            <p:nvSpPr>
              <p:cNvPr id="55" name="Line 47"/>
              <p:cNvSpPr>
                <a:spLocks noChangeShapeType="1"/>
              </p:cNvSpPr>
              <p:nvPr/>
            </p:nvSpPr>
            <p:spPr bwMode="gray">
              <a:xfrm>
                <a:off x="941" y="2508"/>
                <a:ext cx="0" cy="168"/>
              </a:xfrm>
              <a:prstGeom prst="line">
                <a:avLst/>
              </a:prstGeom>
              <a:noFill/>
              <a:ln w="9525">
                <a:solidFill>
                  <a:schemeClr val="bg1"/>
                </a:solidFill>
                <a:round/>
                <a:headEnd/>
                <a:tailEnd/>
              </a:ln>
              <a:extLst>
                <a:ext uri="{909E8E84-426E-40DD-AFC4-6F175D3DCCD1}">
                  <a14:hiddenFill xmlns:a14="http://schemas.microsoft.com/office/drawing/2010/main">
                    <a:noFill/>
                  </a14:hiddenFill>
                </a:ext>
              </a:extLst>
            </p:spPr>
            <p:txBody>
              <a:bodyPr/>
              <a:lstStyle/>
              <a:p>
                <a:endParaRPr lang="en-US" sz="1350"/>
              </a:p>
            </p:txBody>
          </p:sp>
          <p:sp>
            <p:nvSpPr>
              <p:cNvPr id="56" name="Line 48"/>
              <p:cNvSpPr>
                <a:spLocks noChangeShapeType="1"/>
              </p:cNvSpPr>
              <p:nvPr/>
            </p:nvSpPr>
            <p:spPr bwMode="gray">
              <a:xfrm>
                <a:off x="1063" y="2508"/>
                <a:ext cx="0" cy="168"/>
              </a:xfrm>
              <a:prstGeom prst="line">
                <a:avLst/>
              </a:prstGeom>
              <a:noFill/>
              <a:ln w="9525">
                <a:solidFill>
                  <a:schemeClr val="bg1"/>
                </a:solidFill>
                <a:round/>
                <a:headEnd/>
                <a:tailEnd/>
              </a:ln>
              <a:extLst>
                <a:ext uri="{909E8E84-426E-40DD-AFC4-6F175D3DCCD1}">
                  <a14:hiddenFill xmlns:a14="http://schemas.microsoft.com/office/drawing/2010/main">
                    <a:noFill/>
                  </a14:hiddenFill>
                </a:ext>
              </a:extLst>
            </p:spPr>
            <p:txBody>
              <a:bodyPr/>
              <a:lstStyle/>
              <a:p>
                <a:endParaRPr lang="en-US" sz="1350"/>
              </a:p>
            </p:txBody>
          </p:sp>
          <p:sp>
            <p:nvSpPr>
              <p:cNvPr id="57" name="Line 49"/>
              <p:cNvSpPr>
                <a:spLocks noChangeShapeType="1"/>
              </p:cNvSpPr>
              <p:nvPr/>
            </p:nvSpPr>
            <p:spPr bwMode="gray">
              <a:xfrm>
                <a:off x="1186" y="2508"/>
                <a:ext cx="0" cy="168"/>
              </a:xfrm>
              <a:prstGeom prst="line">
                <a:avLst/>
              </a:prstGeom>
              <a:noFill/>
              <a:ln w="9525">
                <a:solidFill>
                  <a:schemeClr val="bg1"/>
                </a:solidFill>
                <a:round/>
                <a:headEnd/>
                <a:tailEnd/>
              </a:ln>
              <a:extLst>
                <a:ext uri="{909E8E84-426E-40DD-AFC4-6F175D3DCCD1}">
                  <a14:hiddenFill xmlns:a14="http://schemas.microsoft.com/office/drawing/2010/main">
                    <a:noFill/>
                  </a14:hiddenFill>
                </a:ext>
              </a:extLst>
            </p:spPr>
            <p:txBody>
              <a:bodyPr/>
              <a:lstStyle/>
              <a:p>
                <a:endParaRPr lang="en-US" sz="1350"/>
              </a:p>
            </p:txBody>
          </p:sp>
          <p:sp>
            <p:nvSpPr>
              <p:cNvPr id="58" name="Line 50"/>
              <p:cNvSpPr>
                <a:spLocks noChangeShapeType="1"/>
              </p:cNvSpPr>
              <p:nvPr/>
            </p:nvSpPr>
            <p:spPr bwMode="gray">
              <a:xfrm>
                <a:off x="1308" y="2508"/>
                <a:ext cx="0" cy="168"/>
              </a:xfrm>
              <a:prstGeom prst="line">
                <a:avLst/>
              </a:prstGeom>
              <a:noFill/>
              <a:ln w="9525">
                <a:solidFill>
                  <a:schemeClr val="bg1"/>
                </a:solidFill>
                <a:round/>
                <a:headEnd/>
                <a:tailEnd/>
              </a:ln>
              <a:extLst>
                <a:ext uri="{909E8E84-426E-40DD-AFC4-6F175D3DCCD1}">
                  <a14:hiddenFill xmlns:a14="http://schemas.microsoft.com/office/drawing/2010/main">
                    <a:noFill/>
                  </a14:hiddenFill>
                </a:ext>
              </a:extLst>
            </p:spPr>
            <p:txBody>
              <a:bodyPr/>
              <a:lstStyle/>
              <a:p>
                <a:endParaRPr lang="en-US" sz="1350"/>
              </a:p>
            </p:txBody>
          </p:sp>
          <p:sp>
            <p:nvSpPr>
              <p:cNvPr id="59" name="Line 51"/>
              <p:cNvSpPr>
                <a:spLocks noChangeShapeType="1"/>
              </p:cNvSpPr>
              <p:nvPr/>
            </p:nvSpPr>
            <p:spPr bwMode="gray">
              <a:xfrm>
                <a:off x="1431" y="2508"/>
                <a:ext cx="0" cy="168"/>
              </a:xfrm>
              <a:prstGeom prst="line">
                <a:avLst/>
              </a:prstGeom>
              <a:noFill/>
              <a:ln w="9525">
                <a:solidFill>
                  <a:schemeClr val="bg1"/>
                </a:solidFill>
                <a:round/>
                <a:headEnd/>
                <a:tailEnd/>
              </a:ln>
              <a:extLst>
                <a:ext uri="{909E8E84-426E-40DD-AFC4-6F175D3DCCD1}">
                  <a14:hiddenFill xmlns:a14="http://schemas.microsoft.com/office/drawing/2010/main">
                    <a:noFill/>
                  </a14:hiddenFill>
                </a:ext>
              </a:extLst>
            </p:spPr>
            <p:txBody>
              <a:bodyPr/>
              <a:lstStyle/>
              <a:p>
                <a:endParaRPr lang="en-US" sz="1350"/>
              </a:p>
            </p:txBody>
          </p:sp>
          <p:sp>
            <p:nvSpPr>
              <p:cNvPr id="60" name="Line 52"/>
              <p:cNvSpPr>
                <a:spLocks noChangeShapeType="1"/>
              </p:cNvSpPr>
              <p:nvPr/>
            </p:nvSpPr>
            <p:spPr bwMode="gray">
              <a:xfrm>
                <a:off x="1553" y="2508"/>
                <a:ext cx="0" cy="168"/>
              </a:xfrm>
              <a:prstGeom prst="line">
                <a:avLst/>
              </a:prstGeom>
              <a:noFill/>
              <a:ln w="9525">
                <a:solidFill>
                  <a:schemeClr val="bg1"/>
                </a:solidFill>
                <a:round/>
                <a:headEnd/>
                <a:tailEnd/>
              </a:ln>
              <a:extLst>
                <a:ext uri="{909E8E84-426E-40DD-AFC4-6F175D3DCCD1}">
                  <a14:hiddenFill xmlns:a14="http://schemas.microsoft.com/office/drawing/2010/main">
                    <a:noFill/>
                  </a14:hiddenFill>
                </a:ext>
              </a:extLst>
            </p:spPr>
            <p:txBody>
              <a:bodyPr/>
              <a:lstStyle/>
              <a:p>
                <a:endParaRPr lang="en-US" sz="1350"/>
              </a:p>
            </p:txBody>
          </p:sp>
          <p:sp>
            <p:nvSpPr>
              <p:cNvPr id="61" name="Line 53"/>
              <p:cNvSpPr>
                <a:spLocks noChangeShapeType="1"/>
              </p:cNvSpPr>
              <p:nvPr/>
            </p:nvSpPr>
            <p:spPr bwMode="gray">
              <a:xfrm>
                <a:off x="1676" y="2508"/>
                <a:ext cx="0" cy="168"/>
              </a:xfrm>
              <a:prstGeom prst="line">
                <a:avLst/>
              </a:prstGeom>
              <a:noFill/>
              <a:ln w="9525">
                <a:solidFill>
                  <a:schemeClr val="bg1"/>
                </a:solidFill>
                <a:round/>
                <a:headEnd/>
                <a:tailEnd/>
              </a:ln>
              <a:extLst>
                <a:ext uri="{909E8E84-426E-40DD-AFC4-6F175D3DCCD1}">
                  <a14:hiddenFill xmlns:a14="http://schemas.microsoft.com/office/drawing/2010/main">
                    <a:noFill/>
                  </a14:hiddenFill>
                </a:ext>
              </a:extLst>
            </p:spPr>
            <p:txBody>
              <a:bodyPr/>
              <a:lstStyle/>
              <a:p>
                <a:endParaRPr lang="en-US" sz="1350"/>
              </a:p>
            </p:txBody>
          </p:sp>
          <p:sp>
            <p:nvSpPr>
              <p:cNvPr id="62" name="Line 54"/>
              <p:cNvSpPr>
                <a:spLocks noChangeShapeType="1"/>
              </p:cNvSpPr>
              <p:nvPr/>
            </p:nvSpPr>
            <p:spPr bwMode="gray">
              <a:xfrm>
                <a:off x="2166" y="2508"/>
                <a:ext cx="0" cy="168"/>
              </a:xfrm>
              <a:prstGeom prst="line">
                <a:avLst/>
              </a:prstGeom>
              <a:noFill/>
              <a:ln w="19050">
                <a:solidFill>
                  <a:schemeClr val="bg1"/>
                </a:solidFill>
                <a:round/>
                <a:headEnd/>
                <a:tailEnd/>
              </a:ln>
              <a:extLst>
                <a:ext uri="{909E8E84-426E-40DD-AFC4-6F175D3DCCD1}">
                  <a14:hiddenFill xmlns:a14="http://schemas.microsoft.com/office/drawing/2010/main">
                    <a:noFill/>
                  </a14:hiddenFill>
                </a:ext>
              </a:extLst>
            </p:spPr>
            <p:txBody>
              <a:bodyPr/>
              <a:lstStyle/>
              <a:p>
                <a:endParaRPr lang="en-US" sz="1350"/>
              </a:p>
            </p:txBody>
          </p:sp>
          <p:sp>
            <p:nvSpPr>
              <p:cNvPr id="63" name="Line 55"/>
              <p:cNvSpPr>
                <a:spLocks noChangeShapeType="1"/>
              </p:cNvSpPr>
              <p:nvPr/>
            </p:nvSpPr>
            <p:spPr bwMode="gray">
              <a:xfrm>
                <a:off x="1798" y="2508"/>
                <a:ext cx="0" cy="168"/>
              </a:xfrm>
              <a:prstGeom prst="line">
                <a:avLst/>
              </a:prstGeom>
              <a:noFill/>
              <a:ln w="9525">
                <a:solidFill>
                  <a:schemeClr val="bg1"/>
                </a:solidFill>
                <a:round/>
                <a:headEnd/>
                <a:tailEnd/>
              </a:ln>
              <a:extLst>
                <a:ext uri="{909E8E84-426E-40DD-AFC4-6F175D3DCCD1}">
                  <a14:hiddenFill xmlns:a14="http://schemas.microsoft.com/office/drawing/2010/main">
                    <a:noFill/>
                  </a14:hiddenFill>
                </a:ext>
              </a:extLst>
            </p:spPr>
            <p:txBody>
              <a:bodyPr/>
              <a:lstStyle/>
              <a:p>
                <a:endParaRPr lang="en-US" sz="1350"/>
              </a:p>
            </p:txBody>
          </p:sp>
          <p:sp>
            <p:nvSpPr>
              <p:cNvPr id="64" name="Line 56"/>
              <p:cNvSpPr>
                <a:spLocks noChangeShapeType="1"/>
              </p:cNvSpPr>
              <p:nvPr/>
            </p:nvSpPr>
            <p:spPr bwMode="gray">
              <a:xfrm>
                <a:off x="1921" y="2508"/>
                <a:ext cx="0" cy="168"/>
              </a:xfrm>
              <a:prstGeom prst="line">
                <a:avLst/>
              </a:prstGeom>
              <a:noFill/>
              <a:ln w="9525">
                <a:solidFill>
                  <a:schemeClr val="bg1"/>
                </a:solidFill>
                <a:round/>
                <a:headEnd/>
                <a:tailEnd/>
              </a:ln>
              <a:extLst>
                <a:ext uri="{909E8E84-426E-40DD-AFC4-6F175D3DCCD1}">
                  <a14:hiddenFill xmlns:a14="http://schemas.microsoft.com/office/drawing/2010/main">
                    <a:noFill/>
                  </a14:hiddenFill>
                </a:ext>
              </a:extLst>
            </p:spPr>
            <p:txBody>
              <a:bodyPr/>
              <a:lstStyle/>
              <a:p>
                <a:endParaRPr lang="en-US" sz="1350"/>
              </a:p>
            </p:txBody>
          </p:sp>
          <p:sp>
            <p:nvSpPr>
              <p:cNvPr id="65" name="Line 57"/>
              <p:cNvSpPr>
                <a:spLocks noChangeShapeType="1"/>
              </p:cNvSpPr>
              <p:nvPr/>
            </p:nvSpPr>
            <p:spPr bwMode="gray">
              <a:xfrm>
                <a:off x="2043" y="2508"/>
                <a:ext cx="0" cy="168"/>
              </a:xfrm>
              <a:prstGeom prst="line">
                <a:avLst/>
              </a:prstGeom>
              <a:noFill/>
              <a:ln w="9525">
                <a:solidFill>
                  <a:schemeClr val="bg1"/>
                </a:solidFill>
                <a:round/>
                <a:headEnd/>
                <a:tailEnd/>
              </a:ln>
              <a:extLst>
                <a:ext uri="{909E8E84-426E-40DD-AFC4-6F175D3DCCD1}">
                  <a14:hiddenFill xmlns:a14="http://schemas.microsoft.com/office/drawing/2010/main">
                    <a:noFill/>
                  </a14:hiddenFill>
                </a:ext>
              </a:extLst>
            </p:spPr>
            <p:txBody>
              <a:bodyPr/>
              <a:lstStyle/>
              <a:p>
                <a:endParaRPr lang="en-US" sz="1350"/>
              </a:p>
            </p:txBody>
          </p:sp>
        </p:grpSp>
        <p:grpSp>
          <p:nvGrpSpPr>
            <p:cNvPr id="20" name="Group 58"/>
            <p:cNvGrpSpPr>
              <a:grpSpLocks/>
            </p:cNvGrpSpPr>
            <p:nvPr/>
          </p:nvGrpSpPr>
          <p:grpSpPr bwMode="auto">
            <a:xfrm>
              <a:off x="1758" y="2191"/>
              <a:ext cx="1470" cy="115"/>
              <a:chOff x="696" y="2508"/>
              <a:chExt cx="1470" cy="168"/>
            </a:xfrm>
          </p:grpSpPr>
          <p:sp>
            <p:nvSpPr>
              <p:cNvPr id="40" name="Line 59"/>
              <p:cNvSpPr>
                <a:spLocks noChangeShapeType="1"/>
              </p:cNvSpPr>
              <p:nvPr/>
            </p:nvSpPr>
            <p:spPr bwMode="gray">
              <a:xfrm>
                <a:off x="696" y="2508"/>
                <a:ext cx="0" cy="168"/>
              </a:xfrm>
              <a:prstGeom prst="line">
                <a:avLst/>
              </a:prstGeom>
              <a:noFill/>
              <a:ln w="19050">
                <a:solidFill>
                  <a:schemeClr val="bg1"/>
                </a:solidFill>
                <a:round/>
                <a:headEnd/>
                <a:tailEnd/>
              </a:ln>
              <a:extLst>
                <a:ext uri="{909E8E84-426E-40DD-AFC4-6F175D3DCCD1}">
                  <a14:hiddenFill xmlns:a14="http://schemas.microsoft.com/office/drawing/2010/main">
                    <a:noFill/>
                  </a14:hiddenFill>
                </a:ext>
              </a:extLst>
            </p:spPr>
            <p:txBody>
              <a:bodyPr/>
              <a:lstStyle/>
              <a:p>
                <a:endParaRPr lang="en-US" sz="1350"/>
              </a:p>
            </p:txBody>
          </p:sp>
          <p:sp>
            <p:nvSpPr>
              <p:cNvPr id="41" name="Line 60"/>
              <p:cNvSpPr>
                <a:spLocks noChangeShapeType="1"/>
              </p:cNvSpPr>
              <p:nvPr/>
            </p:nvSpPr>
            <p:spPr bwMode="gray">
              <a:xfrm>
                <a:off x="818" y="2508"/>
                <a:ext cx="0" cy="168"/>
              </a:xfrm>
              <a:prstGeom prst="line">
                <a:avLst/>
              </a:prstGeom>
              <a:noFill/>
              <a:ln w="9525">
                <a:solidFill>
                  <a:schemeClr val="bg1"/>
                </a:solidFill>
                <a:round/>
                <a:headEnd/>
                <a:tailEnd/>
              </a:ln>
              <a:extLst>
                <a:ext uri="{909E8E84-426E-40DD-AFC4-6F175D3DCCD1}">
                  <a14:hiddenFill xmlns:a14="http://schemas.microsoft.com/office/drawing/2010/main">
                    <a:noFill/>
                  </a14:hiddenFill>
                </a:ext>
              </a:extLst>
            </p:spPr>
            <p:txBody>
              <a:bodyPr/>
              <a:lstStyle/>
              <a:p>
                <a:endParaRPr lang="en-US" sz="1350"/>
              </a:p>
            </p:txBody>
          </p:sp>
          <p:sp>
            <p:nvSpPr>
              <p:cNvPr id="42" name="Line 61"/>
              <p:cNvSpPr>
                <a:spLocks noChangeShapeType="1"/>
              </p:cNvSpPr>
              <p:nvPr/>
            </p:nvSpPr>
            <p:spPr bwMode="gray">
              <a:xfrm>
                <a:off x="941" y="2508"/>
                <a:ext cx="0" cy="168"/>
              </a:xfrm>
              <a:prstGeom prst="line">
                <a:avLst/>
              </a:prstGeom>
              <a:noFill/>
              <a:ln w="9525">
                <a:solidFill>
                  <a:schemeClr val="bg1"/>
                </a:solidFill>
                <a:round/>
                <a:headEnd/>
                <a:tailEnd/>
              </a:ln>
              <a:extLst>
                <a:ext uri="{909E8E84-426E-40DD-AFC4-6F175D3DCCD1}">
                  <a14:hiddenFill xmlns:a14="http://schemas.microsoft.com/office/drawing/2010/main">
                    <a:noFill/>
                  </a14:hiddenFill>
                </a:ext>
              </a:extLst>
            </p:spPr>
            <p:txBody>
              <a:bodyPr/>
              <a:lstStyle/>
              <a:p>
                <a:endParaRPr lang="en-US" sz="1350"/>
              </a:p>
            </p:txBody>
          </p:sp>
          <p:sp>
            <p:nvSpPr>
              <p:cNvPr id="43" name="Line 62"/>
              <p:cNvSpPr>
                <a:spLocks noChangeShapeType="1"/>
              </p:cNvSpPr>
              <p:nvPr/>
            </p:nvSpPr>
            <p:spPr bwMode="gray">
              <a:xfrm>
                <a:off x="1063" y="2508"/>
                <a:ext cx="0" cy="168"/>
              </a:xfrm>
              <a:prstGeom prst="line">
                <a:avLst/>
              </a:prstGeom>
              <a:noFill/>
              <a:ln w="9525">
                <a:solidFill>
                  <a:schemeClr val="bg1"/>
                </a:solidFill>
                <a:round/>
                <a:headEnd/>
                <a:tailEnd/>
              </a:ln>
              <a:extLst>
                <a:ext uri="{909E8E84-426E-40DD-AFC4-6F175D3DCCD1}">
                  <a14:hiddenFill xmlns:a14="http://schemas.microsoft.com/office/drawing/2010/main">
                    <a:noFill/>
                  </a14:hiddenFill>
                </a:ext>
              </a:extLst>
            </p:spPr>
            <p:txBody>
              <a:bodyPr/>
              <a:lstStyle/>
              <a:p>
                <a:endParaRPr lang="en-US" sz="1350"/>
              </a:p>
            </p:txBody>
          </p:sp>
          <p:sp>
            <p:nvSpPr>
              <p:cNvPr id="44" name="Line 63"/>
              <p:cNvSpPr>
                <a:spLocks noChangeShapeType="1"/>
              </p:cNvSpPr>
              <p:nvPr/>
            </p:nvSpPr>
            <p:spPr bwMode="gray">
              <a:xfrm>
                <a:off x="1186" y="2508"/>
                <a:ext cx="0" cy="168"/>
              </a:xfrm>
              <a:prstGeom prst="line">
                <a:avLst/>
              </a:prstGeom>
              <a:noFill/>
              <a:ln w="9525">
                <a:solidFill>
                  <a:schemeClr val="bg1"/>
                </a:solidFill>
                <a:round/>
                <a:headEnd/>
                <a:tailEnd/>
              </a:ln>
              <a:extLst>
                <a:ext uri="{909E8E84-426E-40DD-AFC4-6F175D3DCCD1}">
                  <a14:hiddenFill xmlns:a14="http://schemas.microsoft.com/office/drawing/2010/main">
                    <a:noFill/>
                  </a14:hiddenFill>
                </a:ext>
              </a:extLst>
            </p:spPr>
            <p:txBody>
              <a:bodyPr/>
              <a:lstStyle/>
              <a:p>
                <a:endParaRPr lang="en-US" sz="1350"/>
              </a:p>
            </p:txBody>
          </p:sp>
          <p:sp>
            <p:nvSpPr>
              <p:cNvPr id="45" name="Line 64"/>
              <p:cNvSpPr>
                <a:spLocks noChangeShapeType="1"/>
              </p:cNvSpPr>
              <p:nvPr/>
            </p:nvSpPr>
            <p:spPr bwMode="gray">
              <a:xfrm>
                <a:off x="1308" y="2508"/>
                <a:ext cx="0" cy="168"/>
              </a:xfrm>
              <a:prstGeom prst="line">
                <a:avLst/>
              </a:prstGeom>
              <a:noFill/>
              <a:ln w="9525">
                <a:solidFill>
                  <a:schemeClr val="bg1"/>
                </a:solidFill>
                <a:round/>
                <a:headEnd/>
                <a:tailEnd/>
              </a:ln>
              <a:extLst>
                <a:ext uri="{909E8E84-426E-40DD-AFC4-6F175D3DCCD1}">
                  <a14:hiddenFill xmlns:a14="http://schemas.microsoft.com/office/drawing/2010/main">
                    <a:noFill/>
                  </a14:hiddenFill>
                </a:ext>
              </a:extLst>
            </p:spPr>
            <p:txBody>
              <a:bodyPr/>
              <a:lstStyle/>
              <a:p>
                <a:endParaRPr lang="en-US" sz="1350"/>
              </a:p>
            </p:txBody>
          </p:sp>
          <p:sp>
            <p:nvSpPr>
              <p:cNvPr id="46" name="Line 65"/>
              <p:cNvSpPr>
                <a:spLocks noChangeShapeType="1"/>
              </p:cNvSpPr>
              <p:nvPr/>
            </p:nvSpPr>
            <p:spPr bwMode="gray">
              <a:xfrm>
                <a:off x="1431" y="2508"/>
                <a:ext cx="0" cy="168"/>
              </a:xfrm>
              <a:prstGeom prst="line">
                <a:avLst/>
              </a:prstGeom>
              <a:noFill/>
              <a:ln w="9525">
                <a:solidFill>
                  <a:schemeClr val="bg1"/>
                </a:solidFill>
                <a:round/>
                <a:headEnd/>
                <a:tailEnd/>
              </a:ln>
              <a:extLst>
                <a:ext uri="{909E8E84-426E-40DD-AFC4-6F175D3DCCD1}">
                  <a14:hiddenFill xmlns:a14="http://schemas.microsoft.com/office/drawing/2010/main">
                    <a:noFill/>
                  </a14:hiddenFill>
                </a:ext>
              </a:extLst>
            </p:spPr>
            <p:txBody>
              <a:bodyPr/>
              <a:lstStyle/>
              <a:p>
                <a:endParaRPr lang="en-US" sz="1350"/>
              </a:p>
            </p:txBody>
          </p:sp>
          <p:sp>
            <p:nvSpPr>
              <p:cNvPr id="47" name="Line 66"/>
              <p:cNvSpPr>
                <a:spLocks noChangeShapeType="1"/>
              </p:cNvSpPr>
              <p:nvPr/>
            </p:nvSpPr>
            <p:spPr bwMode="gray">
              <a:xfrm>
                <a:off x="1553" y="2508"/>
                <a:ext cx="0" cy="168"/>
              </a:xfrm>
              <a:prstGeom prst="line">
                <a:avLst/>
              </a:prstGeom>
              <a:noFill/>
              <a:ln w="9525">
                <a:solidFill>
                  <a:schemeClr val="bg1"/>
                </a:solidFill>
                <a:round/>
                <a:headEnd/>
                <a:tailEnd/>
              </a:ln>
              <a:extLst>
                <a:ext uri="{909E8E84-426E-40DD-AFC4-6F175D3DCCD1}">
                  <a14:hiddenFill xmlns:a14="http://schemas.microsoft.com/office/drawing/2010/main">
                    <a:noFill/>
                  </a14:hiddenFill>
                </a:ext>
              </a:extLst>
            </p:spPr>
            <p:txBody>
              <a:bodyPr/>
              <a:lstStyle/>
              <a:p>
                <a:endParaRPr lang="en-US" sz="1350"/>
              </a:p>
            </p:txBody>
          </p:sp>
          <p:sp>
            <p:nvSpPr>
              <p:cNvPr id="48" name="Line 67"/>
              <p:cNvSpPr>
                <a:spLocks noChangeShapeType="1"/>
              </p:cNvSpPr>
              <p:nvPr/>
            </p:nvSpPr>
            <p:spPr bwMode="gray">
              <a:xfrm>
                <a:off x="1676" y="2508"/>
                <a:ext cx="0" cy="168"/>
              </a:xfrm>
              <a:prstGeom prst="line">
                <a:avLst/>
              </a:prstGeom>
              <a:noFill/>
              <a:ln w="9525">
                <a:solidFill>
                  <a:schemeClr val="bg1"/>
                </a:solidFill>
                <a:round/>
                <a:headEnd/>
                <a:tailEnd/>
              </a:ln>
              <a:extLst>
                <a:ext uri="{909E8E84-426E-40DD-AFC4-6F175D3DCCD1}">
                  <a14:hiddenFill xmlns:a14="http://schemas.microsoft.com/office/drawing/2010/main">
                    <a:noFill/>
                  </a14:hiddenFill>
                </a:ext>
              </a:extLst>
            </p:spPr>
            <p:txBody>
              <a:bodyPr/>
              <a:lstStyle/>
              <a:p>
                <a:endParaRPr lang="en-US" sz="1350"/>
              </a:p>
            </p:txBody>
          </p:sp>
          <p:sp>
            <p:nvSpPr>
              <p:cNvPr id="49" name="Line 68"/>
              <p:cNvSpPr>
                <a:spLocks noChangeShapeType="1"/>
              </p:cNvSpPr>
              <p:nvPr/>
            </p:nvSpPr>
            <p:spPr bwMode="gray">
              <a:xfrm>
                <a:off x="2166" y="2508"/>
                <a:ext cx="0" cy="168"/>
              </a:xfrm>
              <a:prstGeom prst="line">
                <a:avLst/>
              </a:prstGeom>
              <a:noFill/>
              <a:ln w="19050">
                <a:solidFill>
                  <a:schemeClr val="bg1"/>
                </a:solidFill>
                <a:round/>
                <a:headEnd/>
                <a:tailEnd/>
              </a:ln>
              <a:extLst>
                <a:ext uri="{909E8E84-426E-40DD-AFC4-6F175D3DCCD1}">
                  <a14:hiddenFill xmlns:a14="http://schemas.microsoft.com/office/drawing/2010/main">
                    <a:noFill/>
                  </a14:hiddenFill>
                </a:ext>
              </a:extLst>
            </p:spPr>
            <p:txBody>
              <a:bodyPr/>
              <a:lstStyle/>
              <a:p>
                <a:endParaRPr lang="en-US" sz="1350"/>
              </a:p>
            </p:txBody>
          </p:sp>
          <p:sp>
            <p:nvSpPr>
              <p:cNvPr id="50" name="Line 69"/>
              <p:cNvSpPr>
                <a:spLocks noChangeShapeType="1"/>
              </p:cNvSpPr>
              <p:nvPr/>
            </p:nvSpPr>
            <p:spPr bwMode="gray">
              <a:xfrm>
                <a:off x="1798" y="2508"/>
                <a:ext cx="0" cy="168"/>
              </a:xfrm>
              <a:prstGeom prst="line">
                <a:avLst/>
              </a:prstGeom>
              <a:noFill/>
              <a:ln w="9525">
                <a:solidFill>
                  <a:schemeClr val="bg1"/>
                </a:solidFill>
                <a:round/>
                <a:headEnd/>
                <a:tailEnd/>
              </a:ln>
              <a:extLst>
                <a:ext uri="{909E8E84-426E-40DD-AFC4-6F175D3DCCD1}">
                  <a14:hiddenFill xmlns:a14="http://schemas.microsoft.com/office/drawing/2010/main">
                    <a:noFill/>
                  </a14:hiddenFill>
                </a:ext>
              </a:extLst>
            </p:spPr>
            <p:txBody>
              <a:bodyPr/>
              <a:lstStyle/>
              <a:p>
                <a:endParaRPr lang="en-US" sz="1350"/>
              </a:p>
            </p:txBody>
          </p:sp>
          <p:sp>
            <p:nvSpPr>
              <p:cNvPr id="51" name="Line 70"/>
              <p:cNvSpPr>
                <a:spLocks noChangeShapeType="1"/>
              </p:cNvSpPr>
              <p:nvPr/>
            </p:nvSpPr>
            <p:spPr bwMode="gray">
              <a:xfrm>
                <a:off x="1921" y="2508"/>
                <a:ext cx="0" cy="168"/>
              </a:xfrm>
              <a:prstGeom prst="line">
                <a:avLst/>
              </a:prstGeom>
              <a:noFill/>
              <a:ln w="9525">
                <a:solidFill>
                  <a:schemeClr val="bg1"/>
                </a:solidFill>
                <a:round/>
                <a:headEnd/>
                <a:tailEnd/>
              </a:ln>
              <a:extLst>
                <a:ext uri="{909E8E84-426E-40DD-AFC4-6F175D3DCCD1}">
                  <a14:hiddenFill xmlns:a14="http://schemas.microsoft.com/office/drawing/2010/main">
                    <a:noFill/>
                  </a14:hiddenFill>
                </a:ext>
              </a:extLst>
            </p:spPr>
            <p:txBody>
              <a:bodyPr/>
              <a:lstStyle/>
              <a:p>
                <a:endParaRPr lang="en-US" sz="1350"/>
              </a:p>
            </p:txBody>
          </p:sp>
          <p:sp>
            <p:nvSpPr>
              <p:cNvPr id="52" name="Line 71"/>
              <p:cNvSpPr>
                <a:spLocks noChangeShapeType="1"/>
              </p:cNvSpPr>
              <p:nvPr/>
            </p:nvSpPr>
            <p:spPr bwMode="gray">
              <a:xfrm>
                <a:off x="2043" y="2508"/>
                <a:ext cx="0" cy="168"/>
              </a:xfrm>
              <a:prstGeom prst="line">
                <a:avLst/>
              </a:prstGeom>
              <a:noFill/>
              <a:ln w="9525">
                <a:solidFill>
                  <a:schemeClr val="bg1"/>
                </a:solidFill>
                <a:round/>
                <a:headEnd/>
                <a:tailEnd/>
              </a:ln>
              <a:extLst>
                <a:ext uri="{909E8E84-426E-40DD-AFC4-6F175D3DCCD1}">
                  <a14:hiddenFill xmlns:a14="http://schemas.microsoft.com/office/drawing/2010/main">
                    <a:noFill/>
                  </a14:hiddenFill>
                </a:ext>
              </a:extLst>
            </p:spPr>
            <p:txBody>
              <a:bodyPr/>
              <a:lstStyle/>
              <a:p>
                <a:endParaRPr lang="en-US" sz="1350"/>
              </a:p>
            </p:txBody>
          </p:sp>
        </p:grpSp>
        <p:grpSp>
          <p:nvGrpSpPr>
            <p:cNvPr id="21" name="Group 72"/>
            <p:cNvGrpSpPr>
              <a:grpSpLocks/>
            </p:cNvGrpSpPr>
            <p:nvPr/>
          </p:nvGrpSpPr>
          <p:grpSpPr bwMode="auto">
            <a:xfrm>
              <a:off x="3227" y="2191"/>
              <a:ext cx="1470" cy="115"/>
              <a:chOff x="696" y="2508"/>
              <a:chExt cx="1470" cy="168"/>
            </a:xfrm>
          </p:grpSpPr>
          <p:sp>
            <p:nvSpPr>
              <p:cNvPr id="27" name="Line 73"/>
              <p:cNvSpPr>
                <a:spLocks noChangeShapeType="1"/>
              </p:cNvSpPr>
              <p:nvPr/>
            </p:nvSpPr>
            <p:spPr bwMode="gray">
              <a:xfrm>
                <a:off x="696" y="2508"/>
                <a:ext cx="0" cy="168"/>
              </a:xfrm>
              <a:prstGeom prst="line">
                <a:avLst/>
              </a:prstGeom>
              <a:noFill/>
              <a:ln w="19050">
                <a:solidFill>
                  <a:schemeClr val="bg1"/>
                </a:solidFill>
                <a:round/>
                <a:headEnd/>
                <a:tailEnd/>
              </a:ln>
              <a:extLst>
                <a:ext uri="{909E8E84-426E-40DD-AFC4-6F175D3DCCD1}">
                  <a14:hiddenFill xmlns:a14="http://schemas.microsoft.com/office/drawing/2010/main">
                    <a:noFill/>
                  </a14:hiddenFill>
                </a:ext>
              </a:extLst>
            </p:spPr>
            <p:txBody>
              <a:bodyPr/>
              <a:lstStyle/>
              <a:p>
                <a:endParaRPr lang="en-US" sz="1350"/>
              </a:p>
            </p:txBody>
          </p:sp>
          <p:sp>
            <p:nvSpPr>
              <p:cNvPr id="28" name="Line 74"/>
              <p:cNvSpPr>
                <a:spLocks noChangeShapeType="1"/>
              </p:cNvSpPr>
              <p:nvPr/>
            </p:nvSpPr>
            <p:spPr bwMode="gray">
              <a:xfrm>
                <a:off x="818" y="2508"/>
                <a:ext cx="0" cy="168"/>
              </a:xfrm>
              <a:prstGeom prst="line">
                <a:avLst/>
              </a:prstGeom>
              <a:noFill/>
              <a:ln w="9525">
                <a:solidFill>
                  <a:schemeClr val="bg1"/>
                </a:solidFill>
                <a:round/>
                <a:headEnd/>
                <a:tailEnd/>
              </a:ln>
              <a:extLst>
                <a:ext uri="{909E8E84-426E-40DD-AFC4-6F175D3DCCD1}">
                  <a14:hiddenFill xmlns:a14="http://schemas.microsoft.com/office/drawing/2010/main">
                    <a:noFill/>
                  </a14:hiddenFill>
                </a:ext>
              </a:extLst>
            </p:spPr>
            <p:txBody>
              <a:bodyPr/>
              <a:lstStyle/>
              <a:p>
                <a:endParaRPr lang="en-US" sz="1350"/>
              </a:p>
            </p:txBody>
          </p:sp>
          <p:sp>
            <p:nvSpPr>
              <p:cNvPr id="29" name="Line 75"/>
              <p:cNvSpPr>
                <a:spLocks noChangeShapeType="1"/>
              </p:cNvSpPr>
              <p:nvPr/>
            </p:nvSpPr>
            <p:spPr bwMode="gray">
              <a:xfrm>
                <a:off x="941" y="2508"/>
                <a:ext cx="0" cy="168"/>
              </a:xfrm>
              <a:prstGeom prst="line">
                <a:avLst/>
              </a:prstGeom>
              <a:noFill/>
              <a:ln w="9525">
                <a:solidFill>
                  <a:schemeClr val="bg1"/>
                </a:solidFill>
                <a:round/>
                <a:headEnd/>
                <a:tailEnd/>
              </a:ln>
              <a:extLst>
                <a:ext uri="{909E8E84-426E-40DD-AFC4-6F175D3DCCD1}">
                  <a14:hiddenFill xmlns:a14="http://schemas.microsoft.com/office/drawing/2010/main">
                    <a:noFill/>
                  </a14:hiddenFill>
                </a:ext>
              </a:extLst>
            </p:spPr>
            <p:txBody>
              <a:bodyPr/>
              <a:lstStyle/>
              <a:p>
                <a:endParaRPr lang="en-US" sz="1350"/>
              </a:p>
            </p:txBody>
          </p:sp>
          <p:sp>
            <p:nvSpPr>
              <p:cNvPr id="30" name="Line 76"/>
              <p:cNvSpPr>
                <a:spLocks noChangeShapeType="1"/>
              </p:cNvSpPr>
              <p:nvPr/>
            </p:nvSpPr>
            <p:spPr bwMode="gray">
              <a:xfrm>
                <a:off x="1063" y="2508"/>
                <a:ext cx="0" cy="168"/>
              </a:xfrm>
              <a:prstGeom prst="line">
                <a:avLst/>
              </a:prstGeom>
              <a:noFill/>
              <a:ln w="9525">
                <a:solidFill>
                  <a:schemeClr val="bg1"/>
                </a:solidFill>
                <a:round/>
                <a:headEnd/>
                <a:tailEnd/>
              </a:ln>
              <a:extLst>
                <a:ext uri="{909E8E84-426E-40DD-AFC4-6F175D3DCCD1}">
                  <a14:hiddenFill xmlns:a14="http://schemas.microsoft.com/office/drawing/2010/main">
                    <a:noFill/>
                  </a14:hiddenFill>
                </a:ext>
              </a:extLst>
            </p:spPr>
            <p:txBody>
              <a:bodyPr/>
              <a:lstStyle/>
              <a:p>
                <a:endParaRPr lang="en-US" sz="1350"/>
              </a:p>
            </p:txBody>
          </p:sp>
          <p:sp>
            <p:nvSpPr>
              <p:cNvPr id="31" name="Line 77"/>
              <p:cNvSpPr>
                <a:spLocks noChangeShapeType="1"/>
              </p:cNvSpPr>
              <p:nvPr/>
            </p:nvSpPr>
            <p:spPr bwMode="gray">
              <a:xfrm>
                <a:off x="1186" y="2508"/>
                <a:ext cx="0" cy="168"/>
              </a:xfrm>
              <a:prstGeom prst="line">
                <a:avLst/>
              </a:prstGeom>
              <a:noFill/>
              <a:ln w="9525">
                <a:solidFill>
                  <a:schemeClr val="bg1"/>
                </a:solidFill>
                <a:round/>
                <a:headEnd/>
                <a:tailEnd/>
              </a:ln>
              <a:extLst>
                <a:ext uri="{909E8E84-426E-40DD-AFC4-6F175D3DCCD1}">
                  <a14:hiddenFill xmlns:a14="http://schemas.microsoft.com/office/drawing/2010/main">
                    <a:noFill/>
                  </a14:hiddenFill>
                </a:ext>
              </a:extLst>
            </p:spPr>
            <p:txBody>
              <a:bodyPr/>
              <a:lstStyle/>
              <a:p>
                <a:endParaRPr lang="en-US" sz="1350"/>
              </a:p>
            </p:txBody>
          </p:sp>
          <p:sp>
            <p:nvSpPr>
              <p:cNvPr id="32" name="Line 78"/>
              <p:cNvSpPr>
                <a:spLocks noChangeShapeType="1"/>
              </p:cNvSpPr>
              <p:nvPr/>
            </p:nvSpPr>
            <p:spPr bwMode="gray">
              <a:xfrm>
                <a:off x="1308" y="2508"/>
                <a:ext cx="0" cy="168"/>
              </a:xfrm>
              <a:prstGeom prst="line">
                <a:avLst/>
              </a:prstGeom>
              <a:noFill/>
              <a:ln w="9525">
                <a:solidFill>
                  <a:schemeClr val="bg1"/>
                </a:solidFill>
                <a:round/>
                <a:headEnd/>
                <a:tailEnd/>
              </a:ln>
              <a:extLst>
                <a:ext uri="{909E8E84-426E-40DD-AFC4-6F175D3DCCD1}">
                  <a14:hiddenFill xmlns:a14="http://schemas.microsoft.com/office/drawing/2010/main">
                    <a:noFill/>
                  </a14:hiddenFill>
                </a:ext>
              </a:extLst>
            </p:spPr>
            <p:txBody>
              <a:bodyPr/>
              <a:lstStyle/>
              <a:p>
                <a:endParaRPr lang="en-US" sz="1350"/>
              </a:p>
            </p:txBody>
          </p:sp>
          <p:sp>
            <p:nvSpPr>
              <p:cNvPr id="33" name="Line 79"/>
              <p:cNvSpPr>
                <a:spLocks noChangeShapeType="1"/>
              </p:cNvSpPr>
              <p:nvPr/>
            </p:nvSpPr>
            <p:spPr bwMode="gray">
              <a:xfrm>
                <a:off x="1431" y="2508"/>
                <a:ext cx="0" cy="168"/>
              </a:xfrm>
              <a:prstGeom prst="line">
                <a:avLst/>
              </a:prstGeom>
              <a:noFill/>
              <a:ln w="9525">
                <a:solidFill>
                  <a:schemeClr val="bg1"/>
                </a:solidFill>
                <a:round/>
                <a:headEnd/>
                <a:tailEnd/>
              </a:ln>
              <a:extLst>
                <a:ext uri="{909E8E84-426E-40DD-AFC4-6F175D3DCCD1}">
                  <a14:hiddenFill xmlns:a14="http://schemas.microsoft.com/office/drawing/2010/main">
                    <a:noFill/>
                  </a14:hiddenFill>
                </a:ext>
              </a:extLst>
            </p:spPr>
            <p:txBody>
              <a:bodyPr/>
              <a:lstStyle/>
              <a:p>
                <a:endParaRPr lang="en-US" sz="1350"/>
              </a:p>
            </p:txBody>
          </p:sp>
          <p:sp>
            <p:nvSpPr>
              <p:cNvPr id="34" name="Line 80"/>
              <p:cNvSpPr>
                <a:spLocks noChangeShapeType="1"/>
              </p:cNvSpPr>
              <p:nvPr/>
            </p:nvSpPr>
            <p:spPr bwMode="gray">
              <a:xfrm>
                <a:off x="1553" y="2508"/>
                <a:ext cx="0" cy="168"/>
              </a:xfrm>
              <a:prstGeom prst="line">
                <a:avLst/>
              </a:prstGeom>
              <a:noFill/>
              <a:ln w="9525">
                <a:solidFill>
                  <a:schemeClr val="bg1"/>
                </a:solidFill>
                <a:round/>
                <a:headEnd/>
                <a:tailEnd/>
              </a:ln>
              <a:extLst>
                <a:ext uri="{909E8E84-426E-40DD-AFC4-6F175D3DCCD1}">
                  <a14:hiddenFill xmlns:a14="http://schemas.microsoft.com/office/drawing/2010/main">
                    <a:noFill/>
                  </a14:hiddenFill>
                </a:ext>
              </a:extLst>
            </p:spPr>
            <p:txBody>
              <a:bodyPr/>
              <a:lstStyle/>
              <a:p>
                <a:endParaRPr lang="en-US" sz="1350"/>
              </a:p>
            </p:txBody>
          </p:sp>
          <p:sp>
            <p:nvSpPr>
              <p:cNvPr id="35" name="Line 81"/>
              <p:cNvSpPr>
                <a:spLocks noChangeShapeType="1"/>
              </p:cNvSpPr>
              <p:nvPr/>
            </p:nvSpPr>
            <p:spPr bwMode="gray">
              <a:xfrm>
                <a:off x="1676" y="2508"/>
                <a:ext cx="0" cy="168"/>
              </a:xfrm>
              <a:prstGeom prst="line">
                <a:avLst/>
              </a:prstGeom>
              <a:noFill/>
              <a:ln w="9525">
                <a:solidFill>
                  <a:schemeClr val="bg1"/>
                </a:solidFill>
                <a:round/>
                <a:headEnd/>
                <a:tailEnd/>
              </a:ln>
              <a:extLst>
                <a:ext uri="{909E8E84-426E-40DD-AFC4-6F175D3DCCD1}">
                  <a14:hiddenFill xmlns:a14="http://schemas.microsoft.com/office/drawing/2010/main">
                    <a:noFill/>
                  </a14:hiddenFill>
                </a:ext>
              </a:extLst>
            </p:spPr>
            <p:txBody>
              <a:bodyPr/>
              <a:lstStyle/>
              <a:p>
                <a:endParaRPr lang="en-US" sz="1350"/>
              </a:p>
            </p:txBody>
          </p:sp>
          <p:sp>
            <p:nvSpPr>
              <p:cNvPr id="36" name="Line 82"/>
              <p:cNvSpPr>
                <a:spLocks noChangeShapeType="1"/>
              </p:cNvSpPr>
              <p:nvPr/>
            </p:nvSpPr>
            <p:spPr bwMode="gray">
              <a:xfrm>
                <a:off x="2166" y="2508"/>
                <a:ext cx="0" cy="168"/>
              </a:xfrm>
              <a:prstGeom prst="line">
                <a:avLst/>
              </a:prstGeom>
              <a:noFill/>
              <a:ln w="19050">
                <a:solidFill>
                  <a:schemeClr val="bg1"/>
                </a:solidFill>
                <a:round/>
                <a:headEnd/>
                <a:tailEnd/>
              </a:ln>
              <a:extLst>
                <a:ext uri="{909E8E84-426E-40DD-AFC4-6F175D3DCCD1}">
                  <a14:hiddenFill xmlns:a14="http://schemas.microsoft.com/office/drawing/2010/main">
                    <a:noFill/>
                  </a14:hiddenFill>
                </a:ext>
              </a:extLst>
            </p:spPr>
            <p:txBody>
              <a:bodyPr/>
              <a:lstStyle/>
              <a:p>
                <a:endParaRPr lang="en-US" sz="1350"/>
              </a:p>
            </p:txBody>
          </p:sp>
          <p:sp>
            <p:nvSpPr>
              <p:cNvPr id="37" name="Line 83"/>
              <p:cNvSpPr>
                <a:spLocks noChangeShapeType="1"/>
              </p:cNvSpPr>
              <p:nvPr/>
            </p:nvSpPr>
            <p:spPr bwMode="gray">
              <a:xfrm>
                <a:off x="1798" y="2508"/>
                <a:ext cx="0" cy="168"/>
              </a:xfrm>
              <a:prstGeom prst="line">
                <a:avLst/>
              </a:prstGeom>
              <a:noFill/>
              <a:ln w="9525">
                <a:solidFill>
                  <a:schemeClr val="bg1"/>
                </a:solidFill>
                <a:round/>
                <a:headEnd/>
                <a:tailEnd/>
              </a:ln>
              <a:extLst>
                <a:ext uri="{909E8E84-426E-40DD-AFC4-6F175D3DCCD1}">
                  <a14:hiddenFill xmlns:a14="http://schemas.microsoft.com/office/drawing/2010/main">
                    <a:noFill/>
                  </a14:hiddenFill>
                </a:ext>
              </a:extLst>
            </p:spPr>
            <p:txBody>
              <a:bodyPr/>
              <a:lstStyle/>
              <a:p>
                <a:endParaRPr lang="en-US" sz="1350"/>
              </a:p>
            </p:txBody>
          </p:sp>
          <p:sp>
            <p:nvSpPr>
              <p:cNvPr id="38" name="Line 84"/>
              <p:cNvSpPr>
                <a:spLocks noChangeShapeType="1"/>
              </p:cNvSpPr>
              <p:nvPr/>
            </p:nvSpPr>
            <p:spPr bwMode="gray">
              <a:xfrm>
                <a:off x="1921" y="2508"/>
                <a:ext cx="0" cy="168"/>
              </a:xfrm>
              <a:prstGeom prst="line">
                <a:avLst/>
              </a:prstGeom>
              <a:noFill/>
              <a:ln w="9525">
                <a:solidFill>
                  <a:schemeClr val="bg1"/>
                </a:solidFill>
                <a:round/>
                <a:headEnd/>
                <a:tailEnd/>
              </a:ln>
              <a:extLst>
                <a:ext uri="{909E8E84-426E-40DD-AFC4-6F175D3DCCD1}">
                  <a14:hiddenFill xmlns:a14="http://schemas.microsoft.com/office/drawing/2010/main">
                    <a:noFill/>
                  </a14:hiddenFill>
                </a:ext>
              </a:extLst>
            </p:spPr>
            <p:txBody>
              <a:bodyPr/>
              <a:lstStyle/>
              <a:p>
                <a:endParaRPr lang="en-US" sz="1350"/>
              </a:p>
            </p:txBody>
          </p:sp>
          <p:sp>
            <p:nvSpPr>
              <p:cNvPr id="39" name="Line 85"/>
              <p:cNvSpPr>
                <a:spLocks noChangeShapeType="1"/>
              </p:cNvSpPr>
              <p:nvPr/>
            </p:nvSpPr>
            <p:spPr bwMode="gray">
              <a:xfrm>
                <a:off x="2043" y="2508"/>
                <a:ext cx="0" cy="168"/>
              </a:xfrm>
              <a:prstGeom prst="line">
                <a:avLst/>
              </a:prstGeom>
              <a:noFill/>
              <a:ln w="9525">
                <a:solidFill>
                  <a:schemeClr val="bg1"/>
                </a:solidFill>
                <a:round/>
                <a:headEnd/>
                <a:tailEnd/>
              </a:ln>
              <a:extLst>
                <a:ext uri="{909E8E84-426E-40DD-AFC4-6F175D3DCCD1}">
                  <a14:hiddenFill xmlns:a14="http://schemas.microsoft.com/office/drawing/2010/main">
                    <a:noFill/>
                  </a14:hiddenFill>
                </a:ext>
              </a:extLst>
            </p:spPr>
            <p:txBody>
              <a:bodyPr/>
              <a:lstStyle/>
              <a:p>
                <a:endParaRPr lang="en-US" sz="1350"/>
              </a:p>
            </p:txBody>
          </p:sp>
        </p:grpSp>
        <p:sp>
          <p:nvSpPr>
            <p:cNvPr id="22" name="Line 90"/>
            <p:cNvSpPr>
              <a:spLocks noChangeShapeType="1"/>
            </p:cNvSpPr>
            <p:nvPr/>
          </p:nvSpPr>
          <p:spPr bwMode="gray">
            <a:xfrm>
              <a:off x="4698" y="2191"/>
              <a:ext cx="0" cy="115"/>
            </a:xfrm>
            <a:prstGeom prst="line">
              <a:avLst/>
            </a:prstGeom>
            <a:noFill/>
            <a:ln w="19050">
              <a:solidFill>
                <a:schemeClr val="bg1"/>
              </a:solidFill>
              <a:round/>
              <a:headEnd/>
              <a:tailEnd/>
            </a:ln>
            <a:extLst>
              <a:ext uri="{909E8E84-426E-40DD-AFC4-6F175D3DCCD1}">
                <a14:hiddenFill xmlns:a14="http://schemas.microsoft.com/office/drawing/2010/main">
                  <a:noFill/>
                </a14:hiddenFill>
              </a:ext>
            </a:extLst>
          </p:spPr>
          <p:txBody>
            <a:bodyPr/>
            <a:lstStyle/>
            <a:p>
              <a:endParaRPr lang="en-US" sz="1350"/>
            </a:p>
          </p:txBody>
        </p:sp>
        <p:sp>
          <p:nvSpPr>
            <p:cNvPr id="23" name="Line 91"/>
            <p:cNvSpPr>
              <a:spLocks noChangeShapeType="1"/>
            </p:cNvSpPr>
            <p:nvPr/>
          </p:nvSpPr>
          <p:spPr bwMode="gray">
            <a:xfrm>
              <a:off x="4820" y="2191"/>
              <a:ext cx="0" cy="115"/>
            </a:xfrm>
            <a:prstGeom prst="line">
              <a:avLst/>
            </a:prstGeom>
            <a:noFill/>
            <a:ln w="9525">
              <a:solidFill>
                <a:schemeClr val="bg1"/>
              </a:solidFill>
              <a:round/>
              <a:headEnd/>
              <a:tailEnd/>
            </a:ln>
            <a:extLst>
              <a:ext uri="{909E8E84-426E-40DD-AFC4-6F175D3DCCD1}">
                <a14:hiddenFill xmlns:a14="http://schemas.microsoft.com/office/drawing/2010/main">
                  <a:noFill/>
                </a14:hiddenFill>
              </a:ext>
            </a:extLst>
          </p:spPr>
          <p:txBody>
            <a:bodyPr/>
            <a:lstStyle/>
            <a:p>
              <a:endParaRPr lang="en-US" sz="1350"/>
            </a:p>
          </p:txBody>
        </p:sp>
        <p:sp>
          <p:nvSpPr>
            <p:cNvPr id="24" name="Line 92"/>
            <p:cNvSpPr>
              <a:spLocks noChangeShapeType="1"/>
            </p:cNvSpPr>
            <p:nvPr/>
          </p:nvSpPr>
          <p:spPr bwMode="gray">
            <a:xfrm>
              <a:off x="4943" y="2191"/>
              <a:ext cx="0" cy="115"/>
            </a:xfrm>
            <a:prstGeom prst="line">
              <a:avLst/>
            </a:prstGeom>
            <a:noFill/>
            <a:ln w="9525">
              <a:solidFill>
                <a:schemeClr val="bg1"/>
              </a:solidFill>
              <a:round/>
              <a:headEnd/>
              <a:tailEnd/>
            </a:ln>
            <a:extLst>
              <a:ext uri="{909E8E84-426E-40DD-AFC4-6F175D3DCCD1}">
                <a14:hiddenFill xmlns:a14="http://schemas.microsoft.com/office/drawing/2010/main">
                  <a:noFill/>
                </a14:hiddenFill>
              </a:ext>
            </a:extLst>
          </p:spPr>
          <p:txBody>
            <a:bodyPr/>
            <a:lstStyle/>
            <a:p>
              <a:endParaRPr lang="en-US" sz="1350"/>
            </a:p>
          </p:txBody>
        </p:sp>
        <p:sp>
          <p:nvSpPr>
            <p:cNvPr id="25" name="Line 93"/>
            <p:cNvSpPr>
              <a:spLocks noChangeShapeType="1"/>
            </p:cNvSpPr>
            <p:nvPr/>
          </p:nvSpPr>
          <p:spPr bwMode="gray">
            <a:xfrm>
              <a:off x="5065" y="2191"/>
              <a:ext cx="0" cy="115"/>
            </a:xfrm>
            <a:prstGeom prst="line">
              <a:avLst/>
            </a:prstGeom>
            <a:noFill/>
            <a:ln w="9525">
              <a:solidFill>
                <a:schemeClr val="bg1"/>
              </a:solidFill>
              <a:round/>
              <a:headEnd/>
              <a:tailEnd/>
            </a:ln>
            <a:extLst>
              <a:ext uri="{909E8E84-426E-40DD-AFC4-6F175D3DCCD1}">
                <a14:hiddenFill xmlns:a14="http://schemas.microsoft.com/office/drawing/2010/main">
                  <a:noFill/>
                </a14:hiddenFill>
              </a:ext>
            </a:extLst>
          </p:spPr>
          <p:txBody>
            <a:bodyPr/>
            <a:lstStyle/>
            <a:p>
              <a:endParaRPr lang="en-US" sz="1350"/>
            </a:p>
          </p:txBody>
        </p:sp>
        <p:sp>
          <p:nvSpPr>
            <p:cNvPr id="26" name="Line 122"/>
            <p:cNvSpPr>
              <a:spLocks noChangeShapeType="1"/>
            </p:cNvSpPr>
            <p:nvPr/>
          </p:nvSpPr>
          <p:spPr bwMode="gray">
            <a:xfrm>
              <a:off x="5183" y="2191"/>
              <a:ext cx="0" cy="115"/>
            </a:xfrm>
            <a:prstGeom prst="line">
              <a:avLst/>
            </a:prstGeom>
            <a:noFill/>
            <a:ln w="9525">
              <a:solidFill>
                <a:schemeClr val="bg1"/>
              </a:solidFill>
              <a:round/>
              <a:headEnd/>
              <a:tailEnd/>
            </a:ln>
            <a:extLst>
              <a:ext uri="{909E8E84-426E-40DD-AFC4-6F175D3DCCD1}">
                <a14:hiddenFill xmlns:a14="http://schemas.microsoft.com/office/drawing/2010/main">
                  <a:noFill/>
                </a14:hiddenFill>
              </a:ext>
            </a:extLst>
          </p:spPr>
          <p:txBody>
            <a:bodyPr/>
            <a:lstStyle/>
            <a:p>
              <a:endParaRPr lang="en-US" sz="1350"/>
            </a:p>
          </p:txBody>
        </p:sp>
      </p:grpSp>
      <p:sp>
        <p:nvSpPr>
          <p:cNvPr id="66" name="Line 125"/>
          <p:cNvSpPr>
            <a:spLocks noChangeShapeType="1"/>
          </p:cNvSpPr>
          <p:nvPr userDrawn="1"/>
        </p:nvSpPr>
        <p:spPr bwMode="gray">
          <a:xfrm>
            <a:off x="3429000" y="3651252"/>
            <a:ext cx="0" cy="1757363"/>
          </a:xfrm>
          <a:prstGeom prst="line">
            <a:avLst/>
          </a:prstGeom>
          <a:noFill/>
          <a:ln w="12700">
            <a:solidFill>
              <a:srgbClr val="C0C0C0"/>
            </a:solidFill>
            <a:round/>
            <a:headEnd type="none" w="sm" len="sm"/>
            <a:tailEnd type="none" w="med" len="lg"/>
          </a:ln>
          <a:extLst>
            <a:ext uri="{909E8E84-426E-40DD-AFC4-6F175D3DCCD1}">
              <a14:hiddenFill xmlns:a14="http://schemas.microsoft.com/office/drawing/2010/main">
                <a:noFill/>
              </a14:hiddenFill>
            </a:ext>
          </a:extLst>
        </p:spPr>
        <p:txBody>
          <a:bodyPr tIns="68580" bIns="68580"/>
          <a:lstStyle/>
          <a:p>
            <a:endParaRPr lang="en-US" sz="1350"/>
          </a:p>
        </p:txBody>
      </p:sp>
      <p:sp>
        <p:nvSpPr>
          <p:cNvPr id="67" name="Line 4"/>
          <p:cNvSpPr>
            <a:spLocks noChangeShapeType="1"/>
          </p:cNvSpPr>
          <p:nvPr userDrawn="1"/>
        </p:nvSpPr>
        <p:spPr bwMode="gray">
          <a:xfrm>
            <a:off x="1676400" y="2976563"/>
            <a:ext cx="0" cy="512762"/>
          </a:xfrm>
          <a:prstGeom prst="line">
            <a:avLst/>
          </a:prstGeom>
          <a:noFill/>
          <a:ln w="12700">
            <a:solidFill>
              <a:srgbClr val="C0C0C0"/>
            </a:solidFill>
            <a:round/>
            <a:headEnd type="none" w="sm" len="sm"/>
            <a:tailEnd type="none" w="med" len="lg"/>
          </a:ln>
          <a:extLst>
            <a:ext uri="{909E8E84-426E-40DD-AFC4-6F175D3DCCD1}">
              <a14:hiddenFill xmlns:a14="http://schemas.microsoft.com/office/drawing/2010/main">
                <a:noFill/>
              </a14:hiddenFill>
            </a:ext>
          </a:extLst>
        </p:spPr>
        <p:txBody>
          <a:bodyPr tIns="68580" bIns="68580"/>
          <a:lstStyle/>
          <a:p>
            <a:endParaRPr lang="en-US" sz="1350"/>
          </a:p>
        </p:txBody>
      </p:sp>
      <p:sp>
        <p:nvSpPr>
          <p:cNvPr id="68" name="Line 108"/>
          <p:cNvSpPr>
            <a:spLocks noChangeShapeType="1"/>
          </p:cNvSpPr>
          <p:nvPr userDrawn="1"/>
        </p:nvSpPr>
        <p:spPr bwMode="gray">
          <a:xfrm>
            <a:off x="5562600" y="2976563"/>
            <a:ext cx="0" cy="512762"/>
          </a:xfrm>
          <a:prstGeom prst="line">
            <a:avLst/>
          </a:prstGeom>
          <a:noFill/>
          <a:ln w="12700">
            <a:solidFill>
              <a:srgbClr val="C0C0C0"/>
            </a:solidFill>
            <a:round/>
            <a:headEnd type="none" w="sm" len="sm"/>
            <a:tailEnd type="none" w="med" len="lg"/>
          </a:ln>
          <a:extLst>
            <a:ext uri="{909E8E84-426E-40DD-AFC4-6F175D3DCCD1}">
              <a14:hiddenFill xmlns:a14="http://schemas.microsoft.com/office/drawing/2010/main">
                <a:noFill/>
              </a14:hiddenFill>
            </a:ext>
          </a:extLst>
        </p:spPr>
        <p:txBody>
          <a:bodyPr tIns="68580" bIns="68580"/>
          <a:lstStyle/>
          <a:p>
            <a:endParaRPr lang="en-US" sz="1350"/>
          </a:p>
        </p:txBody>
      </p:sp>
      <p:sp>
        <p:nvSpPr>
          <p:cNvPr id="69" name="Line 111"/>
          <p:cNvSpPr>
            <a:spLocks noChangeShapeType="1"/>
          </p:cNvSpPr>
          <p:nvPr userDrawn="1"/>
        </p:nvSpPr>
        <p:spPr bwMode="gray">
          <a:xfrm>
            <a:off x="7696200" y="2976563"/>
            <a:ext cx="0" cy="512762"/>
          </a:xfrm>
          <a:prstGeom prst="line">
            <a:avLst/>
          </a:prstGeom>
          <a:noFill/>
          <a:ln w="12700">
            <a:solidFill>
              <a:srgbClr val="C0C0C0"/>
            </a:solidFill>
            <a:round/>
            <a:headEnd type="none" w="sm" len="sm"/>
            <a:tailEnd type="none" w="med" len="lg"/>
          </a:ln>
          <a:extLst>
            <a:ext uri="{909E8E84-426E-40DD-AFC4-6F175D3DCCD1}">
              <a14:hiddenFill xmlns:a14="http://schemas.microsoft.com/office/drawing/2010/main">
                <a:noFill/>
              </a14:hiddenFill>
            </a:ext>
          </a:extLst>
        </p:spPr>
        <p:txBody>
          <a:bodyPr tIns="68580" bIns="68580"/>
          <a:lstStyle/>
          <a:p>
            <a:endParaRPr lang="en-US" sz="1350"/>
          </a:p>
        </p:txBody>
      </p:sp>
      <p:sp>
        <p:nvSpPr>
          <p:cNvPr id="70" name="Line 139"/>
          <p:cNvSpPr>
            <a:spLocks noChangeShapeType="1"/>
          </p:cNvSpPr>
          <p:nvPr userDrawn="1"/>
        </p:nvSpPr>
        <p:spPr bwMode="gray">
          <a:xfrm>
            <a:off x="3281363" y="2074863"/>
            <a:ext cx="0" cy="1414462"/>
          </a:xfrm>
          <a:prstGeom prst="line">
            <a:avLst/>
          </a:prstGeom>
          <a:noFill/>
          <a:ln w="12700">
            <a:solidFill>
              <a:srgbClr val="C0C0C0"/>
            </a:solidFill>
            <a:round/>
            <a:headEnd type="none" w="sm" len="sm"/>
            <a:tailEnd type="none" w="med" len="lg"/>
          </a:ln>
          <a:extLst>
            <a:ext uri="{909E8E84-426E-40DD-AFC4-6F175D3DCCD1}">
              <a14:hiddenFill xmlns:a14="http://schemas.microsoft.com/office/drawing/2010/main">
                <a:noFill/>
              </a14:hiddenFill>
            </a:ext>
          </a:extLst>
        </p:spPr>
        <p:txBody>
          <a:bodyPr tIns="68580" bIns="68580"/>
          <a:lstStyle/>
          <a:p>
            <a:endParaRPr lang="en-US" sz="1350"/>
          </a:p>
        </p:txBody>
      </p:sp>
      <p:sp>
        <p:nvSpPr>
          <p:cNvPr id="71" name="AutoShape 3"/>
          <p:cNvSpPr>
            <a:spLocks noChangeArrowheads="1"/>
          </p:cNvSpPr>
          <p:nvPr userDrawn="1"/>
        </p:nvSpPr>
        <p:spPr bwMode="gray">
          <a:xfrm>
            <a:off x="452438" y="3413125"/>
            <a:ext cx="8239125" cy="311150"/>
          </a:xfrm>
          <a:prstGeom prst="rightArrow">
            <a:avLst>
              <a:gd name="adj1" fmla="val 52037"/>
              <a:gd name="adj2" fmla="val 96479"/>
            </a:avLst>
          </a:prstGeom>
          <a:solidFill>
            <a:srgbClr val="808080"/>
          </a:solidFill>
          <a:ln>
            <a:noFill/>
          </a:ln>
          <a:extLst>
            <a:ext uri="{91240B29-F687-4F45-9708-019B960494DF}">
              <a14:hiddenLine xmlns:a14="http://schemas.microsoft.com/office/drawing/2010/main" w="12700">
                <a:solidFill>
                  <a:srgbClr val="000000"/>
                </a:solidFill>
                <a:miter lim="800000"/>
                <a:headEnd type="none" w="sm" len="sm"/>
                <a:tailEnd type="none" w="med" len="lg"/>
              </a14:hiddenLine>
            </a:ext>
          </a:extLst>
        </p:spPr>
        <p:txBody>
          <a:bodyPr wrap="none" tIns="68580" bIns="68580" anchor="ctr"/>
          <a:lstStyle>
            <a:lvl1pPr eaLnBrk="0" hangingPunct="0">
              <a:tabLst>
                <a:tab pos="1435100" algn="ctr"/>
                <a:tab pos="2870200" algn="ctr"/>
                <a:tab pos="4305300" algn="ctr"/>
                <a:tab pos="5740400" algn="ctr"/>
                <a:tab pos="7175500" algn="r"/>
              </a:tabLst>
              <a:defRPr>
                <a:solidFill>
                  <a:schemeClr val="tx1"/>
                </a:solidFill>
                <a:latin typeface="Calibri" charset="0"/>
                <a:ea typeface="Arial" charset="0"/>
                <a:cs typeface="Arial" charset="0"/>
              </a:defRPr>
            </a:lvl1pPr>
            <a:lvl2pPr marL="742950" indent="-285750" eaLnBrk="0" hangingPunct="0">
              <a:tabLst>
                <a:tab pos="1435100" algn="ctr"/>
                <a:tab pos="2870200" algn="ctr"/>
                <a:tab pos="4305300" algn="ctr"/>
                <a:tab pos="5740400" algn="ctr"/>
                <a:tab pos="7175500" algn="r"/>
              </a:tabLst>
              <a:defRPr>
                <a:solidFill>
                  <a:schemeClr val="tx1"/>
                </a:solidFill>
                <a:latin typeface="Calibri" charset="0"/>
                <a:ea typeface="Arial" charset="0"/>
                <a:cs typeface="Arial" charset="0"/>
              </a:defRPr>
            </a:lvl2pPr>
            <a:lvl3pPr marL="1143000" indent="-228600" eaLnBrk="0" hangingPunct="0">
              <a:tabLst>
                <a:tab pos="1435100" algn="ctr"/>
                <a:tab pos="2870200" algn="ctr"/>
                <a:tab pos="4305300" algn="ctr"/>
                <a:tab pos="5740400" algn="ctr"/>
                <a:tab pos="7175500" algn="r"/>
              </a:tabLst>
              <a:defRPr>
                <a:solidFill>
                  <a:schemeClr val="tx1"/>
                </a:solidFill>
                <a:latin typeface="Calibri" charset="0"/>
                <a:ea typeface="Arial" charset="0"/>
                <a:cs typeface="Arial" charset="0"/>
              </a:defRPr>
            </a:lvl3pPr>
            <a:lvl4pPr marL="1600200" indent="-228600" eaLnBrk="0" hangingPunct="0">
              <a:tabLst>
                <a:tab pos="1435100" algn="ctr"/>
                <a:tab pos="2870200" algn="ctr"/>
                <a:tab pos="4305300" algn="ctr"/>
                <a:tab pos="5740400" algn="ctr"/>
                <a:tab pos="7175500" algn="r"/>
              </a:tabLst>
              <a:defRPr>
                <a:solidFill>
                  <a:schemeClr val="tx1"/>
                </a:solidFill>
                <a:latin typeface="Calibri" charset="0"/>
                <a:ea typeface="Arial" charset="0"/>
                <a:cs typeface="Arial" charset="0"/>
              </a:defRPr>
            </a:lvl4pPr>
            <a:lvl5pPr marL="2057400" indent="-228600" eaLnBrk="0" hangingPunct="0">
              <a:tabLst>
                <a:tab pos="1435100" algn="ctr"/>
                <a:tab pos="2870200" algn="ctr"/>
                <a:tab pos="4305300" algn="ctr"/>
                <a:tab pos="5740400" algn="ctr"/>
                <a:tab pos="7175500" algn="r"/>
              </a:tabLst>
              <a:defRPr>
                <a:solidFill>
                  <a:schemeClr val="tx1"/>
                </a:solidFill>
                <a:latin typeface="Calibri" charset="0"/>
                <a:ea typeface="Arial" charset="0"/>
                <a:cs typeface="Arial" charset="0"/>
              </a:defRPr>
            </a:lvl5pPr>
            <a:lvl6pPr marL="2514600" indent="-228600" eaLnBrk="0" fontAlgn="base" hangingPunct="0">
              <a:spcBef>
                <a:spcPct val="0"/>
              </a:spcBef>
              <a:spcAft>
                <a:spcPct val="0"/>
              </a:spcAft>
              <a:tabLst>
                <a:tab pos="1435100" algn="ctr"/>
                <a:tab pos="2870200" algn="ctr"/>
                <a:tab pos="4305300" algn="ctr"/>
                <a:tab pos="5740400" algn="ctr"/>
                <a:tab pos="7175500" algn="r"/>
              </a:tabLst>
              <a:defRPr>
                <a:solidFill>
                  <a:schemeClr val="tx1"/>
                </a:solidFill>
                <a:latin typeface="Calibri" charset="0"/>
                <a:ea typeface="Arial" charset="0"/>
                <a:cs typeface="Arial" charset="0"/>
              </a:defRPr>
            </a:lvl6pPr>
            <a:lvl7pPr marL="2971800" indent="-228600" eaLnBrk="0" fontAlgn="base" hangingPunct="0">
              <a:spcBef>
                <a:spcPct val="0"/>
              </a:spcBef>
              <a:spcAft>
                <a:spcPct val="0"/>
              </a:spcAft>
              <a:tabLst>
                <a:tab pos="1435100" algn="ctr"/>
                <a:tab pos="2870200" algn="ctr"/>
                <a:tab pos="4305300" algn="ctr"/>
                <a:tab pos="5740400" algn="ctr"/>
                <a:tab pos="7175500" algn="r"/>
              </a:tabLst>
              <a:defRPr>
                <a:solidFill>
                  <a:schemeClr val="tx1"/>
                </a:solidFill>
                <a:latin typeface="Calibri" charset="0"/>
                <a:ea typeface="Arial" charset="0"/>
                <a:cs typeface="Arial" charset="0"/>
              </a:defRPr>
            </a:lvl7pPr>
            <a:lvl8pPr marL="3429000" indent="-228600" eaLnBrk="0" fontAlgn="base" hangingPunct="0">
              <a:spcBef>
                <a:spcPct val="0"/>
              </a:spcBef>
              <a:spcAft>
                <a:spcPct val="0"/>
              </a:spcAft>
              <a:tabLst>
                <a:tab pos="1435100" algn="ctr"/>
                <a:tab pos="2870200" algn="ctr"/>
                <a:tab pos="4305300" algn="ctr"/>
                <a:tab pos="5740400" algn="ctr"/>
                <a:tab pos="7175500" algn="r"/>
              </a:tabLst>
              <a:defRPr>
                <a:solidFill>
                  <a:schemeClr val="tx1"/>
                </a:solidFill>
                <a:latin typeface="Calibri" charset="0"/>
                <a:ea typeface="Arial" charset="0"/>
                <a:cs typeface="Arial" charset="0"/>
              </a:defRPr>
            </a:lvl8pPr>
            <a:lvl9pPr marL="3886200" indent="-228600" eaLnBrk="0" fontAlgn="base" hangingPunct="0">
              <a:spcBef>
                <a:spcPct val="0"/>
              </a:spcBef>
              <a:spcAft>
                <a:spcPct val="0"/>
              </a:spcAft>
              <a:tabLst>
                <a:tab pos="1435100" algn="ctr"/>
                <a:tab pos="2870200" algn="ctr"/>
                <a:tab pos="4305300" algn="ctr"/>
                <a:tab pos="5740400" algn="ctr"/>
                <a:tab pos="7175500" algn="r"/>
              </a:tabLst>
              <a:defRPr>
                <a:solidFill>
                  <a:schemeClr val="tx1"/>
                </a:solidFill>
                <a:latin typeface="Calibri" charset="0"/>
                <a:ea typeface="Arial" charset="0"/>
                <a:cs typeface="Arial" charset="0"/>
              </a:defRPr>
            </a:lvl9pPr>
          </a:lstStyle>
          <a:p>
            <a:pPr eaLnBrk="1" hangingPunct="1"/>
            <a:endParaRPr lang="nl-NL" altLang="en-US" sz="750" b="1">
              <a:solidFill>
                <a:srgbClr val="4D4D4D"/>
              </a:solidFill>
              <a:latin typeface="Arial" charset="0"/>
            </a:endParaRPr>
          </a:p>
        </p:txBody>
      </p:sp>
      <p:grpSp>
        <p:nvGrpSpPr>
          <p:cNvPr id="72" name="Group 123"/>
          <p:cNvGrpSpPr>
            <a:grpSpLocks/>
          </p:cNvGrpSpPr>
          <p:nvPr userDrawn="1"/>
        </p:nvGrpSpPr>
        <p:grpSpPr bwMode="auto">
          <a:xfrm>
            <a:off x="611189" y="3460752"/>
            <a:ext cx="7769225" cy="182563"/>
            <a:chOff x="289" y="2191"/>
            <a:chExt cx="4894" cy="115"/>
          </a:xfrm>
        </p:grpSpPr>
        <p:grpSp>
          <p:nvGrpSpPr>
            <p:cNvPr id="73" name="Group 44"/>
            <p:cNvGrpSpPr>
              <a:grpSpLocks/>
            </p:cNvGrpSpPr>
            <p:nvPr/>
          </p:nvGrpSpPr>
          <p:grpSpPr bwMode="auto">
            <a:xfrm>
              <a:off x="289" y="2191"/>
              <a:ext cx="1470" cy="115"/>
              <a:chOff x="696" y="2508"/>
              <a:chExt cx="1470" cy="168"/>
            </a:xfrm>
          </p:grpSpPr>
          <p:sp>
            <p:nvSpPr>
              <p:cNvPr id="107" name="Line 45"/>
              <p:cNvSpPr>
                <a:spLocks noChangeShapeType="1"/>
              </p:cNvSpPr>
              <p:nvPr/>
            </p:nvSpPr>
            <p:spPr bwMode="gray">
              <a:xfrm>
                <a:off x="696" y="2508"/>
                <a:ext cx="0" cy="168"/>
              </a:xfrm>
              <a:prstGeom prst="line">
                <a:avLst/>
              </a:prstGeom>
              <a:noFill/>
              <a:ln w="19050">
                <a:solidFill>
                  <a:schemeClr val="bg1"/>
                </a:solidFill>
                <a:round/>
                <a:headEnd/>
                <a:tailEnd/>
              </a:ln>
              <a:extLst>
                <a:ext uri="{909E8E84-426E-40DD-AFC4-6F175D3DCCD1}">
                  <a14:hiddenFill xmlns:a14="http://schemas.microsoft.com/office/drawing/2010/main">
                    <a:noFill/>
                  </a14:hiddenFill>
                </a:ext>
              </a:extLst>
            </p:spPr>
            <p:txBody>
              <a:bodyPr/>
              <a:lstStyle/>
              <a:p>
                <a:endParaRPr lang="en-US" sz="1350"/>
              </a:p>
            </p:txBody>
          </p:sp>
          <p:sp>
            <p:nvSpPr>
              <p:cNvPr id="108" name="Line 46"/>
              <p:cNvSpPr>
                <a:spLocks noChangeShapeType="1"/>
              </p:cNvSpPr>
              <p:nvPr/>
            </p:nvSpPr>
            <p:spPr bwMode="gray">
              <a:xfrm>
                <a:off x="818" y="2508"/>
                <a:ext cx="0" cy="168"/>
              </a:xfrm>
              <a:prstGeom prst="line">
                <a:avLst/>
              </a:prstGeom>
              <a:noFill/>
              <a:ln w="9525">
                <a:solidFill>
                  <a:schemeClr val="bg1"/>
                </a:solidFill>
                <a:round/>
                <a:headEnd/>
                <a:tailEnd/>
              </a:ln>
              <a:extLst>
                <a:ext uri="{909E8E84-426E-40DD-AFC4-6F175D3DCCD1}">
                  <a14:hiddenFill xmlns:a14="http://schemas.microsoft.com/office/drawing/2010/main">
                    <a:noFill/>
                  </a14:hiddenFill>
                </a:ext>
              </a:extLst>
            </p:spPr>
            <p:txBody>
              <a:bodyPr/>
              <a:lstStyle/>
              <a:p>
                <a:endParaRPr lang="en-US" sz="1350"/>
              </a:p>
            </p:txBody>
          </p:sp>
          <p:sp>
            <p:nvSpPr>
              <p:cNvPr id="109" name="Line 47"/>
              <p:cNvSpPr>
                <a:spLocks noChangeShapeType="1"/>
              </p:cNvSpPr>
              <p:nvPr/>
            </p:nvSpPr>
            <p:spPr bwMode="gray">
              <a:xfrm>
                <a:off x="941" y="2508"/>
                <a:ext cx="0" cy="168"/>
              </a:xfrm>
              <a:prstGeom prst="line">
                <a:avLst/>
              </a:prstGeom>
              <a:noFill/>
              <a:ln w="9525">
                <a:solidFill>
                  <a:schemeClr val="bg1"/>
                </a:solidFill>
                <a:round/>
                <a:headEnd/>
                <a:tailEnd/>
              </a:ln>
              <a:extLst>
                <a:ext uri="{909E8E84-426E-40DD-AFC4-6F175D3DCCD1}">
                  <a14:hiddenFill xmlns:a14="http://schemas.microsoft.com/office/drawing/2010/main">
                    <a:noFill/>
                  </a14:hiddenFill>
                </a:ext>
              </a:extLst>
            </p:spPr>
            <p:txBody>
              <a:bodyPr/>
              <a:lstStyle/>
              <a:p>
                <a:endParaRPr lang="en-US" sz="1350"/>
              </a:p>
            </p:txBody>
          </p:sp>
          <p:sp>
            <p:nvSpPr>
              <p:cNvPr id="110" name="Line 48"/>
              <p:cNvSpPr>
                <a:spLocks noChangeShapeType="1"/>
              </p:cNvSpPr>
              <p:nvPr/>
            </p:nvSpPr>
            <p:spPr bwMode="gray">
              <a:xfrm>
                <a:off x="1063" y="2508"/>
                <a:ext cx="0" cy="168"/>
              </a:xfrm>
              <a:prstGeom prst="line">
                <a:avLst/>
              </a:prstGeom>
              <a:noFill/>
              <a:ln w="9525">
                <a:solidFill>
                  <a:schemeClr val="bg1"/>
                </a:solidFill>
                <a:round/>
                <a:headEnd/>
                <a:tailEnd/>
              </a:ln>
              <a:extLst>
                <a:ext uri="{909E8E84-426E-40DD-AFC4-6F175D3DCCD1}">
                  <a14:hiddenFill xmlns:a14="http://schemas.microsoft.com/office/drawing/2010/main">
                    <a:noFill/>
                  </a14:hiddenFill>
                </a:ext>
              </a:extLst>
            </p:spPr>
            <p:txBody>
              <a:bodyPr/>
              <a:lstStyle/>
              <a:p>
                <a:endParaRPr lang="en-US" sz="1350"/>
              </a:p>
            </p:txBody>
          </p:sp>
          <p:sp>
            <p:nvSpPr>
              <p:cNvPr id="111" name="Line 49"/>
              <p:cNvSpPr>
                <a:spLocks noChangeShapeType="1"/>
              </p:cNvSpPr>
              <p:nvPr/>
            </p:nvSpPr>
            <p:spPr bwMode="gray">
              <a:xfrm>
                <a:off x="1186" y="2508"/>
                <a:ext cx="0" cy="168"/>
              </a:xfrm>
              <a:prstGeom prst="line">
                <a:avLst/>
              </a:prstGeom>
              <a:noFill/>
              <a:ln w="9525">
                <a:solidFill>
                  <a:schemeClr val="bg1"/>
                </a:solidFill>
                <a:round/>
                <a:headEnd/>
                <a:tailEnd/>
              </a:ln>
              <a:extLst>
                <a:ext uri="{909E8E84-426E-40DD-AFC4-6F175D3DCCD1}">
                  <a14:hiddenFill xmlns:a14="http://schemas.microsoft.com/office/drawing/2010/main">
                    <a:noFill/>
                  </a14:hiddenFill>
                </a:ext>
              </a:extLst>
            </p:spPr>
            <p:txBody>
              <a:bodyPr/>
              <a:lstStyle/>
              <a:p>
                <a:endParaRPr lang="en-US" sz="1350"/>
              </a:p>
            </p:txBody>
          </p:sp>
          <p:sp>
            <p:nvSpPr>
              <p:cNvPr id="112" name="Line 50"/>
              <p:cNvSpPr>
                <a:spLocks noChangeShapeType="1"/>
              </p:cNvSpPr>
              <p:nvPr/>
            </p:nvSpPr>
            <p:spPr bwMode="gray">
              <a:xfrm>
                <a:off x="1308" y="2508"/>
                <a:ext cx="0" cy="168"/>
              </a:xfrm>
              <a:prstGeom prst="line">
                <a:avLst/>
              </a:prstGeom>
              <a:noFill/>
              <a:ln w="9525">
                <a:solidFill>
                  <a:schemeClr val="bg1"/>
                </a:solidFill>
                <a:round/>
                <a:headEnd/>
                <a:tailEnd/>
              </a:ln>
              <a:extLst>
                <a:ext uri="{909E8E84-426E-40DD-AFC4-6F175D3DCCD1}">
                  <a14:hiddenFill xmlns:a14="http://schemas.microsoft.com/office/drawing/2010/main">
                    <a:noFill/>
                  </a14:hiddenFill>
                </a:ext>
              </a:extLst>
            </p:spPr>
            <p:txBody>
              <a:bodyPr/>
              <a:lstStyle/>
              <a:p>
                <a:endParaRPr lang="en-US" sz="1350"/>
              </a:p>
            </p:txBody>
          </p:sp>
          <p:sp>
            <p:nvSpPr>
              <p:cNvPr id="113" name="Line 51"/>
              <p:cNvSpPr>
                <a:spLocks noChangeShapeType="1"/>
              </p:cNvSpPr>
              <p:nvPr/>
            </p:nvSpPr>
            <p:spPr bwMode="gray">
              <a:xfrm>
                <a:off x="1431" y="2508"/>
                <a:ext cx="0" cy="168"/>
              </a:xfrm>
              <a:prstGeom prst="line">
                <a:avLst/>
              </a:prstGeom>
              <a:noFill/>
              <a:ln w="9525">
                <a:solidFill>
                  <a:schemeClr val="bg1"/>
                </a:solidFill>
                <a:round/>
                <a:headEnd/>
                <a:tailEnd/>
              </a:ln>
              <a:extLst>
                <a:ext uri="{909E8E84-426E-40DD-AFC4-6F175D3DCCD1}">
                  <a14:hiddenFill xmlns:a14="http://schemas.microsoft.com/office/drawing/2010/main">
                    <a:noFill/>
                  </a14:hiddenFill>
                </a:ext>
              </a:extLst>
            </p:spPr>
            <p:txBody>
              <a:bodyPr/>
              <a:lstStyle/>
              <a:p>
                <a:endParaRPr lang="en-US" sz="1350"/>
              </a:p>
            </p:txBody>
          </p:sp>
          <p:sp>
            <p:nvSpPr>
              <p:cNvPr id="114" name="Line 52"/>
              <p:cNvSpPr>
                <a:spLocks noChangeShapeType="1"/>
              </p:cNvSpPr>
              <p:nvPr/>
            </p:nvSpPr>
            <p:spPr bwMode="gray">
              <a:xfrm>
                <a:off x="1553" y="2508"/>
                <a:ext cx="0" cy="168"/>
              </a:xfrm>
              <a:prstGeom prst="line">
                <a:avLst/>
              </a:prstGeom>
              <a:noFill/>
              <a:ln w="9525">
                <a:solidFill>
                  <a:schemeClr val="bg1"/>
                </a:solidFill>
                <a:round/>
                <a:headEnd/>
                <a:tailEnd/>
              </a:ln>
              <a:extLst>
                <a:ext uri="{909E8E84-426E-40DD-AFC4-6F175D3DCCD1}">
                  <a14:hiddenFill xmlns:a14="http://schemas.microsoft.com/office/drawing/2010/main">
                    <a:noFill/>
                  </a14:hiddenFill>
                </a:ext>
              </a:extLst>
            </p:spPr>
            <p:txBody>
              <a:bodyPr/>
              <a:lstStyle/>
              <a:p>
                <a:endParaRPr lang="en-US" sz="1350"/>
              </a:p>
            </p:txBody>
          </p:sp>
          <p:sp>
            <p:nvSpPr>
              <p:cNvPr id="115" name="Line 53"/>
              <p:cNvSpPr>
                <a:spLocks noChangeShapeType="1"/>
              </p:cNvSpPr>
              <p:nvPr/>
            </p:nvSpPr>
            <p:spPr bwMode="gray">
              <a:xfrm>
                <a:off x="1676" y="2508"/>
                <a:ext cx="0" cy="168"/>
              </a:xfrm>
              <a:prstGeom prst="line">
                <a:avLst/>
              </a:prstGeom>
              <a:noFill/>
              <a:ln w="9525">
                <a:solidFill>
                  <a:schemeClr val="bg1"/>
                </a:solidFill>
                <a:round/>
                <a:headEnd/>
                <a:tailEnd/>
              </a:ln>
              <a:extLst>
                <a:ext uri="{909E8E84-426E-40DD-AFC4-6F175D3DCCD1}">
                  <a14:hiddenFill xmlns:a14="http://schemas.microsoft.com/office/drawing/2010/main">
                    <a:noFill/>
                  </a14:hiddenFill>
                </a:ext>
              </a:extLst>
            </p:spPr>
            <p:txBody>
              <a:bodyPr/>
              <a:lstStyle/>
              <a:p>
                <a:endParaRPr lang="en-US" sz="1350"/>
              </a:p>
            </p:txBody>
          </p:sp>
          <p:sp>
            <p:nvSpPr>
              <p:cNvPr id="116" name="Line 54"/>
              <p:cNvSpPr>
                <a:spLocks noChangeShapeType="1"/>
              </p:cNvSpPr>
              <p:nvPr/>
            </p:nvSpPr>
            <p:spPr bwMode="gray">
              <a:xfrm>
                <a:off x="2166" y="2508"/>
                <a:ext cx="0" cy="168"/>
              </a:xfrm>
              <a:prstGeom prst="line">
                <a:avLst/>
              </a:prstGeom>
              <a:noFill/>
              <a:ln w="19050">
                <a:solidFill>
                  <a:schemeClr val="bg1"/>
                </a:solidFill>
                <a:round/>
                <a:headEnd/>
                <a:tailEnd/>
              </a:ln>
              <a:extLst>
                <a:ext uri="{909E8E84-426E-40DD-AFC4-6F175D3DCCD1}">
                  <a14:hiddenFill xmlns:a14="http://schemas.microsoft.com/office/drawing/2010/main">
                    <a:noFill/>
                  </a14:hiddenFill>
                </a:ext>
              </a:extLst>
            </p:spPr>
            <p:txBody>
              <a:bodyPr/>
              <a:lstStyle/>
              <a:p>
                <a:endParaRPr lang="en-US" sz="1350"/>
              </a:p>
            </p:txBody>
          </p:sp>
          <p:sp>
            <p:nvSpPr>
              <p:cNvPr id="117" name="Line 55"/>
              <p:cNvSpPr>
                <a:spLocks noChangeShapeType="1"/>
              </p:cNvSpPr>
              <p:nvPr/>
            </p:nvSpPr>
            <p:spPr bwMode="gray">
              <a:xfrm>
                <a:off x="1798" y="2508"/>
                <a:ext cx="0" cy="168"/>
              </a:xfrm>
              <a:prstGeom prst="line">
                <a:avLst/>
              </a:prstGeom>
              <a:noFill/>
              <a:ln w="9525">
                <a:solidFill>
                  <a:schemeClr val="bg1"/>
                </a:solidFill>
                <a:round/>
                <a:headEnd/>
                <a:tailEnd/>
              </a:ln>
              <a:extLst>
                <a:ext uri="{909E8E84-426E-40DD-AFC4-6F175D3DCCD1}">
                  <a14:hiddenFill xmlns:a14="http://schemas.microsoft.com/office/drawing/2010/main">
                    <a:noFill/>
                  </a14:hiddenFill>
                </a:ext>
              </a:extLst>
            </p:spPr>
            <p:txBody>
              <a:bodyPr/>
              <a:lstStyle/>
              <a:p>
                <a:endParaRPr lang="en-US" sz="1350"/>
              </a:p>
            </p:txBody>
          </p:sp>
          <p:sp>
            <p:nvSpPr>
              <p:cNvPr id="118" name="Line 56"/>
              <p:cNvSpPr>
                <a:spLocks noChangeShapeType="1"/>
              </p:cNvSpPr>
              <p:nvPr/>
            </p:nvSpPr>
            <p:spPr bwMode="gray">
              <a:xfrm>
                <a:off x="1921" y="2508"/>
                <a:ext cx="0" cy="168"/>
              </a:xfrm>
              <a:prstGeom prst="line">
                <a:avLst/>
              </a:prstGeom>
              <a:noFill/>
              <a:ln w="9525">
                <a:solidFill>
                  <a:schemeClr val="bg1"/>
                </a:solidFill>
                <a:round/>
                <a:headEnd/>
                <a:tailEnd/>
              </a:ln>
              <a:extLst>
                <a:ext uri="{909E8E84-426E-40DD-AFC4-6F175D3DCCD1}">
                  <a14:hiddenFill xmlns:a14="http://schemas.microsoft.com/office/drawing/2010/main">
                    <a:noFill/>
                  </a14:hiddenFill>
                </a:ext>
              </a:extLst>
            </p:spPr>
            <p:txBody>
              <a:bodyPr/>
              <a:lstStyle/>
              <a:p>
                <a:endParaRPr lang="en-US" sz="1350"/>
              </a:p>
            </p:txBody>
          </p:sp>
          <p:sp>
            <p:nvSpPr>
              <p:cNvPr id="119" name="Line 57"/>
              <p:cNvSpPr>
                <a:spLocks noChangeShapeType="1"/>
              </p:cNvSpPr>
              <p:nvPr/>
            </p:nvSpPr>
            <p:spPr bwMode="gray">
              <a:xfrm>
                <a:off x="2043" y="2508"/>
                <a:ext cx="0" cy="168"/>
              </a:xfrm>
              <a:prstGeom prst="line">
                <a:avLst/>
              </a:prstGeom>
              <a:noFill/>
              <a:ln w="9525">
                <a:solidFill>
                  <a:schemeClr val="bg1"/>
                </a:solidFill>
                <a:round/>
                <a:headEnd/>
                <a:tailEnd/>
              </a:ln>
              <a:extLst>
                <a:ext uri="{909E8E84-426E-40DD-AFC4-6F175D3DCCD1}">
                  <a14:hiddenFill xmlns:a14="http://schemas.microsoft.com/office/drawing/2010/main">
                    <a:noFill/>
                  </a14:hiddenFill>
                </a:ext>
              </a:extLst>
            </p:spPr>
            <p:txBody>
              <a:bodyPr/>
              <a:lstStyle/>
              <a:p>
                <a:endParaRPr lang="en-US" sz="1350"/>
              </a:p>
            </p:txBody>
          </p:sp>
        </p:grpSp>
        <p:grpSp>
          <p:nvGrpSpPr>
            <p:cNvPr id="74" name="Group 58"/>
            <p:cNvGrpSpPr>
              <a:grpSpLocks/>
            </p:cNvGrpSpPr>
            <p:nvPr/>
          </p:nvGrpSpPr>
          <p:grpSpPr bwMode="auto">
            <a:xfrm>
              <a:off x="1758" y="2191"/>
              <a:ext cx="1470" cy="115"/>
              <a:chOff x="696" y="2508"/>
              <a:chExt cx="1470" cy="168"/>
            </a:xfrm>
          </p:grpSpPr>
          <p:sp>
            <p:nvSpPr>
              <p:cNvPr id="94" name="Line 59"/>
              <p:cNvSpPr>
                <a:spLocks noChangeShapeType="1"/>
              </p:cNvSpPr>
              <p:nvPr/>
            </p:nvSpPr>
            <p:spPr bwMode="gray">
              <a:xfrm>
                <a:off x="696" y="2508"/>
                <a:ext cx="0" cy="168"/>
              </a:xfrm>
              <a:prstGeom prst="line">
                <a:avLst/>
              </a:prstGeom>
              <a:noFill/>
              <a:ln w="19050">
                <a:solidFill>
                  <a:schemeClr val="bg1"/>
                </a:solidFill>
                <a:round/>
                <a:headEnd/>
                <a:tailEnd/>
              </a:ln>
              <a:extLst>
                <a:ext uri="{909E8E84-426E-40DD-AFC4-6F175D3DCCD1}">
                  <a14:hiddenFill xmlns:a14="http://schemas.microsoft.com/office/drawing/2010/main">
                    <a:noFill/>
                  </a14:hiddenFill>
                </a:ext>
              </a:extLst>
            </p:spPr>
            <p:txBody>
              <a:bodyPr/>
              <a:lstStyle/>
              <a:p>
                <a:endParaRPr lang="en-US" sz="1350"/>
              </a:p>
            </p:txBody>
          </p:sp>
          <p:sp>
            <p:nvSpPr>
              <p:cNvPr id="95" name="Line 60"/>
              <p:cNvSpPr>
                <a:spLocks noChangeShapeType="1"/>
              </p:cNvSpPr>
              <p:nvPr/>
            </p:nvSpPr>
            <p:spPr bwMode="gray">
              <a:xfrm>
                <a:off x="818" y="2508"/>
                <a:ext cx="0" cy="168"/>
              </a:xfrm>
              <a:prstGeom prst="line">
                <a:avLst/>
              </a:prstGeom>
              <a:noFill/>
              <a:ln w="9525">
                <a:solidFill>
                  <a:schemeClr val="bg1"/>
                </a:solidFill>
                <a:round/>
                <a:headEnd/>
                <a:tailEnd/>
              </a:ln>
              <a:extLst>
                <a:ext uri="{909E8E84-426E-40DD-AFC4-6F175D3DCCD1}">
                  <a14:hiddenFill xmlns:a14="http://schemas.microsoft.com/office/drawing/2010/main">
                    <a:noFill/>
                  </a14:hiddenFill>
                </a:ext>
              </a:extLst>
            </p:spPr>
            <p:txBody>
              <a:bodyPr/>
              <a:lstStyle/>
              <a:p>
                <a:endParaRPr lang="en-US" sz="1350"/>
              </a:p>
            </p:txBody>
          </p:sp>
          <p:sp>
            <p:nvSpPr>
              <p:cNvPr id="96" name="Line 61"/>
              <p:cNvSpPr>
                <a:spLocks noChangeShapeType="1"/>
              </p:cNvSpPr>
              <p:nvPr/>
            </p:nvSpPr>
            <p:spPr bwMode="gray">
              <a:xfrm>
                <a:off x="941" y="2508"/>
                <a:ext cx="0" cy="168"/>
              </a:xfrm>
              <a:prstGeom prst="line">
                <a:avLst/>
              </a:prstGeom>
              <a:noFill/>
              <a:ln w="9525">
                <a:solidFill>
                  <a:schemeClr val="bg1"/>
                </a:solidFill>
                <a:round/>
                <a:headEnd/>
                <a:tailEnd/>
              </a:ln>
              <a:extLst>
                <a:ext uri="{909E8E84-426E-40DD-AFC4-6F175D3DCCD1}">
                  <a14:hiddenFill xmlns:a14="http://schemas.microsoft.com/office/drawing/2010/main">
                    <a:noFill/>
                  </a14:hiddenFill>
                </a:ext>
              </a:extLst>
            </p:spPr>
            <p:txBody>
              <a:bodyPr/>
              <a:lstStyle/>
              <a:p>
                <a:endParaRPr lang="en-US" sz="1350"/>
              </a:p>
            </p:txBody>
          </p:sp>
          <p:sp>
            <p:nvSpPr>
              <p:cNvPr id="97" name="Line 62"/>
              <p:cNvSpPr>
                <a:spLocks noChangeShapeType="1"/>
              </p:cNvSpPr>
              <p:nvPr/>
            </p:nvSpPr>
            <p:spPr bwMode="gray">
              <a:xfrm>
                <a:off x="1063" y="2508"/>
                <a:ext cx="0" cy="168"/>
              </a:xfrm>
              <a:prstGeom prst="line">
                <a:avLst/>
              </a:prstGeom>
              <a:noFill/>
              <a:ln w="9525">
                <a:solidFill>
                  <a:schemeClr val="bg1"/>
                </a:solidFill>
                <a:round/>
                <a:headEnd/>
                <a:tailEnd/>
              </a:ln>
              <a:extLst>
                <a:ext uri="{909E8E84-426E-40DD-AFC4-6F175D3DCCD1}">
                  <a14:hiddenFill xmlns:a14="http://schemas.microsoft.com/office/drawing/2010/main">
                    <a:noFill/>
                  </a14:hiddenFill>
                </a:ext>
              </a:extLst>
            </p:spPr>
            <p:txBody>
              <a:bodyPr/>
              <a:lstStyle/>
              <a:p>
                <a:endParaRPr lang="en-US" sz="1350"/>
              </a:p>
            </p:txBody>
          </p:sp>
          <p:sp>
            <p:nvSpPr>
              <p:cNvPr id="98" name="Line 63"/>
              <p:cNvSpPr>
                <a:spLocks noChangeShapeType="1"/>
              </p:cNvSpPr>
              <p:nvPr/>
            </p:nvSpPr>
            <p:spPr bwMode="gray">
              <a:xfrm>
                <a:off x="1186" y="2508"/>
                <a:ext cx="0" cy="168"/>
              </a:xfrm>
              <a:prstGeom prst="line">
                <a:avLst/>
              </a:prstGeom>
              <a:noFill/>
              <a:ln w="9525">
                <a:solidFill>
                  <a:schemeClr val="bg1"/>
                </a:solidFill>
                <a:round/>
                <a:headEnd/>
                <a:tailEnd/>
              </a:ln>
              <a:extLst>
                <a:ext uri="{909E8E84-426E-40DD-AFC4-6F175D3DCCD1}">
                  <a14:hiddenFill xmlns:a14="http://schemas.microsoft.com/office/drawing/2010/main">
                    <a:noFill/>
                  </a14:hiddenFill>
                </a:ext>
              </a:extLst>
            </p:spPr>
            <p:txBody>
              <a:bodyPr/>
              <a:lstStyle/>
              <a:p>
                <a:endParaRPr lang="en-US" sz="1350"/>
              </a:p>
            </p:txBody>
          </p:sp>
          <p:sp>
            <p:nvSpPr>
              <p:cNvPr id="99" name="Line 64"/>
              <p:cNvSpPr>
                <a:spLocks noChangeShapeType="1"/>
              </p:cNvSpPr>
              <p:nvPr/>
            </p:nvSpPr>
            <p:spPr bwMode="gray">
              <a:xfrm>
                <a:off x="1308" y="2508"/>
                <a:ext cx="0" cy="168"/>
              </a:xfrm>
              <a:prstGeom prst="line">
                <a:avLst/>
              </a:prstGeom>
              <a:noFill/>
              <a:ln w="9525">
                <a:solidFill>
                  <a:schemeClr val="bg1"/>
                </a:solidFill>
                <a:round/>
                <a:headEnd/>
                <a:tailEnd/>
              </a:ln>
              <a:extLst>
                <a:ext uri="{909E8E84-426E-40DD-AFC4-6F175D3DCCD1}">
                  <a14:hiddenFill xmlns:a14="http://schemas.microsoft.com/office/drawing/2010/main">
                    <a:noFill/>
                  </a14:hiddenFill>
                </a:ext>
              </a:extLst>
            </p:spPr>
            <p:txBody>
              <a:bodyPr/>
              <a:lstStyle/>
              <a:p>
                <a:endParaRPr lang="en-US" sz="1350"/>
              </a:p>
            </p:txBody>
          </p:sp>
          <p:sp>
            <p:nvSpPr>
              <p:cNvPr id="100" name="Line 65"/>
              <p:cNvSpPr>
                <a:spLocks noChangeShapeType="1"/>
              </p:cNvSpPr>
              <p:nvPr/>
            </p:nvSpPr>
            <p:spPr bwMode="gray">
              <a:xfrm>
                <a:off x="1431" y="2508"/>
                <a:ext cx="0" cy="168"/>
              </a:xfrm>
              <a:prstGeom prst="line">
                <a:avLst/>
              </a:prstGeom>
              <a:noFill/>
              <a:ln w="9525">
                <a:solidFill>
                  <a:schemeClr val="bg1"/>
                </a:solidFill>
                <a:round/>
                <a:headEnd/>
                <a:tailEnd/>
              </a:ln>
              <a:extLst>
                <a:ext uri="{909E8E84-426E-40DD-AFC4-6F175D3DCCD1}">
                  <a14:hiddenFill xmlns:a14="http://schemas.microsoft.com/office/drawing/2010/main">
                    <a:noFill/>
                  </a14:hiddenFill>
                </a:ext>
              </a:extLst>
            </p:spPr>
            <p:txBody>
              <a:bodyPr/>
              <a:lstStyle/>
              <a:p>
                <a:endParaRPr lang="en-US" sz="1350"/>
              </a:p>
            </p:txBody>
          </p:sp>
          <p:sp>
            <p:nvSpPr>
              <p:cNvPr id="101" name="Line 66"/>
              <p:cNvSpPr>
                <a:spLocks noChangeShapeType="1"/>
              </p:cNvSpPr>
              <p:nvPr/>
            </p:nvSpPr>
            <p:spPr bwMode="gray">
              <a:xfrm>
                <a:off x="1553" y="2508"/>
                <a:ext cx="0" cy="168"/>
              </a:xfrm>
              <a:prstGeom prst="line">
                <a:avLst/>
              </a:prstGeom>
              <a:noFill/>
              <a:ln w="9525">
                <a:solidFill>
                  <a:schemeClr val="bg1"/>
                </a:solidFill>
                <a:round/>
                <a:headEnd/>
                <a:tailEnd/>
              </a:ln>
              <a:extLst>
                <a:ext uri="{909E8E84-426E-40DD-AFC4-6F175D3DCCD1}">
                  <a14:hiddenFill xmlns:a14="http://schemas.microsoft.com/office/drawing/2010/main">
                    <a:noFill/>
                  </a14:hiddenFill>
                </a:ext>
              </a:extLst>
            </p:spPr>
            <p:txBody>
              <a:bodyPr/>
              <a:lstStyle/>
              <a:p>
                <a:endParaRPr lang="en-US" sz="1350"/>
              </a:p>
            </p:txBody>
          </p:sp>
          <p:sp>
            <p:nvSpPr>
              <p:cNvPr id="102" name="Line 67"/>
              <p:cNvSpPr>
                <a:spLocks noChangeShapeType="1"/>
              </p:cNvSpPr>
              <p:nvPr/>
            </p:nvSpPr>
            <p:spPr bwMode="gray">
              <a:xfrm>
                <a:off x="1676" y="2508"/>
                <a:ext cx="0" cy="168"/>
              </a:xfrm>
              <a:prstGeom prst="line">
                <a:avLst/>
              </a:prstGeom>
              <a:noFill/>
              <a:ln w="9525">
                <a:solidFill>
                  <a:schemeClr val="bg1"/>
                </a:solidFill>
                <a:round/>
                <a:headEnd/>
                <a:tailEnd/>
              </a:ln>
              <a:extLst>
                <a:ext uri="{909E8E84-426E-40DD-AFC4-6F175D3DCCD1}">
                  <a14:hiddenFill xmlns:a14="http://schemas.microsoft.com/office/drawing/2010/main">
                    <a:noFill/>
                  </a14:hiddenFill>
                </a:ext>
              </a:extLst>
            </p:spPr>
            <p:txBody>
              <a:bodyPr/>
              <a:lstStyle/>
              <a:p>
                <a:endParaRPr lang="en-US" sz="1350"/>
              </a:p>
            </p:txBody>
          </p:sp>
          <p:sp>
            <p:nvSpPr>
              <p:cNvPr id="103" name="Line 68"/>
              <p:cNvSpPr>
                <a:spLocks noChangeShapeType="1"/>
              </p:cNvSpPr>
              <p:nvPr/>
            </p:nvSpPr>
            <p:spPr bwMode="gray">
              <a:xfrm>
                <a:off x="2166" y="2508"/>
                <a:ext cx="0" cy="168"/>
              </a:xfrm>
              <a:prstGeom prst="line">
                <a:avLst/>
              </a:prstGeom>
              <a:noFill/>
              <a:ln w="19050">
                <a:solidFill>
                  <a:schemeClr val="bg1"/>
                </a:solidFill>
                <a:round/>
                <a:headEnd/>
                <a:tailEnd/>
              </a:ln>
              <a:extLst>
                <a:ext uri="{909E8E84-426E-40DD-AFC4-6F175D3DCCD1}">
                  <a14:hiddenFill xmlns:a14="http://schemas.microsoft.com/office/drawing/2010/main">
                    <a:noFill/>
                  </a14:hiddenFill>
                </a:ext>
              </a:extLst>
            </p:spPr>
            <p:txBody>
              <a:bodyPr/>
              <a:lstStyle/>
              <a:p>
                <a:endParaRPr lang="en-US" sz="1350"/>
              </a:p>
            </p:txBody>
          </p:sp>
          <p:sp>
            <p:nvSpPr>
              <p:cNvPr id="104" name="Line 69"/>
              <p:cNvSpPr>
                <a:spLocks noChangeShapeType="1"/>
              </p:cNvSpPr>
              <p:nvPr/>
            </p:nvSpPr>
            <p:spPr bwMode="gray">
              <a:xfrm>
                <a:off x="1798" y="2508"/>
                <a:ext cx="0" cy="168"/>
              </a:xfrm>
              <a:prstGeom prst="line">
                <a:avLst/>
              </a:prstGeom>
              <a:noFill/>
              <a:ln w="9525">
                <a:solidFill>
                  <a:schemeClr val="bg1"/>
                </a:solidFill>
                <a:round/>
                <a:headEnd/>
                <a:tailEnd/>
              </a:ln>
              <a:extLst>
                <a:ext uri="{909E8E84-426E-40DD-AFC4-6F175D3DCCD1}">
                  <a14:hiddenFill xmlns:a14="http://schemas.microsoft.com/office/drawing/2010/main">
                    <a:noFill/>
                  </a14:hiddenFill>
                </a:ext>
              </a:extLst>
            </p:spPr>
            <p:txBody>
              <a:bodyPr/>
              <a:lstStyle/>
              <a:p>
                <a:endParaRPr lang="en-US" sz="1350"/>
              </a:p>
            </p:txBody>
          </p:sp>
          <p:sp>
            <p:nvSpPr>
              <p:cNvPr id="105" name="Line 70"/>
              <p:cNvSpPr>
                <a:spLocks noChangeShapeType="1"/>
              </p:cNvSpPr>
              <p:nvPr/>
            </p:nvSpPr>
            <p:spPr bwMode="gray">
              <a:xfrm>
                <a:off x="1921" y="2508"/>
                <a:ext cx="0" cy="168"/>
              </a:xfrm>
              <a:prstGeom prst="line">
                <a:avLst/>
              </a:prstGeom>
              <a:noFill/>
              <a:ln w="9525">
                <a:solidFill>
                  <a:schemeClr val="bg1"/>
                </a:solidFill>
                <a:round/>
                <a:headEnd/>
                <a:tailEnd/>
              </a:ln>
              <a:extLst>
                <a:ext uri="{909E8E84-426E-40DD-AFC4-6F175D3DCCD1}">
                  <a14:hiddenFill xmlns:a14="http://schemas.microsoft.com/office/drawing/2010/main">
                    <a:noFill/>
                  </a14:hiddenFill>
                </a:ext>
              </a:extLst>
            </p:spPr>
            <p:txBody>
              <a:bodyPr/>
              <a:lstStyle/>
              <a:p>
                <a:endParaRPr lang="en-US" sz="1350"/>
              </a:p>
            </p:txBody>
          </p:sp>
          <p:sp>
            <p:nvSpPr>
              <p:cNvPr id="106" name="Line 71"/>
              <p:cNvSpPr>
                <a:spLocks noChangeShapeType="1"/>
              </p:cNvSpPr>
              <p:nvPr/>
            </p:nvSpPr>
            <p:spPr bwMode="gray">
              <a:xfrm>
                <a:off x="2043" y="2508"/>
                <a:ext cx="0" cy="168"/>
              </a:xfrm>
              <a:prstGeom prst="line">
                <a:avLst/>
              </a:prstGeom>
              <a:noFill/>
              <a:ln w="9525">
                <a:solidFill>
                  <a:schemeClr val="bg1"/>
                </a:solidFill>
                <a:round/>
                <a:headEnd/>
                <a:tailEnd/>
              </a:ln>
              <a:extLst>
                <a:ext uri="{909E8E84-426E-40DD-AFC4-6F175D3DCCD1}">
                  <a14:hiddenFill xmlns:a14="http://schemas.microsoft.com/office/drawing/2010/main">
                    <a:noFill/>
                  </a14:hiddenFill>
                </a:ext>
              </a:extLst>
            </p:spPr>
            <p:txBody>
              <a:bodyPr/>
              <a:lstStyle/>
              <a:p>
                <a:endParaRPr lang="en-US" sz="1350"/>
              </a:p>
            </p:txBody>
          </p:sp>
        </p:grpSp>
        <p:grpSp>
          <p:nvGrpSpPr>
            <p:cNvPr id="75" name="Group 72"/>
            <p:cNvGrpSpPr>
              <a:grpSpLocks/>
            </p:cNvGrpSpPr>
            <p:nvPr/>
          </p:nvGrpSpPr>
          <p:grpSpPr bwMode="auto">
            <a:xfrm>
              <a:off x="3227" y="2191"/>
              <a:ext cx="1470" cy="115"/>
              <a:chOff x="696" y="2508"/>
              <a:chExt cx="1470" cy="168"/>
            </a:xfrm>
          </p:grpSpPr>
          <p:sp>
            <p:nvSpPr>
              <p:cNvPr id="81" name="Line 73"/>
              <p:cNvSpPr>
                <a:spLocks noChangeShapeType="1"/>
              </p:cNvSpPr>
              <p:nvPr/>
            </p:nvSpPr>
            <p:spPr bwMode="gray">
              <a:xfrm>
                <a:off x="696" y="2508"/>
                <a:ext cx="0" cy="168"/>
              </a:xfrm>
              <a:prstGeom prst="line">
                <a:avLst/>
              </a:prstGeom>
              <a:noFill/>
              <a:ln w="19050">
                <a:solidFill>
                  <a:schemeClr val="bg1"/>
                </a:solidFill>
                <a:round/>
                <a:headEnd/>
                <a:tailEnd/>
              </a:ln>
              <a:extLst>
                <a:ext uri="{909E8E84-426E-40DD-AFC4-6F175D3DCCD1}">
                  <a14:hiddenFill xmlns:a14="http://schemas.microsoft.com/office/drawing/2010/main">
                    <a:noFill/>
                  </a14:hiddenFill>
                </a:ext>
              </a:extLst>
            </p:spPr>
            <p:txBody>
              <a:bodyPr/>
              <a:lstStyle/>
              <a:p>
                <a:endParaRPr lang="en-US" sz="1350"/>
              </a:p>
            </p:txBody>
          </p:sp>
          <p:sp>
            <p:nvSpPr>
              <p:cNvPr id="82" name="Line 74"/>
              <p:cNvSpPr>
                <a:spLocks noChangeShapeType="1"/>
              </p:cNvSpPr>
              <p:nvPr/>
            </p:nvSpPr>
            <p:spPr bwMode="gray">
              <a:xfrm>
                <a:off x="818" y="2508"/>
                <a:ext cx="0" cy="168"/>
              </a:xfrm>
              <a:prstGeom prst="line">
                <a:avLst/>
              </a:prstGeom>
              <a:noFill/>
              <a:ln w="9525">
                <a:solidFill>
                  <a:schemeClr val="bg1"/>
                </a:solidFill>
                <a:round/>
                <a:headEnd/>
                <a:tailEnd/>
              </a:ln>
              <a:extLst>
                <a:ext uri="{909E8E84-426E-40DD-AFC4-6F175D3DCCD1}">
                  <a14:hiddenFill xmlns:a14="http://schemas.microsoft.com/office/drawing/2010/main">
                    <a:noFill/>
                  </a14:hiddenFill>
                </a:ext>
              </a:extLst>
            </p:spPr>
            <p:txBody>
              <a:bodyPr/>
              <a:lstStyle/>
              <a:p>
                <a:endParaRPr lang="en-US" sz="1350"/>
              </a:p>
            </p:txBody>
          </p:sp>
          <p:sp>
            <p:nvSpPr>
              <p:cNvPr id="83" name="Line 75"/>
              <p:cNvSpPr>
                <a:spLocks noChangeShapeType="1"/>
              </p:cNvSpPr>
              <p:nvPr/>
            </p:nvSpPr>
            <p:spPr bwMode="gray">
              <a:xfrm>
                <a:off x="941" y="2508"/>
                <a:ext cx="0" cy="168"/>
              </a:xfrm>
              <a:prstGeom prst="line">
                <a:avLst/>
              </a:prstGeom>
              <a:noFill/>
              <a:ln w="9525">
                <a:solidFill>
                  <a:schemeClr val="bg1"/>
                </a:solidFill>
                <a:round/>
                <a:headEnd/>
                <a:tailEnd/>
              </a:ln>
              <a:extLst>
                <a:ext uri="{909E8E84-426E-40DD-AFC4-6F175D3DCCD1}">
                  <a14:hiddenFill xmlns:a14="http://schemas.microsoft.com/office/drawing/2010/main">
                    <a:noFill/>
                  </a14:hiddenFill>
                </a:ext>
              </a:extLst>
            </p:spPr>
            <p:txBody>
              <a:bodyPr/>
              <a:lstStyle/>
              <a:p>
                <a:endParaRPr lang="en-US" sz="1350"/>
              </a:p>
            </p:txBody>
          </p:sp>
          <p:sp>
            <p:nvSpPr>
              <p:cNvPr id="84" name="Line 76"/>
              <p:cNvSpPr>
                <a:spLocks noChangeShapeType="1"/>
              </p:cNvSpPr>
              <p:nvPr/>
            </p:nvSpPr>
            <p:spPr bwMode="gray">
              <a:xfrm>
                <a:off x="1063" y="2508"/>
                <a:ext cx="0" cy="168"/>
              </a:xfrm>
              <a:prstGeom prst="line">
                <a:avLst/>
              </a:prstGeom>
              <a:noFill/>
              <a:ln w="9525">
                <a:solidFill>
                  <a:schemeClr val="bg1"/>
                </a:solidFill>
                <a:round/>
                <a:headEnd/>
                <a:tailEnd/>
              </a:ln>
              <a:extLst>
                <a:ext uri="{909E8E84-426E-40DD-AFC4-6F175D3DCCD1}">
                  <a14:hiddenFill xmlns:a14="http://schemas.microsoft.com/office/drawing/2010/main">
                    <a:noFill/>
                  </a14:hiddenFill>
                </a:ext>
              </a:extLst>
            </p:spPr>
            <p:txBody>
              <a:bodyPr/>
              <a:lstStyle/>
              <a:p>
                <a:endParaRPr lang="en-US" sz="1350"/>
              </a:p>
            </p:txBody>
          </p:sp>
          <p:sp>
            <p:nvSpPr>
              <p:cNvPr id="85" name="Line 77"/>
              <p:cNvSpPr>
                <a:spLocks noChangeShapeType="1"/>
              </p:cNvSpPr>
              <p:nvPr/>
            </p:nvSpPr>
            <p:spPr bwMode="gray">
              <a:xfrm>
                <a:off x="1186" y="2508"/>
                <a:ext cx="0" cy="168"/>
              </a:xfrm>
              <a:prstGeom prst="line">
                <a:avLst/>
              </a:prstGeom>
              <a:noFill/>
              <a:ln w="9525">
                <a:solidFill>
                  <a:schemeClr val="bg1"/>
                </a:solidFill>
                <a:round/>
                <a:headEnd/>
                <a:tailEnd/>
              </a:ln>
              <a:extLst>
                <a:ext uri="{909E8E84-426E-40DD-AFC4-6F175D3DCCD1}">
                  <a14:hiddenFill xmlns:a14="http://schemas.microsoft.com/office/drawing/2010/main">
                    <a:noFill/>
                  </a14:hiddenFill>
                </a:ext>
              </a:extLst>
            </p:spPr>
            <p:txBody>
              <a:bodyPr/>
              <a:lstStyle/>
              <a:p>
                <a:endParaRPr lang="en-US" sz="1350"/>
              </a:p>
            </p:txBody>
          </p:sp>
          <p:sp>
            <p:nvSpPr>
              <p:cNvPr id="86" name="Line 78"/>
              <p:cNvSpPr>
                <a:spLocks noChangeShapeType="1"/>
              </p:cNvSpPr>
              <p:nvPr/>
            </p:nvSpPr>
            <p:spPr bwMode="gray">
              <a:xfrm>
                <a:off x="1308" y="2508"/>
                <a:ext cx="0" cy="168"/>
              </a:xfrm>
              <a:prstGeom prst="line">
                <a:avLst/>
              </a:prstGeom>
              <a:noFill/>
              <a:ln w="9525">
                <a:solidFill>
                  <a:schemeClr val="bg1"/>
                </a:solidFill>
                <a:round/>
                <a:headEnd/>
                <a:tailEnd/>
              </a:ln>
              <a:extLst>
                <a:ext uri="{909E8E84-426E-40DD-AFC4-6F175D3DCCD1}">
                  <a14:hiddenFill xmlns:a14="http://schemas.microsoft.com/office/drawing/2010/main">
                    <a:noFill/>
                  </a14:hiddenFill>
                </a:ext>
              </a:extLst>
            </p:spPr>
            <p:txBody>
              <a:bodyPr/>
              <a:lstStyle/>
              <a:p>
                <a:endParaRPr lang="en-US" sz="1350"/>
              </a:p>
            </p:txBody>
          </p:sp>
          <p:sp>
            <p:nvSpPr>
              <p:cNvPr id="87" name="Line 79"/>
              <p:cNvSpPr>
                <a:spLocks noChangeShapeType="1"/>
              </p:cNvSpPr>
              <p:nvPr/>
            </p:nvSpPr>
            <p:spPr bwMode="gray">
              <a:xfrm>
                <a:off x="1431" y="2508"/>
                <a:ext cx="0" cy="168"/>
              </a:xfrm>
              <a:prstGeom prst="line">
                <a:avLst/>
              </a:prstGeom>
              <a:noFill/>
              <a:ln w="9525">
                <a:solidFill>
                  <a:schemeClr val="bg1"/>
                </a:solidFill>
                <a:round/>
                <a:headEnd/>
                <a:tailEnd/>
              </a:ln>
              <a:extLst>
                <a:ext uri="{909E8E84-426E-40DD-AFC4-6F175D3DCCD1}">
                  <a14:hiddenFill xmlns:a14="http://schemas.microsoft.com/office/drawing/2010/main">
                    <a:noFill/>
                  </a14:hiddenFill>
                </a:ext>
              </a:extLst>
            </p:spPr>
            <p:txBody>
              <a:bodyPr/>
              <a:lstStyle/>
              <a:p>
                <a:endParaRPr lang="en-US" sz="1350"/>
              </a:p>
            </p:txBody>
          </p:sp>
          <p:sp>
            <p:nvSpPr>
              <p:cNvPr id="88" name="Line 80"/>
              <p:cNvSpPr>
                <a:spLocks noChangeShapeType="1"/>
              </p:cNvSpPr>
              <p:nvPr/>
            </p:nvSpPr>
            <p:spPr bwMode="gray">
              <a:xfrm>
                <a:off x="1553" y="2508"/>
                <a:ext cx="0" cy="168"/>
              </a:xfrm>
              <a:prstGeom prst="line">
                <a:avLst/>
              </a:prstGeom>
              <a:noFill/>
              <a:ln w="9525">
                <a:solidFill>
                  <a:schemeClr val="bg1"/>
                </a:solidFill>
                <a:round/>
                <a:headEnd/>
                <a:tailEnd/>
              </a:ln>
              <a:extLst>
                <a:ext uri="{909E8E84-426E-40DD-AFC4-6F175D3DCCD1}">
                  <a14:hiddenFill xmlns:a14="http://schemas.microsoft.com/office/drawing/2010/main">
                    <a:noFill/>
                  </a14:hiddenFill>
                </a:ext>
              </a:extLst>
            </p:spPr>
            <p:txBody>
              <a:bodyPr/>
              <a:lstStyle/>
              <a:p>
                <a:endParaRPr lang="en-US" sz="1350"/>
              </a:p>
            </p:txBody>
          </p:sp>
          <p:sp>
            <p:nvSpPr>
              <p:cNvPr id="89" name="Line 81"/>
              <p:cNvSpPr>
                <a:spLocks noChangeShapeType="1"/>
              </p:cNvSpPr>
              <p:nvPr/>
            </p:nvSpPr>
            <p:spPr bwMode="gray">
              <a:xfrm>
                <a:off x="1676" y="2508"/>
                <a:ext cx="0" cy="168"/>
              </a:xfrm>
              <a:prstGeom prst="line">
                <a:avLst/>
              </a:prstGeom>
              <a:noFill/>
              <a:ln w="9525">
                <a:solidFill>
                  <a:schemeClr val="bg1"/>
                </a:solidFill>
                <a:round/>
                <a:headEnd/>
                <a:tailEnd/>
              </a:ln>
              <a:extLst>
                <a:ext uri="{909E8E84-426E-40DD-AFC4-6F175D3DCCD1}">
                  <a14:hiddenFill xmlns:a14="http://schemas.microsoft.com/office/drawing/2010/main">
                    <a:noFill/>
                  </a14:hiddenFill>
                </a:ext>
              </a:extLst>
            </p:spPr>
            <p:txBody>
              <a:bodyPr/>
              <a:lstStyle/>
              <a:p>
                <a:endParaRPr lang="en-US" sz="1350"/>
              </a:p>
            </p:txBody>
          </p:sp>
          <p:sp>
            <p:nvSpPr>
              <p:cNvPr id="90" name="Line 82"/>
              <p:cNvSpPr>
                <a:spLocks noChangeShapeType="1"/>
              </p:cNvSpPr>
              <p:nvPr/>
            </p:nvSpPr>
            <p:spPr bwMode="gray">
              <a:xfrm>
                <a:off x="2166" y="2508"/>
                <a:ext cx="0" cy="168"/>
              </a:xfrm>
              <a:prstGeom prst="line">
                <a:avLst/>
              </a:prstGeom>
              <a:noFill/>
              <a:ln w="19050">
                <a:solidFill>
                  <a:schemeClr val="bg1"/>
                </a:solidFill>
                <a:round/>
                <a:headEnd/>
                <a:tailEnd/>
              </a:ln>
              <a:extLst>
                <a:ext uri="{909E8E84-426E-40DD-AFC4-6F175D3DCCD1}">
                  <a14:hiddenFill xmlns:a14="http://schemas.microsoft.com/office/drawing/2010/main">
                    <a:noFill/>
                  </a14:hiddenFill>
                </a:ext>
              </a:extLst>
            </p:spPr>
            <p:txBody>
              <a:bodyPr/>
              <a:lstStyle/>
              <a:p>
                <a:endParaRPr lang="en-US" sz="1350"/>
              </a:p>
            </p:txBody>
          </p:sp>
          <p:sp>
            <p:nvSpPr>
              <p:cNvPr id="91" name="Line 83"/>
              <p:cNvSpPr>
                <a:spLocks noChangeShapeType="1"/>
              </p:cNvSpPr>
              <p:nvPr/>
            </p:nvSpPr>
            <p:spPr bwMode="gray">
              <a:xfrm>
                <a:off x="1798" y="2508"/>
                <a:ext cx="0" cy="168"/>
              </a:xfrm>
              <a:prstGeom prst="line">
                <a:avLst/>
              </a:prstGeom>
              <a:noFill/>
              <a:ln w="9525">
                <a:solidFill>
                  <a:schemeClr val="bg1"/>
                </a:solidFill>
                <a:round/>
                <a:headEnd/>
                <a:tailEnd/>
              </a:ln>
              <a:extLst>
                <a:ext uri="{909E8E84-426E-40DD-AFC4-6F175D3DCCD1}">
                  <a14:hiddenFill xmlns:a14="http://schemas.microsoft.com/office/drawing/2010/main">
                    <a:noFill/>
                  </a14:hiddenFill>
                </a:ext>
              </a:extLst>
            </p:spPr>
            <p:txBody>
              <a:bodyPr/>
              <a:lstStyle/>
              <a:p>
                <a:endParaRPr lang="en-US" sz="1350"/>
              </a:p>
            </p:txBody>
          </p:sp>
          <p:sp>
            <p:nvSpPr>
              <p:cNvPr id="92" name="Line 84"/>
              <p:cNvSpPr>
                <a:spLocks noChangeShapeType="1"/>
              </p:cNvSpPr>
              <p:nvPr/>
            </p:nvSpPr>
            <p:spPr bwMode="gray">
              <a:xfrm>
                <a:off x="1921" y="2508"/>
                <a:ext cx="0" cy="168"/>
              </a:xfrm>
              <a:prstGeom prst="line">
                <a:avLst/>
              </a:prstGeom>
              <a:noFill/>
              <a:ln w="9525">
                <a:solidFill>
                  <a:schemeClr val="bg1"/>
                </a:solidFill>
                <a:round/>
                <a:headEnd/>
                <a:tailEnd/>
              </a:ln>
              <a:extLst>
                <a:ext uri="{909E8E84-426E-40DD-AFC4-6F175D3DCCD1}">
                  <a14:hiddenFill xmlns:a14="http://schemas.microsoft.com/office/drawing/2010/main">
                    <a:noFill/>
                  </a14:hiddenFill>
                </a:ext>
              </a:extLst>
            </p:spPr>
            <p:txBody>
              <a:bodyPr/>
              <a:lstStyle/>
              <a:p>
                <a:endParaRPr lang="en-US" sz="1350"/>
              </a:p>
            </p:txBody>
          </p:sp>
          <p:sp>
            <p:nvSpPr>
              <p:cNvPr id="93" name="Line 85"/>
              <p:cNvSpPr>
                <a:spLocks noChangeShapeType="1"/>
              </p:cNvSpPr>
              <p:nvPr/>
            </p:nvSpPr>
            <p:spPr bwMode="gray">
              <a:xfrm>
                <a:off x="2043" y="2508"/>
                <a:ext cx="0" cy="168"/>
              </a:xfrm>
              <a:prstGeom prst="line">
                <a:avLst/>
              </a:prstGeom>
              <a:noFill/>
              <a:ln w="9525">
                <a:solidFill>
                  <a:schemeClr val="bg1"/>
                </a:solidFill>
                <a:round/>
                <a:headEnd/>
                <a:tailEnd/>
              </a:ln>
              <a:extLst>
                <a:ext uri="{909E8E84-426E-40DD-AFC4-6F175D3DCCD1}">
                  <a14:hiddenFill xmlns:a14="http://schemas.microsoft.com/office/drawing/2010/main">
                    <a:noFill/>
                  </a14:hiddenFill>
                </a:ext>
              </a:extLst>
            </p:spPr>
            <p:txBody>
              <a:bodyPr/>
              <a:lstStyle/>
              <a:p>
                <a:endParaRPr lang="en-US" sz="1350"/>
              </a:p>
            </p:txBody>
          </p:sp>
        </p:grpSp>
        <p:sp>
          <p:nvSpPr>
            <p:cNvPr id="76" name="Line 90"/>
            <p:cNvSpPr>
              <a:spLocks noChangeShapeType="1"/>
            </p:cNvSpPr>
            <p:nvPr/>
          </p:nvSpPr>
          <p:spPr bwMode="gray">
            <a:xfrm>
              <a:off x="4698" y="2191"/>
              <a:ext cx="0" cy="115"/>
            </a:xfrm>
            <a:prstGeom prst="line">
              <a:avLst/>
            </a:prstGeom>
            <a:noFill/>
            <a:ln w="19050">
              <a:solidFill>
                <a:schemeClr val="bg1"/>
              </a:solidFill>
              <a:round/>
              <a:headEnd/>
              <a:tailEnd/>
            </a:ln>
            <a:extLst>
              <a:ext uri="{909E8E84-426E-40DD-AFC4-6F175D3DCCD1}">
                <a14:hiddenFill xmlns:a14="http://schemas.microsoft.com/office/drawing/2010/main">
                  <a:noFill/>
                </a14:hiddenFill>
              </a:ext>
            </a:extLst>
          </p:spPr>
          <p:txBody>
            <a:bodyPr/>
            <a:lstStyle/>
            <a:p>
              <a:endParaRPr lang="en-US" sz="1350"/>
            </a:p>
          </p:txBody>
        </p:sp>
        <p:sp>
          <p:nvSpPr>
            <p:cNvPr id="77" name="Line 91"/>
            <p:cNvSpPr>
              <a:spLocks noChangeShapeType="1"/>
            </p:cNvSpPr>
            <p:nvPr/>
          </p:nvSpPr>
          <p:spPr bwMode="gray">
            <a:xfrm>
              <a:off x="4820" y="2191"/>
              <a:ext cx="0" cy="115"/>
            </a:xfrm>
            <a:prstGeom prst="line">
              <a:avLst/>
            </a:prstGeom>
            <a:noFill/>
            <a:ln w="9525">
              <a:solidFill>
                <a:schemeClr val="bg1"/>
              </a:solidFill>
              <a:round/>
              <a:headEnd/>
              <a:tailEnd/>
            </a:ln>
            <a:extLst>
              <a:ext uri="{909E8E84-426E-40DD-AFC4-6F175D3DCCD1}">
                <a14:hiddenFill xmlns:a14="http://schemas.microsoft.com/office/drawing/2010/main">
                  <a:noFill/>
                </a14:hiddenFill>
              </a:ext>
            </a:extLst>
          </p:spPr>
          <p:txBody>
            <a:bodyPr/>
            <a:lstStyle/>
            <a:p>
              <a:endParaRPr lang="en-US" sz="1350"/>
            </a:p>
          </p:txBody>
        </p:sp>
        <p:sp>
          <p:nvSpPr>
            <p:cNvPr id="78" name="Line 92"/>
            <p:cNvSpPr>
              <a:spLocks noChangeShapeType="1"/>
            </p:cNvSpPr>
            <p:nvPr/>
          </p:nvSpPr>
          <p:spPr bwMode="gray">
            <a:xfrm>
              <a:off x="4943" y="2191"/>
              <a:ext cx="0" cy="115"/>
            </a:xfrm>
            <a:prstGeom prst="line">
              <a:avLst/>
            </a:prstGeom>
            <a:noFill/>
            <a:ln w="9525">
              <a:solidFill>
                <a:schemeClr val="bg1"/>
              </a:solidFill>
              <a:round/>
              <a:headEnd/>
              <a:tailEnd/>
            </a:ln>
            <a:extLst>
              <a:ext uri="{909E8E84-426E-40DD-AFC4-6F175D3DCCD1}">
                <a14:hiddenFill xmlns:a14="http://schemas.microsoft.com/office/drawing/2010/main">
                  <a:noFill/>
                </a14:hiddenFill>
              </a:ext>
            </a:extLst>
          </p:spPr>
          <p:txBody>
            <a:bodyPr/>
            <a:lstStyle/>
            <a:p>
              <a:endParaRPr lang="en-US" sz="1350"/>
            </a:p>
          </p:txBody>
        </p:sp>
        <p:sp>
          <p:nvSpPr>
            <p:cNvPr id="79" name="Line 93"/>
            <p:cNvSpPr>
              <a:spLocks noChangeShapeType="1"/>
            </p:cNvSpPr>
            <p:nvPr/>
          </p:nvSpPr>
          <p:spPr bwMode="gray">
            <a:xfrm>
              <a:off x="5065" y="2191"/>
              <a:ext cx="0" cy="115"/>
            </a:xfrm>
            <a:prstGeom prst="line">
              <a:avLst/>
            </a:prstGeom>
            <a:noFill/>
            <a:ln w="9525">
              <a:solidFill>
                <a:schemeClr val="bg1"/>
              </a:solidFill>
              <a:round/>
              <a:headEnd/>
              <a:tailEnd/>
            </a:ln>
            <a:extLst>
              <a:ext uri="{909E8E84-426E-40DD-AFC4-6F175D3DCCD1}">
                <a14:hiddenFill xmlns:a14="http://schemas.microsoft.com/office/drawing/2010/main">
                  <a:noFill/>
                </a14:hiddenFill>
              </a:ext>
            </a:extLst>
          </p:spPr>
          <p:txBody>
            <a:bodyPr/>
            <a:lstStyle/>
            <a:p>
              <a:endParaRPr lang="en-US" sz="1350"/>
            </a:p>
          </p:txBody>
        </p:sp>
        <p:sp>
          <p:nvSpPr>
            <p:cNvPr id="80" name="Line 122"/>
            <p:cNvSpPr>
              <a:spLocks noChangeShapeType="1"/>
            </p:cNvSpPr>
            <p:nvPr/>
          </p:nvSpPr>
          <p:spPr bwMode="gray">
            <a:xfrm>
              <a:off x="5183" y="2191"/>
              <a:ext cx="0" cy="115"/>
            </a:xfrm>
            <a:prstGeom prst="line">
              <a:avLst/>
            </a:prstGeom>
            <a:noFill/>
            <a:ln w="9525">
              <a:solidFill>
                <a:schemeClr val="bg1"/>
              </a:solidFill>
              <a:round/>
              <a:headEnd/>
              <a:tailEnd/>
            </a:ln>
            <a:extLst>
              <a:ext uri="{909E8E84-426E-40DD-AFC4-6F175D3DCCD1}">
                <a14:hiddenFill xmlns:a14="http://schemas.microsoft.com/office/drawing/2010/main">
                  <a:noFill/>
                </a14:hiddenFill>
              </a:ext>
            </a:extLst>
          </p:spPr>
          <p:txBody>
            <a:bodyPr/>
            <a:lstStyle/>
            <a:p>
              <a:endParaRPr lang="en-US" sz="1350"/>
            </a:p>
          </p:txBody>
        </p:sp>
      </p:grpSp>
      <p:sp>
        <p:nvSpPr>
          <p:cNvPr id="248" name="Text Placeholder 246"/>
          <p:cNvSpPr>
            <a:spLocks noGrp="1"/>
          </p:cNvSpPr>
          <p:nvPr>
            <p:ph type="body" sz="quarter" idx="11"/>
          </p:nvPr>
        </p:nvSpPr>
        <p:spPr>
          <a:xfrm>
            <a:off x="2535866" y="1295400"/>
            <a:ext cx="1524000" cy="838200"/>
          </a:xfrm>
          <a:prstGeom prst="rect">
            <a:avLst/>
          </a:prstGeom>
          <a:solidFill>
            <a:schemeClr val="bg1"/>
          </a:solidFill>
          <a:ln>
            <a:solidFill>
              <a:srgbClr val="C0C0C0"/>
            </a:solidFill>
          </a:ln>
        </p:spPr>
        <p:txBody>
          <a:bodyPr/>
          <a:lstStyle>
            <a:lvl1pPr marL="0" indent="0">
              <a:buFont typeface="NSimSun" pitchFamily="49" charset="-122"/>
              <a:buChar char=" "/>
              <a:defRPr sz="750" b="1">
                <a:solidFill>
                  <a:srgbClr val="B01C2E"/>
                </a:solidFill>
              </a:defRPr>
            </a:lvl1pPr>
            <a:lvl2pPr marL="0" indent="0">
              <a:buFont typeface="NSimSun" pitchFamily="49" charset="-122"/>
              <a:buChar char=" "/>
              <a:tabLst/>
              <a:defRPr sz="675" baseline="0"/>
            </a:lvl2pPr>
            <a:lvl3pPr>
              <a:buNone/>
              <a:defRPr sz="750"/>
            </a:lvl3pPr>
            <a:lvl4pPr>
              <a:buNone/>
              <a:defRPr sz="750"/>
            </a:lvl4pPr>
            <a:lvl5pPr>
              <a:buNone/>
              <a:defRPr sz="750"/>
            </a:lvl5pPr>
          </a:lstStyle>
          <a:p>
            <a:pPr lvl="0"/>
            <a:r>
              <a:rPr lang="en-US"/>
              <a:t>Click to edit Master text styles</a:t>
            </a:r>
          </a:p>
          <a:p>
            <a:pPr lvl="1"/>
            <a:r>
              <a:rPr lang="en-US"/>
              <a:t>Second level</a:t>
            </a:r>
          </a:p>
        </p:txBody>
      </p:sp>
      <p:sp>
        <p:nvSpPr>
          <p:cNvPr id="143" name="Text Placeholder 142"/>
          <p:cNvSpPr>
            <a:spLocks noGrp="1"/>
          </p:cNvSpPr>
          <p:nvPr>
            <p:ph type="body" sz="quarter" idx="19"/>
          </p:nvPr>
        </p:nvSpPr>
        <p:spPr>
          <a:xfrm>
            <a:off x="1066800" y="3733800"/>
            <a:ext cx="457200" cy="137160"/>
          </a:xfrm>
          <a:prstGeom prst="rect">
            <a:avLst/>
          </a:prstGeom>
          <a:ln>
            <a:noFill/>
          </a:ln>
        </p:spPr>
        <p:txBody>
          <a:bodyPr anchor="ctr"/>
          <a:lstStyle>
            <a:lvl1pPr marL="0" indent="0" algn="ctr">
              <a:spcBef>
                <a:spcPts val="0"/>
              </a:spcBef>
              <a:buNone/>
              <a:defRPr sz="675"/>
            </a:lvl1pPr>
          </a:lstStyle>
          <a:p>
            <a:pPr lvl="0"/>
            <a:r>
              <a:rPr lang="en-US"/>
              <a:t>Click to edit Master text styles</a:t>
            </a:r>
          </a:p>
        </p:txBody>
      </p:sp>
      <p:sp>
        <p:nvSpPr>
          <p:cNvPr id="144" name="Text Placeholder 142"/>
          <p:cNvSpPr>
            <a:spLocks noGrp="1"/>
          </p:cNvSpPr>
          <p:nvPr>
            <p:ph type="body" sz="quarter" idx="20"/>
          </p:nvPr>
        </p:nvSpPr>
        <p:spPr>
          <a:xfrm>
            <a:off x="3581400" y="3733800"/>
            <a:ext cx="457200" cy="137160"/>
          </a:xfrm>
          <a:prstGeom prst="rect">
            <a:avLst/>
          </a:prstGeom>
          <a:ln>
            <a:noFill/>
          </a:ln>
        </p:spPr>
        <p:txBody>
          <a:bodyPr anchor="ctr"/>
          <a:lstStyle>
            <a:lvl1pPr marL="0" indent="0" algn="ctr">
              <a:spcBef>
                <a:spcPts val="0"/>
              </a:spcBef>
              <a:buNone/>
              <a:defRPr sz="675"/>
            </a:lvl1pPr>
          </a:lstStyle>
          <a:p>
            <a:pPr lvl="0"/>
            <a:r>
              <a:rPr lang="en-US"/>
              <a:t>Click to edit Master text styles</a:t>
            </a:r>
          </a:p>
        </p:txBody>
      </p:sp>
      <p:sp>
        <p:nvSpPr>
          <p:cNvPr id="146" name="Text Placeholder 142"/>
          <p:cNvSpPr>
            <a:spLocks noGrp="1"/>
          </p:cNvSpPr>
          <p:nvPr>
            <p:ph type="body" sz="quarter" idx="21"/>
          </p:nvPr>
        </p:nvSpPr>
        <p:spPr>
          <a:xfrm>
            <a:off x="5303520" y="3733800"/>
            <a:ext cx="457200" cy="137160"/>
          </a:xfrm>
          <a:prstGeom prst="rect">
            <a:avLst/>
          </a:prstGeom>
          <a:ln>
            <a:noFill/>
          </a:ln>
        </p:spPr>
        <p:txBody>
          <a:bodyPr anchor="ctr"/>
          <a:lstStyle>
            <a:lvl1pPr marL="0" indent="0" algn="ctr">
              <a:spcBef>
                <a:spcPts val="0"/>
              </a:spcBef>
              <a:buNone/>
              <a:defRPr sz="675"/>
            </a:lvl1pPr>
          </a:lstStyle>
          <a:p>
            <a:pPr lvl="0"/>
            <a:r>
              <a:rPr lang="en-US"/>
              <a:t>Click to edit Master text styles</a:t>
            </a:r>
          </a:p>
        </p:txBody>
      </p:sp>
      <p:sp>
        <p:nvSpPr>
          <p:cNvPr id="147" name="Text Placeholder 142"/>
          <p:cNvSpPr>
            <a:spLocks noGrp="1"/>
          </p:cNvSpPr>
          <p:nvPr>
            <p:ph type="body" sz="quarter" idx="22"/>
          </p:nvPr>
        </p:nvSpPr>
        <p:spPr>
          <a:xfrm>
            <a:off x="7223760" y="3733800"/>
            <a:ext cx="457200" cy="137160"/>
          </a:xfrm>
          <a:prstGeom prst="rect">
            <a:avLst/>
          </a:prstGeom>
          <a:ln>
            <a:noFill/>
          </a:ln>
        </p:spPr>
        <p:txBody>
          <a:bodyPr anchor="ctr"/>
          <a:lstStyle>
            <a:lvl1pPr marL="0" indent="0" algn="ctr">
              <a:spcBef>
                <a:spcPts val="0"/>
              </a:spcBef>
              <a:buNone/>
              <a:defRPr sz="675"/>
            </a:lvl1pPr>
          </a:lstStyle>
          <a:p>
            <a:pPr lvl="0"/>
            <a:r>
              <a:rPr lang="en-US"/>
              <a:t>Click to edit Master text styles</a:t>
            </a:r>
          </a:p>
        </p:txBody>
      </p:sp>
      <p:sp>
        <p:nvSpPr>
          <p:cNvPr id="141" name="Rectangle 2"/>
          <p:cNvSpPr>
            <a:spLocks noGrp="1" noChangeArrowheads="1"/>
          </p:cNvSpPr>
          <p:nvPr>
            <p:ph type="title"/>
          </p:nvPr>
        </p:nvSpPr>
        <p:spPr bwMode="gray">
          <a:xfrm>
            <a:off x="452441" y="2"/>
            <a:ext cx="8239125" cy="898525"/>
          </a:xfrm>
          <a:prstGeom prst="rect">
            <a:avLst/>
          </a:prstGeom>
          <a:noFill/>
          <a:ln w="9525">
            <a:noFill/>
            <a:miter lim="800000"/>
            <a:headEnd/>
            <a:tailEnd/>
          </a:ln>
        </p:spPr>
        <p:txBody>
          <a:bodyPr vert="horz" wrap="square" lIns="0" tIns="0" rIns="0" bIns="0" numCol="1" anchor="b" anchorCtr="0" compatLnSpc="1">
            <a:prstTxWarp prst="textNoShape">
              <a:avLst/>
            </a:prstTxWarp>
          </a:bodyPr>
          <a:lstStyle>
            <a:lvl1pPr algn="l">
              <a:defRPr sz="1650"/>
            </a:lvl1pPr>
          </a:lstStyle>
          <a:p>
            <a:pPr lvl="0"/>
            <a:r>
              <a:rPr lang="en-US"/>
              <a:t>Click to edit Master title style</a:t>
            </a:r>
            <a:endParaRPr lang="en-US" dirty="0"/>
          </a:p>
        </p:txBody>
      </p:sp>
      <p:sp>
        <p:nvSpPr>
          <p:cNvPr id="132" name="Text Placeholder 246"/>
          <p:cNvSpPr>
            <a:spLocks noGrp="1"/>
          </p:cNvSpPr>
          <p:nvPr>
            <p:ph type="body" sz="quarter" idx="23"/>
          </p:nvPr>
        </p:nvSpPr>
        <p:spPr>
          <a:xfrm>
            <a:off x="914400" y="2133600"/>
            <a:ext cx="1524000" cy="838200"/>
          </a:xfrm>
          <a:prstGeom prst="rect">
            <a:avLst/>
          </a:prstGeom>
          <a:solidFill>
            <a:schemeClr val="bg1"/>
          </a:solidFill>
          <a:ln>
            <a:solidFill>
              <a:srgbClr val="C0C0C0"/>
            </a:solidFill>
          </a:ln>
        </p:spPr>
        <p:txBody>
          <a:bodyPr/>
          <a:lstStyle>
            <a:lvl1pPr marL="0" indent="0">
              <a:buFont typeface="NSimSun" pitchFamily="49" charset="-122"/>
              <a:buChar char=" "/>
              <a:defRPr sz="750" b="1">
                <a:solidFill>
                  <a:srgbClr val="B01C2E"/>
                </a:solidFill>
              </a:defRPr>
            </a:lvl1pPr>
            <a:lvl2pPr marL="0" indent="0">
              <a:buFont typeface="NSimSun" pitchFamily="49" charset="-122"/>
              <a:buChar char=" "/>
              <a:tabLst/>
              <a:defRPr sz="675" baseline="0"/>
            </a:lvl2pPr>
            <a:lvl3pPr>
              <a:buNone/>
              <a:defRPr sz="750"/>
            </a:lvl3pPr>
            <a:lvl4pPr>
              <a:buNone/>
              <a:defRPr sz="750"/>
            </a:lvl4pPr>
            <a:lvl5pPr>
              <a:buNone/>
              <a:defRPr sz="750"/>
            </a:lvl5pPr>
          </a:lstStyle>
          <a:p>
            <a:pPr lvl="0"/>
            <a:r>
              <a:rPr lang="en-US"/>
              <a:t>Click to edit Master text styles</a:t>
            </a:r>
          </a:p>
          <a:p>
            <a:pPr lvl="1"/>
            <a:r>
              <a:rPr lang="en-US"/>
              <a:t>Second level</a:t>
            </a:r>
          </a:p>
        </p:txBody>
      </p:sp>
      <p:sp>
        <p:nvSpPr>
          <p:cNvPr id="148" name="Text Placeholder 246"/>
          <p:cNvSpPr>
            <a:spLocks noGrp="1"/>
          </p:cNvSpPr>
          <p:nvPr>
            <p:ph type="body" sz="quarter" idx="24"/>
          </p:nvPr>
        </p:nvSpPr>
        <p:spPr>
          <a:xfrm>
            <a:off x="6934200" y="2133600"/>
            <a:ext cx="1524000" cy="838200"/>
          </a:xfrm>
          <a:prstGeom prst="rect">
            <a:avLst/>
          </a:prstGeom>
          <a:solidFill>
            <a:schemeClr val="bg1"/>
          </a:solidFill>
          <a:ln>
            <a:solidFill>
              <a:srgbClr val="C0C0C0"/>
            </a:solidFill>
          </a:ln>
        </p:spPr>
        <p:txBody>
          <a:bodyPr/>
          <a:lstStyle>
            <a:lvl1pPr marL="0" indent="0">
              <a:buFont typeface="NSimSun" pitchFamily="49" charset="-122"/>
              <a:buChar char=" "/>
              <a:defRPr sz="750" b="1">
                <a:solidFill>
                  <a:srgbClr val="B01C2E"/>
                </a:solidFill>
              </a:defRPr>
            </a:lvl1pPr>
            <a:lvl2pPr marL="0" indent="0">
              <a:buFont typeface="NSimSun" pitchFamily="49" charset="-122"/>
              <a:buChar char=" "/>
              <a:tabLst/>
              <a:defRPr sz="675" baseline="0"/>
            </a:lvl2pPr>
            <a:lvl3pPr>
              <a:buNone/>
              <a:defRPr sz="750"/>
            </a:lvl3pPr>
            <a:lvl4pPr>
              <a:buNone/>
              <a:defRPr sz="750"/>
            </a:lvl4pPr>
            <a:lvl5pPr>
              <a:buNone/>
              <a:defRPr sz="750"/>
            </a:lvl5pPr>
          </a:lstStyle>
          <a:p>
            <a:pPr lvl="0"/>
            <a:r>
              <a:rPr lang="en-US"/>
              <a:t>Click to edit Master text styles</a:t>
            </a:r>
          </a:p>
          <a:p>
            <a:pPr lvl="1"/>
            <a:r>
              <a:rPr lang="en-US"/>
              <a:t>Second level</a:t>
            </a:r>
          </a:p>
        </p:txBody>
      </p:sp>
      <p:sp>
        <p:nvSpPr>
          <p:cNvPr id="149" name="Text Placeholder 246"/>
          <p:cNvSpPr>
            <a:spLocks noGrp="1"/>
          </p:cNvSpPr>
          <p:nvPr>
            <p:ph type="body" sz="quarter" idx="25"/>
          </p:nvPr>
        </p:nvSpPr>
        <p:spPr>
          <a:xfrm>
            <a:off x="1524000" y="4114800"/>
            <a:ext cx="1524000" cy="838200"/>
          </a:xfrm>
          <a:prstGeom prst="rect">
            <a:avLst/>
          </a:prstGeom>
          <a:solidFill>
            <a:schemeClr val="bg1"/>
          </a:solidFill>
          <a:ln>
            <a:solidFill>
              <a:srgbClr val="C0C0C0"/>
            </a:solidFill>
          </a:ln>
        </p:spPr>
        <p:txBody>
          <a:bodyPr/>
          <a:lstStyle>
            <a:lvl1pPr marL="0" indent="0">
              <a:buFont typeface="NSimSun" pitchFamily="49" charset="-122"/>
              <a:buChar char=" "/>
              <a:defRPr sz="750" b="1">
                <a:solidFill>
                  <a:srgbClr val="B01C2E"/>
                </a:solidFill>
              </a:defRPr>
            </a:lvl1pPr>
            <a:lvl2pPr marL="0" indent="0">
              <a:buFont typeface="NSimSun" pitchFamily="49" charset="-122"/>
              <a:buChar char=" "/>
              <a:tabLst/>
              <a:defRPr sz="675" baseline="0"/>
            </a:lvl2pPr>
            <a:lvl3pPr>
              <a:buNone/>
              <a:defRPr sz="750"/>
            </a:lvl3pPr>
            <a:lvl4pPr>
              <a:buNone/>
              <a:defRPr sz="750"/>
            </a:lvl4pPr>
            <a:lvl5pPr>
              <a:buNone/>
              <a:defRPr sz="750"/>
            </a:lvl5pPr>
          </a:lstStyle>
          <a:p>
            <a:pPr lvl="0"/>
            <a:r>
              <a:rPr lang="en-US"/>
              <a:t>Click to edit Master text styles</a:t>
            </a:r>
          </a:p>
          <a:p>
            <a:pPr lvl="1"/>
            <a:r>
              <a:rPr lang="en-US"/>
              <a:t>Second level</a:t>
            </a:r>
          </a:p>
        </p:txBody>
      </p:sp>
      <p:sp>
        <p:nvSpPr>
          <p:cNvPr id="150" name="Text Placeholder 246"/>
          <p:cNvSpPr>
            <a:spLocks noGrp="1"/>
          </p:cNvSpPr>
          <p:nvPr>
            <p:ph type="body" sz="quarter" idx="26"/>
          </p:nvPr>
        </p:nvSpPr>
        <p:spPr>
          <a:xfrm>
            <a:off x="4800600" y="2133600"/>
            <a:ext cx="1524000" cy="838200"/>
          </a:xfrm>
          <a:prstGeom prst="rect">
            <a:avLst/>
          </a:prstGeom>
          <a:solidFill>
            <a:schemeClr val="bg1"/>
          </a:solidFill>
          <a:ln>
            <a:solidFill>
              <a:srgbClr val="C0C0C0"/>
            </a:solidFill>
          </a:ln>
        </p:spPr>
        <p:txBody>
          <a:bodyPr/>
          <a:lstStyle>
            <a:lvl1pPr marL="0" indent="0">
              <a:buFont typeface="NSimSun" pitchFamily="49" charset="-122"/>
              <a:buChar char=" "/>
              <a:defRPr sz="750" b="1">
                <a:solidFill>
                  <a:srgbClr val="B01C2E"/>
                </a:solidFill>
              </a:defRPr>
            </a:lvl1pPr>
            <a:lvl2pPr marL="0" indent="0">
              <a:buFont typeface="NSimSun" pitchFamily="49" charset="-122"/>
              <a:buChar char=" "/>
              <a:tabLst/>
              <a:defRPr sz="675" baseline="0"/>
            </a:lvl2pPr>
            <a:lvl3pPr>
              <a:buNone/>
              <a:defRPr sz="750"/>
            </a:lvl3pPr>
            <a:lvl4pPr>
              <a:buNone/>
              <a:defRPr sz="750"/>
            </a:lvl4pPr>
            <a:lvl5pPr>
              <a:buNone/>
              <a:defRPr sz="750"/>
            </a:lvl5pPr>
          </a:lstStyle>
          <a:p>
            <a:pPr lvl="0"/>
            <a:r>
              <a:rPr lang="en-US"/>
              <a:t>Click to edit Master text styles</a:t>
            </a:r>
          </a:p>
          <a:p>
            <a:pPr lvl="1"/>
            <a:r>
              <a:rPr lang="en-US"/>
              <a:t>Second level</a:t>
            </a:r>
          </a:p>
        </p:txBody>
      </p:sp>
      <p:sp>
        <p:nvSpPr>
          <p:cNvPr id="151" name="Text Placeholder 246"/>
          <p:cNvSpPr>
            <a:spLocks noGrp="1"/>
          </p:cNvSpPr>
          <p:nvPr>
            <p:ph type="body" sz="quarter" idx="27"/>
          </p:nvPr>
        </p:nvSpPr>
        <p:spPr>
          <a:xfrm>
            <a:off x="2667000" y="5181600"/>
            <a:ext cx="1524000" cy="838200"/>
          </a:xfrm>
          <a:prstGeom prst="rect">
            <a:avLst/>
          </a:prstGeom>
          <a:solidFill>
            <a:schemeClr val="bg1"/>
          </a:solidFill>
          <a:ln>
            <a:solidFill>
              <a:srgbClr val="C0C0C0"/>
            </a:solidFill>
          </a:ln>
        </p:spPr>
        <p:txBody>
          <a:bodyPr/>
          <a:lstStyle>
            <a:lvl1pPr marL="0" indent="0">
              <a:buFont typeface="NSimSun" pitchFamily="49" charset="-122"/>
              <a:buChar char=" "/>
              <a:defRPr sz="750" b="1">
                <a:solidFill>
                  <a:srgbClr val="B01C2E"/>
                </a:solidFill>
              </a:defRPr>
            </a:lvl1pPr>
            <a:lvl2pPr marL="0" indent="0">
              <a:buFont typeface="NSimSun" pitchFamily="49" charset="-122"/>
              <a:buChar char=" "/>
              <a:tabLst/>
              <a:defRPr sz="675" baseline="0"/>
            </a:lvl2pPr>
            <a:lvl3pPr>
              <a:buNone/>
              <a:defRPr sz="750"/>
            </a:lvl3pPr>
            <a:lvl4pPr>
              <a:buNone/>
              <a:defRPr sz="750"/>
            </a:lvl4pPr>
            <a:lvl5pPr>
              <a:buNone/>
              <a:defRPr sz="750"/>
            </a:lvl5pPr>
          </a:lstStyle>
          <a:p>
            <a:pPr lvl="0"/>
            <a:r>
              <a:rPr lang="en-US"/>
              <a:t>Click to edit Master text styles</a:t>
            </a:r>
          </a:p>
          <a:p>
            <a:pPr lvl="1"/>
            <a:r>
              <a:rPr lang="en-US"/>
              <a:t>Second level</a:t>
            </a:r>
          </a:p>
        </p:txBody>
      </p:sp>
      <p:sp>
        <p:nvSpPr>
          <p:cNvPr id="152" name="Text Placeholder 246"/>
          <p:cNvSpPr>
            <a:spLocks noGrp="1"/>
          </p:cNvSpPr>
          <p:nvPr>
            <p:ph type="body" sz="quarter" idx="28"/>
          </p:nvPr>
        </p:nvSpPr>
        <p:spPr>
          <a:xfrm>
            <a:off x="5991225" y="4114800"/>
            <a:ext cx="1524000" cy="838200"/>
          </a:xfrm>
          <a:prstGeom prst="rect">
            <a:avLst/>
          </a:prstGeom>
          <a:solidFill>
            <a:schemeClr val="bg1"/>
          </a:solidFill>
          <a:ln>
            <a:solidFill>
              <a:srgbClr val="C0C0C0"/>
            </a:solidFill>
          </a:ln>
        </p:spPr>
        <p:txBody>
          <a:bodyPr/>
          <a:lstStyle>
            <a:lvl1pPr marL="0" indent="0">
              <a:buFont typeface="NSimSun" pitchFamily="49" charset="-122"/>
              <a:buChar char=" "/>
              <a:defRPr sz="750" b="1">
                <a:solidFill>
                  <a:srgbClr val="B01C2E"/>
                </a:solidFill>
              </a:defRPr>
            </a:lvl1pPr>
            <a:lvl2pPr marL="0" indent="0">
              <a:buFont typeface="NSimSun" pitchFamily="49" charset="-122"/>
              <a:buChar char=" "/>
              <a:tabLst/>
              <a:defRPr sz="675" baseline="0"/>
            </a:lvl2pPr>
            <a:lvl3pPr>
              <a:buNone/>
              <a:defRPr sz="750"/>
            </a:lvl3pPr>
            <a:lvl4pPr>
              <a:buNone/>
              <a:defRPr sz="750"/>
            </a:lvl4pPr>
            <a:lvl5pPr>
              <a:buNone/>
              <a:defRPr sz="750"/>
            </a:lvl5pPr>
          </a:lstStyle>
          <a:p>
            <a:pPr lvl="0"/>
            <a:r>
              <a:rPr lang="en-US"/>
              <a:t>Click to edit Master text styles</a:t>
            </a:r>
          </a:p>
          <a:p>
            <a:pPr lvl="1"/>
            <a:r>
              <a:rPr lang="en-US"/>
              <a:t>Second level</a:t>
            </a:r>
          </a:p>
        </p:txBody>
      </p:sp>
      <p:sp>
        <p:nvSpPr>
          <p:cNvPr id="153" name="Text Placeholder 246"/>
          <p:cNvSpPr>
            <a:spLocks noGrp="1"/>
          </p:cNvSpPr>
          <p:nvPr>
            <p:ph type="body" sz="quarter" idx="29"/>
          </p:nvPr>
        </p:nvSpPr>
        <p:spPr>
          <a:xfrm>
            <a:off x="3657600" y="4114800"/>
            <a:ext cx="1524000" cy="838200"/>
          </a:xfrm>
          <a:prstGeom prst="rect">
            <a:avLst/>
          </a:prstGeom>
          <a:solidFill>
            <a:schemeClr val="bg1"/>
          </a:solidFill>
          <a:ln>
            <a:solidFill>
              <a:srgbClr val="C0C0C0"/>
            </a:solidFill>
          </a:ln>
        </p:spPr>
        <p:txBody>
          <a:bodyPr/>
          <a:lstStyle>
            <a:lvl1pPr marL="0" indent="0">
              <a:buFont typeface="NSimSun" pitchFamily="49" charset="-122"/>
              <a:buChar char=" "/>
              <a:defRPr sz="750" b="1">
                <a:solidFill>
                  <a:srgbClr val="B01C2E"/>
                </a:solidFill>
              </a:defRPr>
            </a:lvl1pPr>
            <a:lvl2pPr marL="0" indent="0">
              <a:buFont typeface="NSimSun" pitchFamily="49" charset="-122"/>
              <a:buChar char=" "/>
              <a:tabLst/>
              <a:defRPr sz="675" baseline="0"/>
            </a:lvl2pPr>
            <a:lvl3pPr>
              <a:buNone/>
              <a:defRPr sz="750"/>
            </a:lvl3pPr>
            <a:lvl4pPr>
              <a:buNone/>
              <a:defRPr sz="750"/>
            </a:lvl4pPr>
            <a:lvl5pPr>
              <a:buNone/>
              <a:defRPr sz="750"/>
            </a:lvl5pPr>
          </a:lstStyle>
          <a:p>
            <a:pPr lvl="0"/>
            <a:r>
              <a:rPr lang="en-US"/>
              <a:t>Click to edit Master text styles</a:t>
            </a:r>
          </a:p>
          <a:p>
            <a:pPr lvl="1"/>
            <a:r>
              <a:rPr lang="en-US"/>
              <a:t>Second level</a:t>
            </a:r>
          </a:p>
        </p:txBody>
      </p:sp>
      <p:sp>
        <p:nvSpPr>
          <p:cNvPr id="120" name="Slide Number Placeholder 9"/>
          <p:cNvSpPr>
            <a:spLocks noGrp="1"/>
          </p:cNvSpPr>
          <p:nvPr>
            <p:ph type="sldNum" sz="quarter" idx="30"/>
          </p:nvPr>
        </p:nvSpPr>
        <p:spPr/>
        <p:txBody>
          <a:bodyPr/>
          <a:lstStyle>
            <a:lvl1pPr>
              <a:defRPr/>
            </a:lvl1pPr>
          </a:lstStyle>
          <a:p>
            <a:fld id="{132B4441-E44F-854A-A9C3-46F08E0FCFC7}" type="slidenum">
              <a:rPr lang="en-US" altLang="en-US"/>
              <a:pPr/>
              <a:t>‹#›</a:t>
            </a:fld>
            <a:endParaRPr lang="en-US" altLang="en-US"/>
          </a:p>
        </p:txBody>
      </p:sp>
      <p:sp>
        <p:nvSpPr>
          <p:cNvPr id="121" name="Footer Placeholder 133"/>
          <p:cNvSpPr>
            <a:spLocks noGrp="1"/>
          </p:cNvSpPr>
          <p:nvPr>
            <p:ph type="ftr" sz="quarter" idx="31"/>
          </p:nvPr>
        </p:nvSpPr>
        <p:spPr/>
        <p:txBody>
          <a:bodyPr/>
          <a:lstStyle>
            <a:lvl1pPr>
              <a:defRPr smtClean="0"/>
            </a:lvl1pPr>
          </a:lstStyle>
          <a:p>
            <a:pPr>
              <a:defRPr/>
            </a:pPr>
            <a:r>
              <a:rPr lang="en-US"/>
              <a:t>Ethical Debates, Econ Theories, Real-World Impacts</a:t>
            </a:r>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userDrawn="1">
  <p:cSld name="Agenda / TOC">
    <p:spTree>
      <p:nvGrpSpPr>
        <p:cNvPr id="1" name=""/>
        <p:cNvGrpSpPr/>
        <p:nvPr/>
      </p:nvGrpSpPr>
      <p:grpSpPr>
        <a:xfrm>
          <a:off x="0" y="0"/>
          <a:ext cx="0" cy="0"/>
          <a:chOff x="0" y="0"/>
          <a:chExt cx="0" cy="0"/>
        </a:xfrm>
      </p:grpSpPr>
      <p:sp>
        <p:nvSpPr>
          <p:cNvPr id="28" name="Text Placeholder 27"/>
          <p:cNvSpPr>
            <a:spLocks noGrp="1"/>
          </p:cNvSpPr>
          <p:nvPr>
            <p:ph type="body" sz="quarter" idx="21"/>
          </p:nvPr>
        </p:nvSpPr>
        <p:spPr>
          <a:xfrm>
            <a:off x="914401" y="1295400"/>
            <a:ext cx="7174523" cy="411480"/>
          </a:xfrm>
          <a:prstGeom prst="rect">
            <a:avLst/>
          </a:prstGeom>
          <a:ln>
            <a:solidFill>
              <a:srgbClr val="C0C0C0"/>
            </a:solidFill>
          </a:ln>
        </p:spPr>
        <p:txBody>
          <a:bodyPr anchor="ctr"/>
          <a:lstStyle>
            <a:lvl1pPr>
              <a:buNone/>
              <a:defRPr sz="900"/>
            </a:lvl1pPr>
          </a:lstStyle>
          <a:p>
            <a:pPr lvl="0"/>
            <a:r>
              <a:rPr lang="en-US"/>
              <a:t>Click to edit Master text styles</a:t>
            </a:r>
          </a:p>
        </p:txBody>
      </p:sp>
      <p:sp>
        <p:nvSpPr>
          <p:cNvPr id="30" name="Text Placeholder 27"/>
          <p:cNvSpPr>
            <a:spLocks noGrp="1"/>
          </p:cNvSpPr>
          <p:nvPr>
            <p:ph type="body" sz="quarter" idx="22"/>
          </p:nvPr>
        </p:nvSpPr>
        <p:spPr>
          <a:xfrm>
            <a:off x="914401" y="1800013"/>
            <a:ext cx="7174523" cy="411480"/>
          </a:xfrm>
          <a:prstGeom prst="rect">
            <a:avLst/>
          </a:prstGeom>
          <a:ln>
            <a:solidFill>
              <a:srgbClr val="C0C0C0"/>
            </a:solidFill>
          </a:ln>
        </p:spPr>
        <p:txBody>
          <a:bodyPr anchor="ctr"/>
          <a:lstStyle>
            <a:lvl1pPr>
              <a:buNone/>
              <a:defRPr sz="900"/>
            </a:lvl1pPr>
          </a:lstStyle>
          <a:p>
            <a:pPr lvl="0"/>
            <a:r>
              <a:rPr lang="en-US"/>
              <a:t>Click to edit Master text styles</a:t>
            </a:r>
          </a:p>
        </p:txBody>
      </p:sp>
      <p:sp>
        <p:nvSpPr>
          <p:cNvPr id="31" name="Text Placeholder 27"/>
          <p:cNvSpPr>
            <a:spLocks noGrp="1"/>
          </p:cNvSpPr>
          <p:nvPr>
            <p:ph type="body" sz="quarter" idx="23"/>
          </p:nvPr>
        </p:nvSpPr>
        <p:spPr>
          <a:xfrm>
            <a:off x="914401" y="2304626"/>
            <a:ext cx="7174523" cy="411480"/>
          </a:xfrm>
          <a:prstGeom prst="rect">
            <a:avLst/>
          </a:prstGeom>
          <a:ln>
            <a:solidFill>
              <a:srgbClr val="C0C0C0"/>
            </a:solidFill>
          </a:ln>
        </p:spPr>
        <p:txBody>
          <a:bodyPr anchor="ctr"/>
          <a:lstStyle>
            <a:lvl1pPr>
              <a:buNone/>
              <a:defRPr sz="900"/>
            </a:lvl1pPr>
          </a:lstStyle>
          <a:p>
            <a:pPr lvl="0"/>
            <a:r>
              <a:rPr lang="en-US"/>
              <a:t>Click to edit Master text styles</a:t>
            </a:r>
          </a:p>
        </p:txBody>
      </p:sp>
      <p:sp>
        <p:nvSpPr>
          <p:cNvPr id="32" name="Text Placeholder 27"/>
          <p:cNvSpPr>
            <a:spLocks noGrp="1"/>
          </p:cNvSpPr>
          <p:nvPr>
            <p:ph type="body" sz="quarter" idx="24"/>
          </p:nvPr>
        </p:nvSpPr>
        <p:spPr>
          <a:xfrm>
            <a:off x="914401" y="2809239"/>
            <a:ext cx="7174523" cy="411480"/>
          </a:xfrm>
          <a:prstGeom prst="rect">
            <a:avLst/>
          </a:prstGeom>
          <a:ln>
            <a:solidFill>
              <a:srgbClr val="C0C0C0"/>
            </a:solidFill>
          </a:ln>
        </p:spPr>
        <p:txBody>
          <a:bodyPr anchor="ctr"/>
          <a:lstStyle>
            <a:lvl1pPr>
              <a:buNone/>
              <a:defRPr sz="900"/>
            </a:lvl1pPr>
          </a:lstStyle>
          <a:p>
            <a:pPr lvl="0"/>
            <a:r>
              <a:rPr lang="en-US"/>
              <a:t>Click to edit Master text styles</a:t>
            </a:r>
          </a:p>
        </p:txBody>
      </p:sp>
      <p:sp>
        <p:nvSpPr>
          <p:cNvPr id="33" name="Text Placeholder 27"/>
          <p:cNvSpPr>
            <a:spLocks noGrp="1"/>
          </p:cNvSpPr>
          <p:nvPr>
            <p:ph type="body" sz="quarter" idx="25"/>
          </p:nvPr>
        </p:nvSpPr>
        <p:spPr>
          <a:xfrm>
            <a:off x="914401" y="3313852"/>
            <a:ext cx="7174523" cy="411480"/>
          </a:xfrm>
          <a:prstGeom prst="rect">
            <a:avLst/>
          </a:prstGeom>
          <a:ln>
            <a:solidFill>
              <a:srgbClr val="C0C0C0"/>
            </a:solidFill>
          </a:ln>
        </p:spPr>
        <p:txBody>
          <a:bodyPr anchor="ctr"/>
          <a:lstStyle>
            <a:lvl1pPr>
              <a:buNone/>
              <a:defRPr sz="900"/>
            </a:lvl1pPr>
          </a:lstStyle>
          <a:p>
            <a:pPr lvl="0"/>
            <a:r>
              <a:rPr lang="en-US"/>
              <a:t>Click to edit Master text styles</a:t>
            </a:r>
          </a:p>
        </p:txBody>
      </p:sp>
      <p:sp>
        <p:nvSpPr>
          <p:cNvPr id="34" name="Text Placeholder 27"/>
          <p:cNvSpPr>
            <a:spLocks noGrp="1"/>
          </p:cNvSpPr>
          <p:nvPr>
            <p:ph type="body" sz="quarter" idx="26"/>
          </p:nvPr>
        </p:nvSpPr>
        <p:spPr>
          <a:xfrm>
            <a:off x="914401" y="3818465"/>
            <a:ext cx="7174523" cy="411480"/>
          </a:xfrm>
          <a:prstGeom prst="rect">
            <a:avLst/>
          </a:prstGeom>
          <a:ln>
            <a:solidFill>
              <a:srgbClr val="C0C0C0"/>
            </a:solidFill>
          </a:ln>
        </p:spPr>
        <p:txBody>
          <a:bodyPr anchor="ctr"/>
          <a:lstStyle>
            <a:lvl1pPr>
              <a:buNone/>
              <a:defRPr sz="900"/>
            </a:lvl1pPr>
          </a:lstStyle>
          <a:p>
            <a:pPr lvl="0"/>
            <a:r>
              <a:rPr lang="en-US"/>
              <a:t>Click to edit Master text styles</a:t>
            </a:r>
          </a:p>
        </p:txBody>
      </p:sp>
      <p:sp>
        <p:nvSpPr>
          <p:cNvPr id="35" name="Text Placeholder 27"/>
          <p:cNvSpPr>
            <a:spLocks noGrp="1"/>
          </p:cNvSpPr>
          <p:nvPr>
            <p:ph type="body" sz="quarter" idx="27"/>
          </p:nvPr>
        </p:nvSpPr>
        <p:spPr>
          <a:xfrm>
            <a:off x="914401" y="4323078"/>
            <a:ext cx="7174523" cy="411480"/>
          </a:xfrm>
          <a:prstGeom prst="rect">
            <a:avLst/>
          </a:prstGeom>
          <a:ln>
            <a:solidFill>
              <a:srgbClr val="C0C0C0"/>
            </a:solidFill>
          </a:ln>
        </p:spPr>
        <p:txBody>
          <a:bodyPr anchor="ctr"/>
          <a:lstStyle>
            <a:lvl1pPr>
              <a:buNone/>
              <a:defRPr sz="900"/>
            </a:lvl1pPr>
          </a:lstStyle>
          <a:p>
            <a:pPr lvl="0"/>
            <a:r>
              <a:rPr lang="en-US"/>
              <a:t>Click to edit Master text styles</a:t>
            </a:r>
          </a:p>
        </p:txBody>
      </p:sp>
      <p:sp>
        <p:nvSpPr>
          <p:cNvPr id="36" name="Text Placeholder 27"/>
          <p:cNvSpPr>
            <a:spLocks noGrp="1"/>
          </p:cNvSpPr>
          <p:nvPr>
            <p:ph type="body" sz="quarter" idx="28"/>
          </p:nvPr>
        </p:nvSpPr>
        <p:spPr>
          <a:xfrm>
            <a:off x="914401" y="4827691"/>
            <a:ext cx="7174523" cy="411480"/>
          </a:xfrm>
          <a:prstGeom prst="rect">
            <a:avLst/>
          </a:prstGeom>
          <a:ln>
            <a:solidFill>
              <a:srgbClr val="C0C0C0"/>
            </a:solidFill>
          </a:ln>
        </p:spPr>
        <p:txBody>
          <a:bodyPr anchor="ctr"/>
          <a:lstStyle>
            <a:lvl1pPr>
              <a:buNone/>
              <a:defRPr sz="900"/>
            </a:lvl1pPr>
          </a:lstStyle>
          <a:p>
            <a:pPr lvl="0"/>
            <a:r>
              <a:rPr lang="en-US"/>
              <a:t>Click to edit Master text styles</a:t>
            </a:r>
          </a:p>
        </p:txBody>
      </p:sp>
      <p:sp>
        <p:nvSpPr>
          <p:cNvPr id="23" name="Text Placeholder 22"/>
          <p:cNvSpPr>
            <a:spLocks noGrp="1"/>
          </p:cNvSpPr>
          <p:nvPr>
            <p:ph type="body" sz="quarter" idx="29"/>
          </p:nvPr>
        </p:nvSpPr>
        <p:spPr>
          <a:xfrm>
            <a:off x="457200" y="1295400"/>
            <a:ext cx="457200" cy="411480"/>
          </a:xfrm>
          <a:prstGeom prst="rect">
            <a:avLst/>
          </a:prstGeom>
          <a:solidFill>
            <a:srgbClr val="B01C2E"/>
          </a:solidFill>
          <a:ln>
            <a:solidFill>
              <a:srgbClr val="999999"/>
            </a:solidFill>
          </a:ln>
        </p:spPr>
        <p:txBody>
          <a:bodyPr anchor="ctr"/>
          <a:lstStyle>
            <a:lvl1pPr marL="0" indent="0" algn="ctr">
              <a:spcBef>
                <a:spcPts val="0"/>
              </a:spcBef>
              <a:buNone/>
              <a:defRPr sz="1050" b="1">
                <a:solidFill>
                  <a:srgbClr val="FFFFFF"/>
                </a:solidFill>
              </a:defRPr>
            </a:lvl1pPr>
          </a:lstStyle>
          <a:p>
            <a:pPr lvl="0"/>
            <a:r>
              <a:rPr lang="en-US"/>
              <a:t>Click to edit Master text styles</a:t>
            </a:r>
          </a:p>
        </p:txBody>
      </p:sp>
      <p:sp>
        <p:nvSpPr>
          <p:cNvPr id="24" name="Text Placeholder 22"/>
          <p:cNvSpPr>
            <a:spLocks noGrp="1"/>
          </p:cNvSpPr>
          <p:nvPr>
            <p:ph type="body" sz="quarter" idx="30"/>
          </p:nvPr>
        </p:nvSpPr>
        <p:spPr>
          <a:xfrm>
            <a:off x="457200" y="1800013"/>
            <a:ext cx="457200" cy="411480"/>
          </a:xfrm>
          <a:prstGeom prst="rect">
            <a:avLst/>
          </a:prstGeom>
          <a:solidFill>
            <a:srgbClr val="B01C2E"/>
          </a:solidFill>
          <a:ln>
            <a:solidFill>
              <a:srgbClr val="999999"/>
            </a:solidFill>
          </a:ln>
        </p:spPr>
        <p:txBody>
          <a:bodyPr anchor="ctr"/>
          <a:lstStyle>
            <a:lvl1pPr marL="0" marR="0" indent="0" algn="ctr" defTabSz="685800" rtl="0" eaLnBrk="1" fontAlgn="auto" latinLnBrk="0" hangingPunct="1">
              <a:lnSpc>
                <a:spcPct val="100000"/>
              </a:lnSpc>
              <a:spcBef>
                <a:spcPts val="0"/>
              </a:spcBef>
              <a:spcAft>
                <a:spcPts val="0"/>
              </a:spcAft>
              <a:buClrTx/>
              <a:buSzTx/>
              <a:buFont typeface="Arial" pitchFamily="34" charset="0"/>
              <a:buNone/>
              <a:tabLst/>
              <a:defRPr sz="1050" b="1">
                <a:solidFill>
                  <a:srgbClr val="FFFFFF"/>
                </a:solidFill>
              </a:defRPr>
            </a:lvl1pPr>
          </a:lstStyle>
          <a:p>
            <a:pPr lvl="0"/>
            <a:r>
              <a:rPr lang="en-US"/>
              <a:t>Click to edit Master text styles</a:t>
            </a:r>
          </a:p>
        </p:txBody>
      </p:sp>
      <p:sp>
        <p:nvSpPr>
          <p:cNvPr id="27" name="Text Placeholder 22"/>
          <p:cNvSpPr>
            <a:spLocks noGrp="1"/>
          </p:cNvSpPr>
          <p:nvPr>
            <p:ph type="body" sz="quarter" idx="31"/>
          </p:nvPr>
        </p:nvSpPr>
        <p:spPr>
          <a:xfrm>
            <a:off x="457200" y="2304626"/>
            <a:ext cx="457200" cy="411480"/>
          </a:xfrm>
          <a:prstGeom prst="rect">
            <a:avLst/>
          </a:prstGeom>
          <a:solidFill>
            <a:srgbClr val="B01C2E"/>
          </a:solidFill>
          <a:ln>
            <a:solidFill>
              <a:srgbClr val="999999"/>
            </a:solidFill>
          </a:ln>
        </p:spPr>
        <p:txBody>
          <a:bodyPr anchor="ctr"/>
          <a:lstStyle>
            <a:lvl1pPr marL="0" indent="0" algn="ctr">
              <a:spcBef>
                <a:spcPts val="0"/>
              </a:spcBef>
              <a:buNone/>
              <a:defRPr sz="1050" b="1">
                <a:solidFill>
                  <a:srgbClr val="FFFFFF"/>
                </a:solidFill>
              </a:defRPr>
            </a:lvl1pPr>
          </a:lstStyle>
          <a:p>
            <a:pPr lvl="0"/>
            <a:r>
              <a:rPr lang="en-US"/>
              <a:t>Click to edit Master text styles</a:t>
            </a:r>
          </a:p>
        </p:txBody>
      </p:sp>
      <p:sp>
        <p:nvSpPr>
          <p:cNvPr id="29" name="Text Placeholder 22"/>
          <p:cNvSpPr>
            <a:spLocks noGrp="1"/>
          </p:cNvSpPr>
          <p:nvPr>
            <p:ph type="body" sz="quarter" idx="32"/>
          </p:nvPr>
        </p:nvSpPr>
        <p:spPr>
          <a:xfrm>
            <a:off x="457200" y="2809239"/>
            <a:ext cx="457200" cy="411480"/>
          </a:xfrm>
          <a:prstGeom prst="rect">
            <a:avLst/>
          </a:prstGeom>
          <a:solidFill>
            <a:srgbClr val="B01C2E"/>
          </a:solidFill>
          <a:ln>
            <a:solidFill>
              <a:srgbClr val="999999"/>
            </a:solidFill>
          </a:ln>
        </p:spPr>
        <p:txBody>
          <a:bodyPr anchor="ctr"/>
          <a:lstStyle>
            <a:lvl1pPr marL="0" indent="0" algn="ctr">
              <a:spcBef>
                <a:spcPts val="0"/>
              </a:spcBef>
              <a:buNone/>
              <a:defRPr sz="1050" b="1">
                <a:solidFill>
                  <a:srgbClr val="FFFFFF"/>
                </a:solidFill>
              </a:defRPr>
            </a:lvl1pPr>
          </a:lstStyle>
          <a:p>
            <a:pPr lvl="0"/>
            <a:r>
              <a:rPr lang="en-US"/>
              <a:t>Click to edit Master text styles</a:t>
            </a:r>
          </a:p>
        </p:txBody>
      </p:sp>
      <p:sp>
        <p:nvSpPr>
          <p:cNvPr id="37" name="Text Placeholder 22"/>
          <p:cNvSpPr>
            <a:spLocks noGrp="1"/>
          </p:cNvSpPr>
          <p:nvPr>
            <p:ph type="body" sz="quarter" idx="33"/>
          </p:nvPr>
        </p:nvSpPr>
        <p:spPr>
          <a:xfrm>
            <a:off x="457200" y="3313852"/>
            <a:ext cx="457200" cy="411480"/>
          </a:xfrm>
          <a:prstGeom prst="rect">
            <a:avLst/>
          </a:prstGeom>
          <a:solidFill>
            <a:srgbClr val="B01C2E"/>
          </a:solidFill>
          <a:ln>
            <a:solidFill>
              <a:srgbClr val="999999"/>
            </a:solidFill>
          </a:ln>
        </p:spPr>
        <p:txBody>
          <a:bodyPr anchor="ctr"/>
          <a:lstStyle>
            <a:lvl1pPr marL="0" indent="0" algn="ctr">
              <a:spcBef>
                <a:spcPts val="0"/>
              </a:spcBef>
              <a:buNone/>
              <a:defRPr sz="1050" b="1">
                <a:solidFill>
                  <a:srgbClr val="FFFFFF"/>
                </a:solidFill>
              </a:defRPr>
            </a:lvl1pPr>
          </a:lstStyle>
          <a:p>
            <a:pPr lvl="0"/>
            <a:r>
              <a:rPr lang="en-US"/>
              <a:t>Click to edit Master text styles</a:t>
            </a:r>
          </a:p>
        </p:txBody>
      </p:sp>
      <p:sp>
        <p:nvSpPr>
          <p:cNvPr id="38" name="Text Placeholder 22"/>
          <p:cNvSpPr>
            <a:spLocks noGrp="1"/>
          </p:cNvSpPr>
          <p:nvPr>
            <p:ph type="body" sz="quarter" idx="34"/>
          </p:nvPr>
        </p:nvSpPr>
        <p:spPr>
          <a:xfrm>
            <a:off x="457200" y="3818465"/>
            <a:ext cx="457200" cy="411480"/>
          </a:xfrm>
          <a:prstGeom prst="rect">
            <a:avLst/>
          </a:prstGeom>
          <a:solidFill>
            <a:srgbClr val="B01C2E"/>
          </a:solidFill>
          <a:ln>
            <a:solidFill>
              <a:srgbClr val="999999"/>
            </a:solidFill>
          </a:ln>
        </p:spPr>
        <p:txBody>
          <a:bodyPr anchor="ctr"/>
          <a:lstStyle>
            <a:lvl1pPr marL="0" indent="0" algn="ctr">
              <a:spcBef>
                <a:spcPts val="0"/>
              </a:spcBef>
              <a:buNone/>
              <a:defRPr sz="1050" b="1">
                <a:solidFill>
                  <a:srgbClr val="FFFFFF"/>
                </a:solidFill>
              </a:defRPr>
            </a:lvl1pPr>
          </a:lstStyle>
          <a:p>
            <a:pPr lvl="0"/>
            <a:r>
              <a:rPr lang="en-US"/>
              <a:t>Click to edit Master text styles</a:t>
            </a:r>
          </a:p>
        </p:txBody>
      </p:sp>
      <p:sp>
        <p:nvSpPr>
          <p:cNvPr id="39" name="Text Placeholder 22"/>
          <p:cNvSpPr>
            <a:spLocks noGrp="1"/>
          </p:cNvSpPr>
          <p:nvPr>
            <p:ph type="body" sz="quarter" idx="35"/>
          </p:nvPr>
        </p:nvSpPr>
        <p:spPr>
          <a:xfrm>
            <a:off x="457200" y="4323078"/>
            <a:ext cx="457200" cy="411480"/>
          </a:xfrm>
          <a:prstGeom prst="rect">
            <a:avLst/>
          </a:prstGeom>
          <a:solidFill>
            <a:srgbClr val="B01C2E"/>
          </a:solidFill>
          <a:ln>
            <a:solidFill>
              <a:srgbClr val="999999"/>
            </a:solidFill>
          </a:ln>
        </p:spPr>
        <p:txBody>
          <a:bodyPr anchor="ctr"/>
          <a:lstStyle>
            <a:lvl1pPr marL="0" indent="0" algn="ctr">
              <a:spcBef>
                <a:spcPts val="0"/>
              </a:spcBef>
              <a:buNone/>
              <a:defRPr sz="1050" b="1">
                <a:solidFill>
                  <a:srgbClr val="FFFFFF"/>
                </a:solidFill>
              </a:defRPr>
            </a:lvl1pPr>
          </a:lstStyle>
          <a:p>
            <a:pPr lvl="0"/>
            <a:r>
              <a:rPr lang="en-US"/>
              <a:t>Click to edit Master text styles</a:t>
            </a:r>
          </a:p>
        </p:txBody>
      </p:sp>
      <p:sp>
        <p:nvSpPr>
          <p:cNvPr id="40" name="Text Placeholder 22"/>
          <p:cNvSpPr>
            <a:spLocks noGrp="1"/>
          </p:cNvSpPr>
          <p:nvPr>
            <p:ph type="body" sz="quarter" idx="36"/>
          </p:nvPr>
        </p:nvSpPr>
        <p:spPr>
          <a:xfrm>
            <a:off x="457200" y="4827691"/>
            <a:ext cx="457200" cy="411480"/>
          </a:xfrm>
          <a:prstGeom prst="rect">
            <a:avLst/>
          </a:prstGeom>
          <a:solidFill>
            <a:srgbClr val="B01C2E"/>
          </a:solidFill>
          <a:ln>
            <a:solidFill>
              <a:srgbClr val="999999"/>
            </a:solidFill>
          </a:ln>
        </p:spPr>
        <p:txBody>
          <a:bodyPr anchor="ctr"/>
          <a:lstStyle>
            <a:lvl1pPr marL="0" indent="0" algn="ctr">
              <a:spcBef>
                <a:spcPts val="0"/>
              </a:spcBef>
              <a:buNone/>
              <a:defRPr sz="1050" b="1">
                <a:solidFill>
                  <a:srgbClr val="FFFFFF"/>
                </a:solidFill>
              </a:defRPr>
            </a:lvl1pPr>
          </a:lstStyle>
          <a:p>
            <a:pPr lvl="0"/>
            <a:r>
              <a:rPr lang="en-US"/>
              <a:t>Click to edit Master text styles</a:t>
            </a:r>
          </a:p>
        </p:txBody>
      </p:sp>
      <p:sp>
        <p:nvSpPr>
          <p:cNvPr id="21" name="Rectangle 2"/>
          <p:cNvSpPr>
            <a:spLocks noGrp="1" noChangeArrowheads="1"/>
          </p:cNvSpPr>
          <p:nvPr>
            <p:ph type="title"/>
          </p:nvPr>
        </p:nvSpPr>
        <p:spPr bwMode="gray">
          <a:xfrm>
            <a:off x="452441" y="2"/>
            <a:ext cx="8239125" cy="898525"/>
          </a:xfrm>
          <a:prstGeom prst="rect">
            <a:avLst/>
          </a:prstGeom>
          <a:noFill/>
          <a:ln w="9525">
            <a:noFill/>
            <a:miter lim="800000"/>
            <a:headEnd/>
            <a:tailEnd/>
          </a:ln>
        </p:spPr>
        <p:txBody>
          <a:bodyPr vert="horz" wrap="square" lIns="0" tIns="0" rIns="0" bIns="0" numCol="1" anchor="b" anchorCtr="0" compatLnSpc="1">
            <a:prstTxWarp prst="textNoShape">
              <a:avLst/>
            </a:prstTxWarp>
          </a:bodyPr>
          <a:lstStyle>
            <a:lvl1pPr algn="l">
              <a:defRPr sz="1650"/>
            </a:lvl1pPr>
          </a:lstStyle>
          <a:p>
            <a:pPr lvl="0"/>
            <a:r>
              <a:rPr lang="en-US"/>
              <a:t>Click to edit Master title style</a:t>
            </a:r>
            <a:endParaRPr lang="en-US" dirty="0"/>
          </a:p>
        </p:txBody>
      </p:sp>
      <p:sp>
        <p:nvSpPr>
          <p:cNvPr id="22" name="Text Placeholder 22"/>
          <p:cNvSpPr>
            <a:spLocks noGrp="1"/>
          </p:cNvSpPr>
          <p:nvPr>
            <p:ph type="body" sz="quarter" idx="37"/>
          </p:nvPr>
        </p:nvSpPr>
        <p:spPr>
          <a:xfrm>
            <a:off x="8229600" y="1295400"/>
            <a:ext cx="457200" cy="411480"/>
          </a:xfrm>
          <a:prstGeom prst="rect">
            <a:avLst/>
          </a:prstGeom>
          <a:noFill/>
          <a:ln>
            <a:solidFill>
              <a:srgbClr val="C0C0C0"/>
            </a:solidFill>
          </a:ln>
        </p:spPr>
        <p:txBody>
          <a:bodyPr anchor="ctr"/>
          <a:lstStyle>
            <a:lvl1pPr marL="0" indent="0" algn="ctr">
              <a:spcBef>
                <a:spcPts val="0"/>
              </a:spcBef>
              <a:buNone/>
              <a:defRPr sz="900" b="1">
                <a:solidFill>
                  <a:schemeClr val="tx1"/>
                </a:solidFill>
              </a:defRPr>
            </a:lvl1pPr>
          </a:lstStyle>
          <a:p>
            <a:pPr lvl="0"/>
            <a:r>
              <a:rPr lang="en-US"/>
              <a:t>Click to edit Master text styles</a:t>
            </a:r>
          </a:p>
        </p:txBody>
      </p:sp>
      <p:sp>
        <p:nvSpPr>
          <p:cNvPr id="25" name="Text Placeholder 22"/>
          <p:cNvSpPr>
            <a:spLocks noGrp="1"/>
          </p:cNvSpPr>
          <p:nvPr>
            <p:ph type="body" sz="quarter" idx="38"/>
          </p:nvPr>
        </p:nvSpPr>
        <p:spPr>
          <a:xfrm>
            <a:off x="8229600" y="1800013"/>
            <a:ext cx="457200" cy="411480"/>
          </a:xfrm>
          <a:prstGeom prst="rect">
            <a:avLst/>
          </a:prstGeom>
          <a:noFill/>
          <a:ln>
            <a:solidFill>
              <a:srgbClr val="C0C0C0"/>
            </a:solidFill>
          </a:ln>
        </p:spPr>
        <p:txBody>
          <a:bodyPr anchor="ctr"/>
          <a:lstStyle>
            <a:lvl1pPr marL="0" marR="0" indent="0" algn="ctr" defTabSz="685800" rtl="0" eaLnBrk="1" fontAlgn="auto" latinLnBrk="0" hangingPunct="1">
              <a:lnSpc>
                <a:spcPct val="100000"/>
              </a:lnSpc>
              <a:spcBef>
                <a:spcPts val="0"/>
              </a:spcBef>
              <a:spcAft>
                <a:spcPts val="0"/>
              </a:spcAft>
              <a:buClrTx/>
              <a:buSzTx/>
              <a:buFont typeface="Arial" pitchFamily="34" charset="0"/>
              <a:buNone/>
              <a:tabLst/>
              <a:defRPr sz="900" b="1">
                <a:solidFill>
                  <a:schemeClr val="tx1"/>
                </a:solidFill>
              </a:defRPr>
            </a:lvl1pPr>
          </a:lstStyle>
          <a:p>
            <a:pPr lvl="0"/>
            <a:r>
              <a:rPr lang="en-US"/>
              <a:t>Click to edit Master text styles</a:t>
            </a:r>
          </a:p>
        </p:txBody>
      </p:sp>
      <p:sp>
        <p:nvSpPr>
          <p:cNvPr id="26" name="Text Placeholder 22"/>
          <p:cNvSpPr>
            <a:spLocks noGrp="1"/>
          </p:cNvSpPr>
          <p:nvPr>
            <p:ph type="body" sz="quarter" idx="39"/>
          </p:nvPr>
        </p:nvSpPr>
        <p:spPr>
          <a:xfrm>
            <a:off x="8229600" y="2304626"/>
            <a:ext cx="457200" cy="411480"/>
          </a:xfrm>
          <a:prstGeom prst="rect">
            <a:avLst/>
          </a:prstGeom>
          <a:noFill/>
          <a:ln>
            <a:solidFill>
              <a:srgbClr val="C0C0C0"/>
            </a:solidFill>
          </a:ln>
        </p:spPr>
        <p:txBody>
          <a:bodyPr anchor="ctr"/>
          <a:lstStyle>
            <a:lvl1pPr marL="0" indent="0" algn="ctr">
              <a:spcBef>
                <a:spcPts val="0"/>
              </a:spcBef>
              <a:buNone/>
              <a:defRPr sz="900" b="1">
                <a:solidFill>
                  <a:schemeClr val="tx1"/>
                </a:solidFill>
              </a:defRPr>
            </a:lvl1pPr>
          </a:lstStyle>
          <a:p>
            <a:pPr lvl="0"/>
            <a:r>
              <a:rPr lang="en-US"/>
              <a:t>Click to edit Master text styles</a:t>
            </a:r>
          </a:p>
        </p:txBody>
      </p:sp>
      <p:sp>
        <p:nvSpPr>
          <p:cNvPr id="41" name="Text Placeholder 22"/>
          <p:cNvSpPr>
            <a:spLocks noGrp="1"/>
          </p:cNvSpPr>
          <p:nvPr>
            <p:ph type="body" sz="quarter" idx="40"/>
          </p:nvPr>
        </p:nvSpPr>
        <p:spPr>
          <a:xfrm>
            <a:off x="8229600" y="2809239"/>
            <a:ext cx="457200" cy="411480"/>
          </a:xfrm>
          <a:prstGeom prst="rect">
            <a:avLst/>
          </a:prstGeom>
          <a:noFill/>
          <a:ln>
            <a:solidFill>
              <a:srgbClr val="C0C0C0"/>
            </a:solidFill>
          </a:ln>
        </p:spPr>
        <p:txBody>
          <a:bodyPr anchor="ctr"/>
          <a:lstStyle>
            <a:lvl1pPr marL="0" indent="0" algn="ctr">
              <a:spcBef>
                <a:spcPts val="0"/>
              </a:spcBef>
              <a:buNone/>
              <a:defRPr sz="900" b="1">
                <a:solidFill>
                  <a:schemeClr val="tx1"/>
                </a:solidFill>
              </a:defRPr>
            </a:lvl1pPr>
          </a:lstStyle>
          <a:p>
            <a:pPr lvl="0"/>
            <a:r>
              <a:rPr lang="en-US"/>
              <a:t>Click to edit Master text styles</a:t>
            </a:r>
          </a:p>
        </p:txBody>
      </p:sp>
      <p:sp>
        <p:nvSpPr>
          <p:cNvPr id="42" name="Text Placeholder 22"/>
          <p:cNvSpPr>
            <a:spLocks noGrp="1"/>
          </p:cNvSpPr>
          <p:nvPr>
            <p:ph type="body" sz="quarter" idx="41"/>
          </p:nvPr>
        </p:nvSpPr>
        <p:spPr>
          <a:xfrm>
            <a:off x="8229600" y="3313852"/>
            <a:ext cx="457200" cy="411480"/>
          </a:xfrm>
          <a:prstGeom prst="rect">
            <a:avLst/>
          </a:prstGeom>
          <a:noFill/>
          <a:ln>
            <a:solidFill>
              <a:srgbClr val="C0C0C0"/>
            </a:solidFill>
          </a:ln>
        </p:spPr>
        <p:txBody>
          <a:bodyPr anchor="ctr"/>
          <a:lstStyle>
            <a:lvl1pPr marL="0" indent="0" algn="ctr">
              <a:spcBef>
                <a:spcPts val="0"/>
              </a:spcBef>
              <a:buNone/>
              <a:defRPr sz="900" b="1">
                <a:solidFill>
                  <a:schemeClr val="tx1"/>
                </a:solidFill>
              </a:defRPr>
            </a:lvl1pPr>
          </a:lstStyle>
          <a:p>
            <a:pPr lvl="0"/>
            <a:r>
              <a:rPr lang="en-US"/>
              <a:t>Click to edit Master text styles</a:t>
            </a:r>
          </a:p>
        </p:txBody>
      </p:sp>
      <p:sp>
        <p:nvSpPr>
          <p:cNvPr id="43" name="Text Placeholder 22"/>
          <p:cNvSpPr>
            <a:spLocks noGrp="1"/>
          </p:cNvSpPr>
          <p:nvPr>
            <p:ph type="body" sz="quarter" idx="42"/>
          </p:nvPr>
        </p:nvSpPr>
        <p:spPr>
          <a:xfrm>
            <a:off x="8229600" y="3818465"/>
            <a:ext cx="457200" cy="411480"/>
          </a:xfrm>
          <a:prstGeom prst="rect">
            <a:avLst/>
          </a:prstGeom>
          <a:noFill/>
          <a:ln>
            <a:solidFill>
              <a:srgbClr val="C0C0C0"/>
            </a:solidFill>
          </a:ln>
        </p:spPr>
        <p:txBody>
          <a:bodyPr anchor="ctr"/>
          <a:lstStyle>
            <a:lvl1pPr marL="0" indent="0" algn="ctr">
              <a:spcBef>
                <a:spcPts val="0"/>
              </a:spcBef>
              <a:buNone/>
              <a:defRPr sz="900" b="1">
                <a:solidFill>
                  <a:schemeClr val="tx1"/>
                </a:solidFill>
              </a:defRPr>
            </a:lvl1pPr>
          </a:lstStyle>
          <a:p>
            <a:pPr lvl="0"/>
            <a:r>
              <a:rPr lang="en-US"/>
              <a:t>Click to edit Master text styles</a:t>
            </a:r>
          </a:p>
        </p:txBody>
      </p:sp>
      <p:sp>
        <p:nvSpPr>
          <p:cNvPr id="44" name="Text Placeholder 22"/>
          <p:cNvSpPr>
            <a:spLocks noGrp="1"/>
          </p:cNvSpPr>
          <p:nvPr>
            <p:ph type="body" sz="quarter" idx="43"/>
          </p:nvPr>
        </p:nvSpPr>
        <p:spPr>
          <a:xfrm>
            <a:off x="8229600" y="4323078"/>
            <a:ext cx="457200" cy="411480"/>
          </a:xfrm>
          <a:prstGeom prst="rect">
            <a:avLst/>
          </a:prstGeom>
          <a:noFill/>
          <a:ln>
            <a:solidFill>
              <a:srgbClr val="C0C0C0"/>
            </a:solidFill>
          </a:ln>
        </p:spPr>
        <p:txBody>
          <a:bodyPr anchor="ctr"/>
          <a:lstStyle>
            <a:lvl1pPr marL="0" indent="0" algn="ctr">
              <a:spcBef>
                <a:spcPts val="0"/>
              </a:spcBef>
              <a:buNone/>
              <a:defRPr sz="900" b="1">
                <a:solidFill>
                  <a:schemeClr val="tx1"/>
                </a:solidFill>
              </a:defRPr>
            </a:lvl1pPr>
          </a:lstStyle>
          <a:p>
            <a:pPr lvl="0"/>
            <a:r>
              <a:rPr lang="en-US"/>
              <a:t>Click to edit Master text styles</a:t>
            </a:r>
          </a:p>
        </p:txBody>
      </p:sp>
      <p:sp>
        <p:nvSpPr>
          <p:cNvPr id="45" name="Text Placeholder 22"/>
          <p:cNvSpPr>
            <a:spLocks noGrp="1"/>
          </p:cNvSpPr>
          <p:nvPr>
            <p:ph type="body" sz="quarter" idx="44"/>
          </p:nvPr>
        </p:nvSpPr>
        <p:spPr>
          <a:xfrm>
            <a:off x="8229600" y="4827691"/>
            <a:ext cx="457200" cy="411480"/>
          </a:xfrm>
          <a:prstGeom prst="rect">
            <a:avLst/>
          </a:prstGeom>
          <a:noFill/>
          <a:ln>
            <a:solidFill>
              <a:srgbClr val="C0C0C0"/>
            </a:solidFill>
          </a:ln>
        </p:spPr>
        <p:txBody>
          <a:bodyPr anchor="ctr"/>
          <a:lstStyle>
            <a:lvl1pPr marL="0" indent="0" algn="ctr">
              <a:spcBef>
                <a:spcPts val="0"/>
              </a:spcBef>
              <a:buNone/>
              <a:defRPr sz="900" b="1">
                <a:solidFill>
                  <a:schemeClr val="tx1"/>
                </a:solidFill>
              </a:defRPr>
            </a:lvl1pPr>
          </a:lstStyle>
          <a:p>
            <a:pPr lvl="0"/>
            <a:r>
              <a:rPr lang="en-US"/>
              <a:t>Click to edit Master text styles</a:t>
            </a:r>
          </a:p>
        </p:txBody>
      </p:sp>
      <p:sp>
        <p:nvSpPr>
          <p:cNvPr id="46" name="Text Placeholder 27"/>
          <p:cNvSpPr>
            <a:spLocks noGrp="1"/>
          </p:cNvSpPr>
          <p:nvPr>
            <p:ph type="body" sz="quarter" idx="45"/>
          </p:nvPr>
        </p:nvSpPr>
        <p:spPr>
          <a:xfrm>
            <a:off x="911777" y="5332304"/>
            <a:ext cx="7174523" cy="411480"/>
          </a:xfrm>
          <a:prstGeom prst="rect">
            <a:avLst/>
          </a:prstGeom>
          <a:ln>
            <a:solidFill>
              <a:srgbClr val="C0C0C0"/>
            </a:solidFill>
          </a:ln>
        </p:spPr>
        <p:txBody>
          <a:bodyPr anchor="ctr"/>
          <a:lstStyle>
            <a:lvl1pPr>
              <a:buNone/>
              <a:defRPr sz="900"/>
            </a:lvl1pPr>
          </a:lstStyle>
          <a:p>
            <a:pPr lvl="0"/>
            <a:r>
              <a:rPr lang="en-US"/>
              <a:t>Click to edit Master text styles</a:t>
            </a:r>
          </a:p>
        </p:txBody>
      </p:sp>
      <p:sp>
        <p:nvSpPr>
          <p:cNvPr id="47" name="Text Placeholder 22"/>
          <p:cNvSpPr>
            <a:spLocks noGrp="1"/>
          </p:cNvSpPr>
          <p:nvPr>
            <p:ph type="body" sz="quarter" idx="46"/>
          </p:nvPr>
        </p:nvSpPr>
        <p:spPr>
          <a:xfrm>
            <a:off x="454575" y="5332304"/>
            <a:ext cx="457200" cy="411480"/>
          </a:xfrm>
          <a:prstGeom prst="rect">
            <a:avLst/>
          </a:prstGeom>
          <a:solidFill>
            <a:srgbClr val="B01C2E"/>
          </a:solidFill>
          <a:ln>
            <a:solidFill>
              <a:srgbClr val="999999"/>
            </a:solidFill>
          </a:ln>
        </p:spPr>
        <p:txBody>
          <a:bodyPr anchor="ctr"/>
          <a:lstStyle>
            <a:lvl1pPr marL="0" indent="0" algn="ctr">
              <a:spcBef>
                <a:spcPts val="0"/>
              </a:spcBef>
              <a:buNone/>
              <a:defRPr sz="1050" b="1">
                <a:solidFill>
                  <a:srgbClr val="FFFFFF"/>
                </a:solidFill>
              </a:defRPr>
            </a:lvl1pPr>
          </a:lstStyle>
          <a:p>
            <a:pPr lvl="0"/>
            <a:r>
              <a:rPr lang="en-US"/>
              <a:t>Click to edit Master text styles</a:t>
            </a:r>
          </a:p>
        </p:txBody>
      </p:sp>
      <p:sp>
        <p:nvSpPr>
          <p:cNvPr id="48" name="Text Placeholder 22"/>
          <p:cNvSpPr>
            <a:spLocks noGrp="1"/>
          </p:cNvSpPr>
          <p:nvPr>
            <p:ph type="body" sz="quarter" idx="47"/>
          </p:nvPr>
        </p:nvSpPr>
        <p:spPr>
          <a:xfrm>
            <a:off x="8226975" y="5332304"/>
            <a:ext cx="457200" cy="411480"/>
          </a:xfrm>
          <a:prstGeom prst="rect">
            <a:avLst/>
          </a:prstGeom>
          <a:noFill/>
          <a:ln>
            <a:solidFill>
              <a:srgbClr val="C0C0C0"/>
            </a:solidFill>
          </a:ln>
        </p:spPr>
        <p:txBody>
          <a:bodyPr anchor="ctr"/>
          <a:lstStyle>
            <a:lvl1pPr marL="0" indent="0" algn="ctr">
              <a:spcBef>
                <a:spcPts val="0"/>
              </a:spcBef>
              <a:buNone/>
              <a:defRPr sz="900" b="1">
                <a:solidFill>
                  <a:schemeClr val="tx1"/>
                </a:solidFill>
              </a:defRPr>
            </a:lvl1pPr>
          </a:lstStyle>
          <a:p>
            <a:pPr lvl="0"/>
            <a:r>
              <a:rPr lang="en-US"/>
              <a:t>Click to edit Master text styles</a:t>
            </a:r>
          </a:p>
        </p:txBody>
      </p:sp>
      <p:sp>
        <p:nvSpPr>
          <p:cNvPr id="49" name="Text Placeholder 27"/>
          <p:cNvSpPr>
            <a:spLocks noGrp="1"/>
          </p:cNvSpPr>
          <p:nvPr>
            <p:ph type="body" sz="quarter" idx="48"/>
          </p:nvPr>
        </p:nvSpPr>
        <p:spPr>
          <a:xfrm>
            <a:off x="911777" y="5836920"/>
            <a:ext cx="7174523" cy="411480"/>
          </a:xfrm>
          <a:prstGeom prst="rect">
            <a:avLst/>
          </a:prstGeom>
          <a:ln>
            <a:solidFill>
              <a:srgbClr val="C0C0C0"/>
            </a:solidFill>
          </a:ln>
        </p:spPr>
        <p:txBody>
          <a:bodyPr anchor="ctr"/>
          <a:lstStyle>
            <a:lvl1pPr>
              <a:buNone/>
              <a:defRPr sz="900"/>
            </a:lvl1pPr>
          </a:lstStyle>
          <a:p>
            <a:pPr lvl="0"/>
            <a:r>
              <a:rPr lang="en-US"/>
              <a:t>Click to edit Master text styles</a:t>
            </a:r>
          </a:p>
        </p:txBody>
      </p:sp>
      <p:sp>
        <p:nvSpPr>
          <p:cNvPr id="50" name="Text Placeholder 22"/>
          <p:cNvSpPr>
            <a:spLocks noGrp="1"/>
          </p:cNvSpPr>
          <p:nvPr>
            <p:ph type="body" sz="quarter" idx="49"/>
          </p:nvPr>
        </p:nvSpPr>
        <p:spPr>
          <a:xfrm>
            <a:off x="454575" y="5836920"/>
            <a:ext cx="457200" cy="411480"/>
          </a:xfrm>
          <a:prstGeom prst="rect">
            <a:avLst/>
          </a:prstGeom>
          <a:solidFill>
            <a:srgbClr val="B01C2E"/>
          </a:solidFill>
          <a:ln>
            <a:solidFill>
              <a:srgbClr val="999999"/>
            </a:solidFill>
          </a:ln>
        </p:spPr>
        <p:txBody>
          <a:bodyPr anchor="ctr"/>
          <a:lstStyle>
            <a:lvl1pPr marL="0" indent="0" algn="ctr">
              <a:spcBef>
                <a:spcPts val="0"/>
              </a:spcBef>
              <a:buNone/>
              <a:defRPr sz="1050" b="1">
                <a:solidFill>
                  <a:srgbClr val="FFFFFF"/>
                </a:solidFill>
              </a:defRPr>
            </a:lvl1pPr>
          </a:lstStyle>
          <a:p>
            <a:pPr lvl="0"/>
            <a:r>
              <a:rPr lang="en-US"/>
              <a:t>Click to edit Master text styles</a:t>
            </a:r>
          </a:p>
        </p:txBody>
      </p:sp>
      <p:sp>
        <p:nvSpPr>
          <p:cNvPr id="51" name="Text Placeholder 22"/>
          <p:cNvSpPr>
            <a:spLocks noGrp="1"/>
          </p:cNvSpPr>
          <p:nvPr>
            <p:ph type="body" sz="quarter" idx="50"/>
          </p:nvPr>
        </p:nvSpPr>
        <p:spPr>
          <a:xfrm>
            <a:off x="8226975" y="5836920"/>
            <a:ext cx="457200" cy="411480"/>
          </a:xfrm>
          <a:prstGeom prst="rect">
            <a:avLst/>
          </a:prstGeom>
          <a:noFill/>
          <a:ln>
            <a:solidFill>
              <a:srgbClr val="C0C0C0"/>
            </a:solidFill>
          </a:ln>
        </p:spPr>
        <p:txBody>
          <a:bodyPr anchor="ctr"/>
          <a:lstStyle>
            <a:lvl1pPr marL="0" indent="0" algn="ctr">
              <a:spcBef>
                <a:spcPts val="0"/>
              </a:spcBef>
              <a:buNone/>
              <a:defRPr sz="900" b="1">
                <a:solidFill>
                  <a:schemeClr val="tx1"/>
                </a:solidFill>
              </a:defRPr>
            </a:lvl1pPr>
          </a:lstStyle>
          <a:p>
            <a:pPr lvl="0"/>
            <a:r>
              <a:rPr lang="en-US"/>
              <a:t>Click to edit Master text styles</a:t>
            </a:r>
          </a:p>
        </p:txBody>
      </p:sp>
      <p:sp>
        <p:nvSpPr>
          <p:cNvPr id="52" name="Slide Number Placeholder 9"/>
          <p:cNvSpPr>
            <a:spLocks noGrp="1"/>
          </p:cNvSpPr>
          <p:nvPr>
            <p:ph type="sldNum" sz="quarter" idx="51"/>
          </p:nvPr>
        </p:nvSpPr>
        <p:spPr/>
        <p:txBody>
          <a:bodyPr/>
          <a:lstStyle>
            <a:lvl1pPr>
              <a:defRPr/>
            </a:lvl1pPr>
          </a:lstStyle>
          <a:p>
            <a:fld id="{4A9EBD57-3091-C548-9F5E-83F63CC3338F}" type="slidenum">
              <a:rPr lang="en-US" altLang="en-US"/>
              <a:pPr/>
              <a:t>‹#›</a:t>
            </a:fld>
            <a:endParaRPr lang="en-US" altLang="en-US"/>
          </a:p>
        </p:txBody>
      </p:sp>
      <p:sp>
        <p:nvSpPr>
          <p:cNvPr id="53" name="Footer Placeholder 12"/>
          <p:cNvSpPr>
            <a:spLocks noGrp="1"/>
          </p:cNvSpPr>
          <p:nvPr>
            <p:ph type="ftr" sz="quarter" idx="52"/>
          </p:nvPr>
        </p:nvSpPr>
        <p:spPr/>
        <p:txBody>
          <a:bodyPr/>
          <a:lstStyle>
            <a:lvl1pPr>
              <a:defRPr/>
            </a:lvl1pPr>
          </a:lstStyle>
          <a:p>
            <a:pPr>
              <a:defRPr/>
            </a:pPr>
            <a:r>
              <a:rPr lang="en-US"/>
              <a:t>Ethical Debates, Econ Theories, Real-World Impacts</a:t>
            </a:r>
          </a:p>
        </p:txBody>
      </p:sp>
    </p:spTree>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userDrawn="1">
  <p:cSld name="Text Blocks - Major and Sub Points">
    <p:spTree>
      <p:nvGrpSpPr>
        <p:cNvPr id="1" name=""/>
        <p:cNvGrpSpPr/>
        <p:nvPr/>
      </p:nvGrpSpPr>
      <p:grpSpPr>
        <a:xfrm>
          <a:off x="0" y="0"/>
          <a:ext cx="0" cy="0"/>
          <a:chOff x="0" y="0"/>
          <a:chExt cx="0" cy="0"/>
        </a:xfrm>
      </p:grpSpPr>
      <p:sp>
        <p:nvSpPr>
          <p:cNvPr id="16" name="Text Placeholder 15"/>
          <p:cNvSpPr>
            <a:spLocks noGrp="1"/>
          </p:cNvSpPr>
          <p:nvPr>
            <p:ph type="body" sz="quarter" idx="21"/>
          </p:nvPr>
        </p:nvSpPr>
        <p:spPr>
          <a:xfrm>
            <a:off x="457200" y="1335024"/>
            <a:ext cx="1371600" cy="2322576"/>
          </a:xfrm>
          <a:prstGeom prst="rect">
            <a:avLst/>
          </a:prstGeom>
          <a:solidFill>
            <a:srgbClr val="B01C2E"/>
          </a:solidFill>
        </p:spPr>
        <p:txBody>
          <a:bodyPr anchor="ctr"/>
          <a:lstStyle>
            <a:lvl1pPr marL="0" indent="0">
              <a:buNone/>
              <a:defRPr sz="900" b="1">
                <a:solidFill>
                  <a:schemeClr val="bg1"/>
                </a:solidFill>
              </a:defRPr>
            </a:lvl1pPr>
          </a:lstStyle>
          <a:p>
            <a:pPr lvl="0"/>
            <a:r>
              <a:rPr lang="en-US"/>
              <a:t>Click to edit Master text styles</a:t>
            </a:r>
          </a:p>
        </p:txBody>
      </p:sp>
      <p:sp>
        <p:nvSpPr>
          <p:cNvPr id="17" name="Text Placeholder 15"/>
          <p:cNvSpPr>
            <a:spLocks noGrp="1"/>
          </p:cNvSpPr>
          <p:nvPr>
            <p:ph type="body" sz="quarter" idx="22"/>
          </p:nvPr>
        </p:nvSpPr>
        <p:spPr>
          <a:xfrm>
            <a:off x="457200" y="3744363"/>
            <a:ext cx="1371600" cy="2322576"/>
          </a:xfrm>
          <a:prstGeom prst="rect">
            <a:avLst/>
          </a:prstGeom>
          <a:solidFill>
            <a:srgbClr val="B01C2E"/>
          </a:solidFill>
        </p:spPr>
        <p:txBody>
          <a:bodyPr anchor="ctr"/>
          <a:lstStyle>
            <a:lvl1pPr marL="0" indent="0">
              <a:buNone/>
              <a:defRPr sz="900" b="1">
                <a:solidFill>
                  <a:schemeClr val="bg1"/>
                </a:solidFill>
              </a:defRPr>
            </a:lvl1pPr>
          </a:lstStyle>
          <a:p>
            <a:pPr lvl="0"/>
            <a:r>
              <a:rPr lang="en-US"/>
              <a:t>Click to edit Master text styles</a:t>
            </a:r>
          </a:p>
        </p:txBody>
      </p:sp>
      <p:sp>
        <p:nvSpPr>
          <p:cNvPr id="18" name="Text Placeholder 15"/>
          <p:cNvSpPr>
            <a:spLocks noGrp="1"/>
          </p:cNvSpPr>
          <p:nvPr>
            <p:ph type="body" sz="quarter" idx="23"/>
          </p:nvPr>
        </p:nvSpPr>
        <p:spPr>
          <a:xfrm>
            <a:off x="1905000" y="1348565"/>
            <a:ext cx="914400" cy="777240"/>
          </a:xfrm>
          <a:prstGeom prst="rect">
            <a:avLst/>
          </a:prstGeom>
          <a:solidFill>
            <a:srgbClr val="8E8E8E"/>
          </a:solidFill>
          <a:ln>
            <a:solidFill>
              <a:srgbClr val="8E8E8E"/>
            </a:solidFill>
          </a:ln>
        </p:spPr>
        <p:txBody>
          <a:bodyPr rIns="45720" anchor="ctr"/>
          <a:lstStyle>
            <a:lvl1pPr marL="0" indent="0">
              <a:buNone/>
              <a:defRPr sz="900" b="1">
                <a:solidFill>
                  <a:schemeClr val="bg1"/>
                </a:solidFill>
              </a:defRPr>
            </a:lvl1pPr>
          </a:lstStyle>
          <a:p>
            <a:pPr lvl="0"/>
            <a:r>
              <a:rPr lang="en-US"/>
              <a:t>Click to edit Master text styles</a:t>
            </a:r>
          </a:p>
        </p:txBody>
      </p:sp>
      <p:sp>
        <p:nvSpPr>
          <p:cNvPr id="19" name="Text Placeholder 15"/>
          <p:cNvSpPr>
            <a:spLocks noGrp="1"/>
          </p:cNvSpPr>
          <p:nvPr>
            <p:ph type="body" sz="quarter" idx="24"/>
          </p:nvPr>
        </p:nvSpPr>
        <p:spPr>
          <a:xfrm>
            <a:off x="1905000" y="3763963"/>
            <a:ext cx="914400" cy="777240"/>
          </a:xfrm>
          <a:prstGeom prst="rect">
            <a:avLst/>
          </a:prstGeom>
          <a:solidFill>
            <a:srgbClr val="8E8E8E"/>
          </a:solidFill>
          <a:ln>
            <a:solidFill>
              <a:srgbClr val="8E8E8E"/>
            </a:solidFill>
          </a:ln>
        </p:spPr>
        <p:txBody>
          <a:bodyPr rIns="45720" anchor="ctr"/>
          <a:lstStyle>
            <a:lvl1pPr marL="0" indent="0">
              <a:buNone/>
              <a:defRPr sz="900" b="1">
                <a:solidFill>
                  <a:schemeClr val="bg1"/>
                </a:solidFill>
              </a:defRPr>
            </a:lvl1pPr>
          </a:lstStyle>
          <a:p>
            <a:pPr lvl="0"/>
            <a:r>
              <a:rPr lang="en-US"/>
              <a:t>Click to edit Master text styles</a:t>
            </a:r>
          </a:p>
        </p:txBody>
      </p:sp>
      <p:sp>
        <p:nvSpPr>
          <p:cNvPr id="20" name="Text Placeholder 15"/>
          <p:cNvSpPr>
            <a:spLocks noGrp="1"/>
          </p:cNvSpPr>
          <p:nvPr>
            <p:ph type="body" sz="quarter" idx="25"/>
          </p:nvPr>
        </p:nvSpPr>
        <p:spPr>
          <a:xfrm>
            <a:off x="1905000" y="2199167"/>
            <a:ext cx="914400" cy="1463040"/>
          </a:xfrm>
          <a:prstGeom prst="rect">
            <a:avLst/>
          </a:prstGeom>
          <a:solidFill>
            <a:srgbClr val="8E8E8E"/>
          </a:solidFill>
          <a:ln>
            <a:solidFill>
              <a:srgbClr val="8E8E8E"/>
            </a:solidFill>
          </a:ln>
        </p:spPr>
        <p:txBody>
          <a:bodyPr rIns="45720" anchor="ctr"/>
          <a:lstStyle>
            <a:lvl1pPr marL="0" indent="0">
              <a:buNone/>
              <a:defRPr sz="900" b="1">
                <a:solidFill>
                  <a:schemeClr val="bg1"/>
                </a:solidFill>
              </a:defRPr>
            </a:lvl1pPr>
          </a:lstStyle>
          <a:p>
            <a:pPr lvl="0"/>
            <a:r>
              <a:rPr lang="en-US"/>
              <a:t>Click to edit Master text styles</a:t>
            </a:r>
          </a:p>
        </p:txBody>
      </p:sp>
      <p:sp>
        <p:nvSpPr>
          <p:cNvPr id="21" name="Text Placeholder 15"/>
          <p:cNvSpPr>
            <a:spLocks noGrp="1"/>
          </p:cNvSpPr>
          <p:nvPr>
            <p:ph type="body" sz="quarter" idx="26"/>
          </p:nvPr>
        </p:nvSpPr>
        <p:spPr>
          <a:xfrm>
            <a:off x="1905000" y="4619625"/>
            <a:ext cx="914400" cy="1463040"/>
          </a:xfrm>
          <a:prstGeom prst="rect">
            <a:avLst/>
          </a:prstGeom>
          <a:solidFill>
            <a:srgbClr val="8E8E8E"/>
          </a:solidFill>
          <a:ln>
            <a:solidFill>
              <a:srgbClr val="8E8E8E"/>
            </a:solidFill>
          </a:ln>
        </p:spPr>
        <p:txBody>
          <a:bodyPr rIns="45720" anchor="ctr"/>
          <a:lstStyle>
            <a:lvl1pPr marL="0" indent="0">
              <a:buNone/>
              <a:defRPr sz="900" b="1">
                <a:solidFill>
                  <a:schemeClr val="bg1"/>
                </a:solidFill>
              </a:defRPr>
            </a:lvl1pPr>
          </a:lstStyle>
          <a:p>
            <a:pPr lvl="0"/>
            <a:r>
              <a:rPr lang="en-US"/>
              <a:t>Click to edit Master text styles</a:t>
            </a:r>
          </a:p>
        </p:txBody>
      </p:sp>
      <p:sp>
        <p:nvSpPr>
          <p:cNvPr id="14" name="Rectangle 2"/>
          <p:cNvSpPr>
            <a:spLocks noGrp="1" noChangeArrowheads="1"/>
          </p:cNvSpPr>
          <p:nvPr>
            <p:ph type="title"/>
          </p:nvPr>
        </p:nvSpPr>
        <p:spPr bwMode="gray">
          <a:xfrm>
            <a:off x="452441" y="2"/>
            <a:ext cx="8239125" cy="898525"/>
          </a:xfrm>
          <a:prstGeom prst="rect">
            <a:avLst/>
          </a:prstGeom>
          <a:noFill/>
          <a:ln w="9525">
            <a:noFill/>
            <a:miter lim="800000"/>
            <a:headEnd/>
            <a:tailEnd/>
          </a:ln>
        </p:spPr>
        <p:txBody>
          <a:bodyPr vert="horz" wrap="square" lIns="0" tIns="0" rIns="0" bIns="0" numCol="1" anchor="b" anchorCtr="0" compatLnSpc="1">
            <a:prstTxWarp prst="textNoShape">
              <a:avLst/>
            </a:prstTxWarp>
          </a:bodyPr>
          <a:lstStyle>
            <a:lvl1pPr algn="l">
              <a:defRPr sz="1650"/>
            </a:lvl1pPr>
          </a:lstStyle>
          <a:p>
            <a:pPr lvl="0"/>
            <a:r>
              <a:rPr lang="en-US"/>
              <a:t>Click to edit Master title style</a:t>
            </a:r>
            <a:endParaRPr lang="en-US" dirty="0"/>
          </a:p>
        </p:txBody>
      </p:sp>
      <p:sp>
        <p:nvSpPr>
          <p:cNvPr id="15" name="Text Placeholder 5"/>
          <p:cNvSpPr>
            <a:spLocks noGrp="1"/>
          </p:cNvSpPr>
          <p:nvPr>
            <p:ph type="body" sz="quarter" idx="31"/>
          </p:nvPr>
        </p:nvSpPr>
        <p:spPr>
          <a:xfrm>
            <a:off x="2819400" y="1348565"/>
            <a:ext cx="5870448" cy="777240"/>
          </a:xfrm>
          <a:prstGeom prst="rect">
            <a:avLst/>
          </a:prstGeom>
          <a:solidFill>
            <a:srgbClr val="FFFFFF"/>
          </a:solidFill>
          <a:ln>
            <a:solidFill>
              <a:srgbClr val="C0C0C0"/>
            </a:solidFill>
          </a:ln>
        </p:spPr>
        <p:txBody>
          <a:bodyPr lIns="91440" rIns="45720" anchor="ctr" anchorCtr="0"/>
          <a:lstStyle>
            <a:lvl1pPr marL="89154" marR="0" indent="-89154" algn="l" defTabSz="685800" rtl="0" eaLnBrk="1" fontAlgn="auto" latinLnBrk="0" hangingPunct="1">
              <a:lnSpc>
                <a:spcPct val="100000"/>
              </a:lnSpc>
              <a:spcBef>
                <a:spcPct val="20000"/>
              </a:spcBef>
              <a:spcAft>
                <a:spcPts val="0"/>
              </a:spcAft>
              <a:buClr>
                <a:schemeClr val="accent1"/>
              </a:buClr>
              <a:buSzTx/>
              <a:buFont typeface="Wingdings 2" pitchFamily="18" charset="2"/>
              <a:buChar char=""/>
              <a:tabLst/>
              <a:defRPr sz="900" baseline="0"/>
            </a:lvl1pPr>
            <a:lvl2pPr marL="246888" indent="-123444">
              <a:buClr>
                <a:srgbClr val="B01C2E"/>
              </a:buClr>
              <a:buFont typeface="Arial" pitchFamily="34" charset="0"/>
              <a:buChar char="•"/>
              <a:defRPr sz="900" baseline="0"/>
            </a:lvl2pPr>
            <a:lvl3pPr marL="329184" indent="-130302">
              <a:buClr>
                <a:srgbClr val="B01C2E"/>
              </a:buClr>
              <a:buFont typeface="Arial" pitchFamily="34" charset="0"/>
              <a:buChar char="‒"/>
              <a:defRPr sz="900" baseline="0"/>
            </a:lvl3pPr>
            <a:lvl4pPr marL="514350">
              <a:buClr>
                <a:srgbClr val="B01C2E"/>
              </a:buClr>
              <a:buFont typeface="Arial" pitchFamily="34" charset="0"/>
              <a:buChar char="–"/>
              <a:defRPr sz="900"/>
            </a:lvl4pPr>
            <a:lvl5pPr marL="685800">
              <a:buClr>
                <a:srgbClr val="B01C2E"/>
              </a:buClr>
              <a:buFont typeface="Arial" pitchFamily="34" charset="0"/>
              <a:buChar char="–"/>
              <a:defRPr sz="900"/>
            </a:lvl5pPr>
          </a:lstStyle>
          <a:p>
            <a:pPr lvl="0"/>
            <a:r>
              <a:rPr lang="en-US"/>
              <a:t>Click to edit Master text styles</a:t>
            </a:r>
          </a:p>
        </p:txBody>
      </p:sp>
      <p:sp>
        <p:nvSpPr>
          <p:cNvPr id="22" name="Text Placeholder 5"/>
          <p:cNvSpPr>
            <a:spLocks noGrp="1"/>
          </p:cNvSpPr>
          <p:nvPr>
            <p:ph type="body" sz="quarter" idx="32"/>
          </p:nvPr>
        </p:nvSpPr>
        <p:spPr>
          <a:xfrm>
            <a:off x="2819400" y="3763963"/>
            <a:ext cx="5870448" cy="777240"/>
          </a:xfrm>
          <a:prstGeom prst="rect">
            <a:avLst/>
          </a:prstGeom>
          <a:solidFill>
            <a:srgbClr val="FFFFFF"/>
          </a:solidFill>
          <a:ln>
            <a:solidFill>
              <a:srgbClr val="C0C0C0"/>
            </a:solidFill>
          </a:ln>
        </p:spPr>
        <p:txBody>
          <a:bodyPr lIns="91440" rIns="45720" anchor="ctr" anchorCtr="0"/>
          <a:lstStyle>
            <a:lvl1pPr marL="89154" marR="0" indent="-89154" algn="l" defTabSz="685800" rtl="0" eaLnBrk="1" fontAlgn="auto" latinLnBrk="0" hangingPunct="1">
              <a:lnSpc>
                <a:spcPct val="100000"/>
              </a:lnSpc>
              <a:spcBef>
                <a:spcPct val="20000"/>
              </a:spcBef>
              <a:spcAft>
                <a:spcPts val="0"/>
              </a:spcAft>
              <a:buClr>
                <a:schemeClr val="accent1"/>
              </a:buClr>
              <a:buSzTx/>
              <a:buFont typeface="Wingdings 2" pitchFamily="18" charset="2"/>
              <a:buChar char=""/>
              <a:tabLst/>
              <a:defRPr sz="900" baseline="0"/>
            </a:lvl1pPr>
            <a:lvl2pPr marL="246888" indent="-123444">
              <a:buClr>
                <a:srgbClr val="B01C2E"/>
              </a:buClr>
              <a:buFont typeface="Arial" pitchFamily="34" charset="0"/>
              <a:buChar char="•"/>
              <a:defRPr sz="900" baseline="0"/>
            </a:lvl2pPr>
            <a:lvl3pPr marL="329184" indent="-130302">
              <a:buClr>
                <a:srgbClr val="B01C2E"/>
              </a:buClr>
              <a:buFont typeface="Arial" pitchFamily="34" charset="0"/>
              <a:buChar char="‒"/>
              <a:defRPr sz="900" baseline="0"/>
            </a:lvl3pPr>
            <a:lvl4pPr marL="514350">
              <a:buClr>
                <a:srgbClr val="B01C2E"/>
              </a:buClr>
              <a:buFont typeface="Arial" pitchFamily="34" charset="0"/>
              <a:buChar char="–"/>
              <a:defRPr sz="900"/>
            </a:lvl4pPr>
            <a:lvl5pPr marL="685800">
              <a:buClr>
                <a:srgbClr val="B01C2E"/>
              </a:buClr>
              <a:buFont typeface="Arial" pitchFamily="34" charset="0"/>
              <a:buChar char="–"/>
              <a:defRPr sz="900"/>
            </a:lvl5pPr>
          </a:lstStyle>
          <a:p>
            <a:pPr lvl="0"/>
            <a:r>
              <a:rPr lang="en-US"/>
              <a:t>Click to edit Master text styles</a:t>
            </a:r>
          </a:p>
        </p:txBody>
      </p:sp>
      <p:sp>
        <p:nvSpPr>
          <p:cNvPr id="26" name="Text Placeholder 5"/>
          <p:cNvSpPr>
            <a:spLocks noGrp="1"/>
          </p:cNvSpPr>
          <p:nvPr>
            <p:ph type="body" sz="quarter" idx="33"/>
          </p:nvPr>
        </p:nvSpPr>
        <p:spPr>
          <a:xfrm>
            <a:off x="2819400" y="2199167"/>
            <a:ext cx="5870448" cy="1463040"/>
          </a:xfrm>
          <a:prstGeom prst="rect">
            <a:avLst/>
          </a:prstGeom>
          <a:solidFill>
            <a:srgbClr val="FFFFFF"/>
          </a:solidFill>
          <a:ln>
            <a:solidFill>
              <a:srgbClr val="C0C0C0"/>
            </a:solidFill>
          </a:ln>
        </p:spPr>
        <p:txBody>
          <a:bodyPr lIns="91440" rIns="45720" anchor="ctr" anchorCtr="0"/>
          <a:lstStyle>
            <a:lvl1pPr marL="89154" marR="0" indent="-89154" algn="l" defTabSz="685800" rtl="0" eaLnBrk="1" fontAlgn="auto" latinLnBrk="0" hangingPunct="1">
              <a:lnSpc>
                <a:spcPct val="100000"/>
              </a:lnSpc>
              <a:spcBef>
                <a:spcPct val="20000"/>
              </a:spcBef>
              <a:spcAft>
                <a:spcPts val="0"/>
              </a:spcAft>
              <a:buClr>
                <a:schemeClr val="accent1"/>
              </a:buClr>
              <a:buSzTx/>
              <a:buFont typeface="Wingdings 2" pitchFamily="18" charset="2"/>
              <a:buChar char=""/>
              <a:tabLst/>
              <a:defRPr sz="900" baseline="0"/>
            </a:lvl1pPr>
            <a:lvl2pPr marL="246888" indent="-123444">
              <a:buClr>
                <a:srgbClr val="B01C2E"/>
              </a:buClr>
              <a:buFont typeface="Arial" pitchFamily="34" charset="0"/>
              <a:buChar char="•"/>
              <a:defRPr sz="900" baseline="0"/>
            </a:lvl2pPr>
            <a:lvl3pPr marL="329184" indent="-130302">
              <a:buClr>
                <a:srgbClr val="B01C2E"/>
              </a:buClr>
              <a:buFont typeface="Arial" pitchFamily="34" charset="0"/>
              <a:buChar char="‒"/>
              <a:defRPr sz="900" baseline="0"/>
            </a:lvl3pPr>
            <a:lvl4pPr marL="514350">
              <a:buClr>
                <a:srgbClr val="B01C2E"/>
              </a:buClr>
              <a:buFont typeface="Arial" pitchFamily="34" charset="0"/>
              <a:buChar char="–"/>
              <a:defRPr sz="900"/>
            </a:lvl4pPr>
            <a:lvl5pPr marL="685800">
              <a:buClr>
                <a:srgbClr val="B01C2E"/>
              </a:buClr>
              <a:buFont typeface="Arial" pitchFamily="34" charset="0"/>
              <a:buChar char="–"/>
              <a:defRPr sz="900"/>
            </a:lvl5pPr>
          </a:lstStyle>
          <a:p>
            <a:pPr lvl="0"/>
            <a:r>
              <a:rPr lang="en-US"/>
              <a:t>Click to edit Master text styles</a:t>
            </a:r>
          </a:p>
        </p:txBody>
      </p:sp>
      <p:sp>
        <p:nvSpPr>
          <p:cNvPr id="28" name="Text Placeholder 5"/>
          <p:cNvSpPr>
            <a:spLocks noGrp="1"/>
          </p:cNvSpPr>
          <p:nvPr>
            <p:ph type="body" sz="quarter" idx="34"/>
          </p:nvPr>
        </p:nvSpPr>
        <p:spPr>
          <a:xfrm>
            <a:off x="2819400" y="4619625"/>
            <a:ext cx="5870448" cy="1463040"/>
          </a:xfrm>
          <a:prstGeom prst="rect">
            <a:avLst/>
          </a:prstGeom>
          <a:solidFill>
            <a:srgbClr val="FFFFFF"/>
          </a:solidFill>
          <a:ln>
            <a:solidFill>
              <a:srgbClr val="C0C0C0"/>
            </a:solidFill>
          </a:ln>
        </p:spPr>
        <p:txBody>
          <a:bodyPr lIns="91440" rIns="45720" anchor="ctr" anchorCtr="0"/>
          <a:lstStyle>
            <a:lvl1pPr marL="89154" marR="0" indent="-89154" algn="l" defTabSz="685800" rtl="0" eaLnBrk="1" fontAlgn="auto" latinLnBrk="0" hangingPunct="1">
              <a:lnSpc>
                <a:spcPct val="100000"/>
              </a:lnSpc>
              <a:spcBef>
                <a:spcPct val="20000"/>
              </a:spcBef>
              <a:spcAft>
                <a:spcPts val="0"/>
              </a:spcAft>
              <a:buClr>
                <a:schemeClr val="accent1"/>
              </a:buClr>
              <a:buSzTx/>
              <a:buFont typeface="Wingdings 2" pitchFamily="18" charset="2"/>
              <a:buChar char=""/>
              <a:tabLst/>
              <a:defRPr sz="900" baseline="0"/>
            </a:lvl1pPr>
            <a:lvl2pPr marL="246888" indent="-123444">
              <a:buClr>
                <a:srgbClr val="B01C2E"/>
              </a:buClr>
              <a:buFont typeface="Arial" pitchFamily="34" charset="0"/>
              <a:buChar char="•"/>
              <a:defRPr sz="900" baseline="0"/>
            </a:lvl2pPr>
            <a:lvl3pPr marL="329184" indent="-130302">
              <a:buClr>
                <a:srgbClr val="B01C2E"/>
              </a:buClr>
              <a:buFont typeface="Arial" pitchFamily="34" charset="0"/>
              <a:buChar char="‒"/>
              <a:defRPr sz="900" baseline="0"/>
            </a:lvl3pPr>
            <a:lvl4pPr marL="514350">
              <a:buClr>
                <a:srgbClr val="B01C2E"/>
              </a:buClr>
              <a:buFont typeface="Arial" pitchFamily="34" charset="0"/>
              <a:buChar char="–"/>
              <a:defRPr sz="900"/>
            </a:lvl4pPr>
            <a:lvl5pPr marL="685800">
              <a:buClr>
                <a:srgbClr val="B01C2E"/>
              </a:buClr>
              <a:buFont typeface="Arial" pitchFamily="34" charset="0"/>
              <a:buChar char="–"/>
              <a:defRPr sz="900"/>
            </a:lvl5pPr>
          </a:lstStyle>
          <a:p>
            <a:pPr lvl="0"/>
            <a:r>
              <a:rPr lang="en-US"/>
              <a:t>Click to edit Master text styles</a:t>
            </a:r>
          </a:p>
        </p:txBody>
      </p:sp>
      <p:sp>
        <p:nvSpPr>
          <p:cNvPr id="13" name="Slide Number Placeholder 9"/>
          <p:cNvSpPr>
            <a:spLocks noGrp="1"/>
          </p:cNvSpPr>
          <p:nvPr>
            <p:ph type="sldNum" sz="quarter" idx="35"/>
          </p:nvPr>
        </p:nvSpPr>
        <p:spPr/>
        <p:txBody>
          <a:bodyPr/>
          <a:lstStyle>
            <a:lvl1pPr>
              <a:defRPr/>
            </a:lvl1pPr>
          </a:lstStyle>
          <a:p>
            <a:fld id="{1622A13A-1CFD-CA4E-A8DD-C641C07281EA}" type="slidenum">
              <a:rPr lang="en-US" altLang="en-US"/>
              <a:pPr/>
              <a:t>‹#›</a:t>
            </a:fld>
            <a:endParaRPr lang="en-US" altLang="en-US"/>
          </a:p>
        </p:txBody>
      </p:sp>
      <p:sp>
        <p:nvSpPr>
          <p:cNvPr id="23" name="Footer Placeholder 12"/>
          <p:cNvSpPr>
            <a:spLocks noGrp="1"/>
          </p:cNvSpPr>
          <p:nvPr>
            <p:ph type="ftr" sz="quarter" idx="36"/>
          </p:nvPr>
        </p:nvSpPr>
        <p:spPr/>
        <p:txBody>
          <a:bodyPr/>
          <a:lstStyle>
            <a:lvl1pPr>
              <a:defRPr/>
            </a:lvl1pPr>
          </a:lstStyle>
          <a:p>
            <a:pPr>
              <a:defRPr/>
            </a:pPr>
            <a:r>
              <a:rPr lang="en-US"/>
              <a:t>Ethical Debates, Econ Theories, Real-World Impacts</a:t>
            </a:r>
          </a:p>
        </p:txBody>
      </p:sp>
    </p:spTree>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userDrawn="1">
  <p:cSld name="Consequences Vertical 2">
    <p:spTree>
      <p:nvGrpSpPr>
        <p:cNvPr id="1" name=""/>
        <p:cNvGrpSpPr/>
        <p:nvPr/>
      </p:nvGrpSpPr>
      <p:grpSpPr>
        <a:xfrm>
          <a:off x="0" y="0"/>
          <a:ext cx="0" cy="0"/>
          <a:chOff x="0" y="0"/>
          <a:chExt cx="0" cy="0"/>
        </a:xfrm>
      </p:grpSpPr>
      <p:sp>
        <p:nvSpPr>
          <p:cNvPr id="7" name="Freeform 4"/>
          <p:cNvSpPr>
            <a:spLocks/>
          </p:cNvSpPr>
          <p:nvPr userDrawn="1"/>
        </p:nvSpPr>
        <p:spPr bwMode="auto">
          <a:xfrm>
            <a:off x="4646613" y="1914525"/>
            <a:ext cx="3657600" cy="4184650"/>
          </a:xfrm>
          <a:custGeom>
            <a:avLst/>
            <a:gdLst>
              <a:gd name="T0" fmla="*/ 2147483647 w 2475"/>
              <a:gd name="T1" fmla="*/ 2147483647 h 2469"/>
              <a:gd name="T2" fmla="*/ 2147483647 w 2475"/>
              <a:gd name="T3" fmla="*/ 0 h 2469"/>
              <a:gd name="T4" fmla="*/ 2147483647 w 2475"/>
              <a:gd name="T5" fmla="*/ 2147483647 h 2469"/>
              <a:gd name="T6" fmla="*/ 0 w 2475"/>
              <a:gd name="T7" fmla="*/ 2147483647 h 2469"/>
              <a:gd name="T8" fmla="*/ 0 w 2475"/>
              <a:gd name="T9" fmla="*/ 0 h 2469"/>
              <a:gd name="T10" fmla="*/ 2147483647 w 2475"/>
              <a:gd name="T11" fmla="*/ 2147483647 h 2469"/>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2475" h="2469">
                <a:moveTo>
                  <a:pt x="1235" y="147"/>
                </a:moveTo>
                <a:lnTo>
                  <a:pt x="2475" y="0"/>
                </a:lnTo>
                <a:lnTo>
                  <a:pt x="2475" y="2469"/>
                </a:lnTo>
                <a:lnTo>
                  <a:pt x="0" y="2469"/>
                </a:lnTo>
                <a:lnTo>
                  <a:pt x="0" y="0"/>
                </a:lnTo>
                <a:lnTo>
                  <a:pt x="1235" y="147"/>
                </a:lnTo>
                <a:close/>
              </a:path>
            </a:pathLst>
          </a:custGeom>
          <a:noFill/>
          <a:ln w="6350" cap="flat" cmpd="sng">
            <a:solidFill>
              <a:srgbClr val="C0C0C0"/>
            </a:solidFill>
            <a:prstDash val="solid"/>
            <a:round/>
            <a:headEnd/>
            <a:tailEnd/>
          </a:ln>
          <a:extLst>
            <a:ext uri="{909E8E84-426E-40DD-AFC4-6F175D3DCCD1}">
              <a14:hiddenFill xmlns:a14="http://schemas.microsoft.com/office/drawing/2010/main">
                <a:solidFill>
                  <a:srgbClr val="FFFFFF"/>
                </a:solidFill>
              </a14:hiddenFill>
            </a:ext>
          </a:extLst>
        </p:spPr>
        <p:txBody>
          <a:bodyPr lIns="137160" tIns="274320" rIns="137160" bIns="137160"/>
          <a:lstStyle/>
          <a:p>
            <a:endParaRPr lang="en-US" sz="1350"/>
          </a:p>
        </p:txBody>
      </p:sp>
      <p:sp>
        <p:nvSpPr>
          <p:cNvPr id="8" name="Freeform 4"/>
          <p:cNvSpPr>
            <a:spLocks/>
          </p:cNvSpPr>
          <p:nvPr userDrawn="1"/>
        </p:nvSpPr>
        <p:spPr bwMode="auto">
          <a:xfrm>
            <a:off x="752475" y="1914525"/>
            <a:ext cx="3657600" cy="4184650"/>
          </a:xfrm>
          <a:custGeom>
            <a:avLst/>
            <a:gdLst>
              <a:gd name="T0" fmla="*/ 2147483647 w 2475"/>
              <a:gd name="T1" fmla="*/ 2147483647 h 2469"/>
              <a:gd name="T2" fmla="*/ 2147483647 w 2475"/>
              <a:gd name="T3" fmla="*/ 0 h 2469"/>
              <a:gd name="T4" fmla="*/ 2147483647 w 2475"/>
              <a:gd name="T5" fmla="*/ 2147483647 h 2469"/>
              <a:gd name="T6" fmla="*/ 0 w 2475"/>
              <a:gd name="T7" fmla="*/ 2147483647 h 2469"/>
              <a:gd name="T8" fmla="*/ 0 w 2475"/>
              <a:gd name="T9" fmla="*/ 0 h 2469"/>
              <a:gd name="T10" fmla="*/ 2147483647 w 2475"/>
              <a:gd name="T11" fmla="*/ 2147483647 h 2469"/>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2475" h="2469">
                <a:moveTo>
                  <a:pt x="1235" y="147"/>
                </a:moveTo>
                <a:lnTo>
                  <a:pt x="2475" y="0"/>
                </a:lnTo>
                <a:lnTo>
                  <a:pt x="2475" y="2469"/>
                </a:lnTo>
                <a:lnTo>
                  <a:pt x="0" y="2469"/>
                </a:lnTo>
                <a:lnTo>
                  <a:pt x="0" y="0"/>
                </a:lnTo>
                <a:lnTo>
                  <a:pt x="1235" y="147"/>
                </a:lnTo>
                <a:close/>
              </a:path>
            </a:pathLst>
          </a:custGeom>
          <a:noFill/>
          <a:ln w="6350" cap="flat" cmpd="sng">
            <a:solidFill>
              <a:srgbClr val="C0C0C0"/>
            </a:solidFill>
            <a:prstDash val="solid"/>
            <a:round/>
            <a:headEnd/>
            <a:tailEnd/>
          </a:ln>
          <a:extLst>
            <a:ext uri="{909E8E84-426E-40DD-AFC4-6F175D3DCCD1}">
              <a14:hiddenFill xmlns:a14="http://schemas.microsoft.com/office/drawing/2010/main">
                <a:solidFill>
                  <a:srgbClr val="FFFFFF"/>
                </a:solidFill>
              </a14:hiddenFill>
            </a:ext>
          </a:extLst>
        </p:spPr>
        <p:txBody>
          <a:bodyPr lIns="137160" tIns="274320" rIns="137160" bIns="137160"/>
          <a:lstStyle/>
          <a:p>
            <a:endParaRPr lang="en-US" sz="1350"/>
          </a:p>
        </p:txBody>
      </p:sp>
      <p:sp>
        <p:nvSpPr>
          <p:cNvPr id="9" name="Text Placeholder 8"/>
          <p:cNvSpPr>
            <a:spLocks noGrp="1"/>
          </p:cNvSpPr>
          <p:nvPr>
            <p:ph type="body" sz="quarter" idx="21"/>
          </p:nvPr>
        </p:nvSpPr>
        <p:spPr>
          <a:xfrm rot="5400000">
            <a:off x="2262459" y="-89846"/>
            <a:ext cx="636898" cy="3657600"/>
          </a:xfrm>
          <a:prstGeom prst="homePlate">
            <a:avLst>
              <a:gd name="adj" fmla="val 35000"/>
            </a:avLst>
          </a:prstGeom>
          <a:solidFill>
            <a:srgbClr val="B01C2E"/>
          </a:solidFill>
        </p:spPr>
        <p:txBody>
          <a:bodyPr vert="vert270" anchor="ctr"/>
          <a:lstStyle>
            <a:lvl1pPr marL="0" indent="0" algn="ctr">
              <a:lnSpc>
                <a:spcPts val="1050"/>
              </a:lnSpc>
              <a:spcBef>
                <a:spcPts val="0"/>
              </a:spcBef>
              <a:buNone/>
              <a:defRPr sz="900" b="1">
                <a:solidFill>
                  <a:schemeClr val="bg1"/>
                </a:solidFill>
              </a:defRPr>
            </a:lvl1pPr>
            <a:lvl2pPr indent="0" algn="ctr">
              <a:spcBef>
                <a:spcPts val="0"/>
              </a:spcBef>
              <a:buNone/>
              <a:defRPr sz="900" b="1"/>
            </a:lvl2pPr>
            <a:lvl3pPr indent="0" algn="ctr">
              <a:spcBef>
                <a:spcPts val="0"/>
              </a:spcBef>
              <a:buNone/>
              <a:defRPr sz="900" b="1"/>
            </a:lvl3pPr>
            <a:lvl4pPr indent="0" algn="ctr">
              <a:spcBef>
                <a:spcPts val="0"/>
              </a:spcBef>
              <a:buNone/>
              <a:defRPr sz="900" b="1"/>
            </a:lvl4pPr>
            <a:lvl5pPr indent="0" algn="ctr">
              <a:spcBef>
                <a:spcPts val="0"/>
              </a:spcBef>
              <a:buNone/>
              <a:defRPr sz="900" b="1"/>
            </a:lvl5pPr>
          </a:lstStyle>
          <a:p>
            <a:pPr lvl="0"/>
            <a:r>
              <a:rPr lang="en-US"/>
              <a:t>Click to edit Master text styles</a:t>
            </a:r>
          </a:p>
        </p:txBody>
      </p:sp>
      <p:sp>
        <p:nvSpPr>
          <p:cNvPr id="12" name="Text Placeholder 8"/>
          <p:cNvSpPr>
            <a:spLocks noGrp="1"/>
          </p:cNvSpPr>
          <p:nvPr>
            <p:ph type="body" sz="quarter" idx="25"/>
          </p:nvPr>
        </p:nvSpPr>
        <p:spPr>
          <a:xfrm rot="5400000">
            <a:off x="6157271" y="-89846"/>
            <a:ext cx="636898" cy="3657600"/>
          </a:xfrm>
          <a:prstGeom prst="homePlate">
            <a:avLst>
              <a:gd name="adj" fmla="val 35000"/>
            </a:avLst>
          </a:prstGeom>
          <a:solidFill>
            <a:srgbClr val="B01C2E"/>
          </a:solidFill>
        </p:spPr>
        <p:txBody>
          <a:bodyPr vert="vert270" anchor="ctr"/>
          <a:lstStyle>
            <a:lvl1pPr marL="0" indent="0" algn="ctr">
              <a:lnSpc>
                <a:spcPts val="1050"/>
              </a:lnSpc>
              <a:spcBef>
                <a:spcPts val="0"/>
              </a:spcBef>
              <a:buNone/>
              <a:defRPr sz="900" b="1">
                <a:solidFill>
                  <a:schemeClr val="bg1"/>
                </a:solidFill>
              </a:defRPr>
            </a:lvl1pPr>
            <a:lvl2pPr indent="0" algn="ctr">
              <a:spcBef>
                <a:spcPts val="0"/>
              </a:spcBef>
              <a:buNone/>
              <a:defRPr sz="900" b="1"/>
            </a:lvl2pPr>
            <a:lvl3pPr indent="0" algn="ctr">
              <a:spcBef>
                <a:spcPts val="0"/>
              </a:spcBef>
              <a:buNone/>
              <a:defRPr sz="900" b="1"/>
            </a:lvl3pPr>
            <a:lvl4pPr indent="0" algn="ctr">
              <a:spcBef>
                <a:spcPts val="0"/>
              </a:spcBef>
              <a:buNone/>
              <a:defRPr sz="900" b="1"/>
            </a:lvl4pPr>
            <a:lvl5pPr indent="0" algn="ctr">
              <a:spcBef>
                <a:spcPts val="0"/>
              </a:spcBef>
              <a:buNone/>
              <a:defRPr sz="900" b="1"/>
            </a:lvl5pPr>
          </a:lstStyle>
          <a:p>
            <a:pPr lvl="0"/>
            <a:r>
              <a:rPr lang="en-US"/>
              <a:t>Click to edit Master text styles</a:t>
            </a:r>
          </a:p>
        </p:txBody>
      </p:sp>
      <p:sp>
        <p:nvSpPr>
          <p:cNvPr id="10" name="Rectangle 2"/>
          <p:cNvSpPr>
            <a:spLocks noGrp="1" noChangeArrowheads="1"/>
          </p:cNvSpPr>
          <p:nvPr>
            <p:ph type="title"/>
          </p:nvPr>
        </p:nvSpPr>
        <p:spPr bwMode="gray">
          <a:xfrm>
            <a:off x="452441" y="2"/>
            <a:ext cx="8239125" cy="898525"/>
          </a:xfrm>
          <a:prstGeom prst="rect">
            <a:avLst/>
          </a:prstGeom>
          <a:noFill/>
          <a:ln w="9525">
            <a:noFill/>
            <a:miter lim="800000"/>
            <a:headEnd/>
            <a:tailEnd/>
          </a:ln>
        </p:spPr>
        <p:txBody>
          <a:bodyPr vert="horz" wrap="square" lIns="0" tIns="0" rIns="0" bIns="0" numCol="1" anchor="b" anchorCtr="0" compatLnSpc="1">
            <a:prstTxWarp prst="textNoShape">
              <a:avLst/>
            </a:prstTxWarp>
          </a:bodyPr>
          <a:lstStyle>
            <a:lvl1pPr algn="l">
              <a:defRPr sz="1650"/>
            </a:lvl1pPr>
          </a:lstStyle>
          <a:p>
            <a:pPr lvl="0"/>
            <a:r>
              <a:rPr lang="en-US"/>
              <a:t>Click to edit Master title style</a:t>
            </a:r>
            <a:endParaRPr lang="en-US" dirty="0"/>
          </a:p>
        </p:txBody>
      </p:sp>
      <p:sp>
        <p:nvSpPr>
          <p:cNvPr id="13" name="Text Placeholder 5"/>
          <p:cNvSpPr>
            <a:spLocks noGrp="1"/>
          </p:cNvSpPr>
          <p:nvPr>
            <p:ph type="body" sz="quarter" idx="31"/>
          </p:nvPr>
        </p:nvSpPr>
        <p:spPr>
          <a:xfrm>
            <a:off x="752108" y="2282953"/>
            <a:ext cx="3657600" cy="3813048"/>
          </a:xfrm>
          <a:prstGeom prst="rect">
            <a:avLst/>
          </a:prstGeom>
          <a:solidFill>
            <a:srgbClr val="FFFFFF"/>
          </a:solidFill>
          <a:ln>
            <a:noFill/>
          </a:ln>
        </p:spPr>
        <p:txBody>
          <a:bodyPr lIns="91440" anchor="t" anchorCtr="0"/>
          <a:lstStyle>
            <a:lvl1pPr marL="89154" marR="0" indent="-89154" algn="l" defTabSz="685800" rtl="0" eaLnBrk="1" fontAlgn="auto" latinLnBrk="0" hangingPunct="1">
              <a:lnSpc>
                <a:spcPct val="100000"/>
              </a:lnSpc>
              <a:spcBef>
                <a:spcPct val="20000"/>
              </a:spcBef>
              <a:spcAft>
                <a:spcPts val="0"/>
              </a:spcAft>
              <a:buClr>
                <a:schemeClr val="accent1"/>
              </a:buClr>
              <a:buSzTx/>
              <a:buFont typeface="Wingdings 2" pitchFamily="18" charset="2"/>
              <a:buChar char=""/>
              <a:tabLst/>
              <a:defRPr sz="900" baseline="0"/>
            </a:lvl1pPr>
            <a:lvl2pPr marL="246888" indent="-123444">
              <a:buClr>
                <a:srgbClr val="B01C2E"/>
              </a:buClr>
              <a:buFont typeface="Arial" pitchFamily="34" charset="0"/>
              <a:buChar char="•"/>
              <a:defRPr sz="900" baseline="0"/>
            </a:lvl2pPr>
            <a:lvl3pPr marL="329184" indent="-130302">
              <a:buClr>
                <a:srgbClr val="B01C2E"/>
              </a:buClr>
              <a:buFont typeface="Arial" pitchFamily="34" charset="0"/>
              <a:buChar char="‒"/>
              <a:defRPr sz="900" baseline="0"/>
            </a:lvl3pPr>
            <a:lvl4pPr marL="514350">
              <a:buClr>
                <a:srgbClr val="B01C2E"/>
              </a:buClr>
              <a:buFont typeface="Arial" pitchFamily="34" charset="0"/>
              <a:buChar char="–"/>
              <a:defRPr sz="900"/>
            </a:lvl4pPr>
            <a:lvl5pPr marL="685800">
              <a:buClr>
                <a:srgbClr val="B01C2E"/>
              </a:buClr>
              <a:buFont typeface="Arial" pitchFamily="34" charset="0"/>
              <a:buChar char="–"/>
              <a:defRPr sz="1500"/>
            </a:lvl5pPr>
            <a:lvl6pPr marL="857250">
              <a:buClr>
                <a:srgbClr val="B01C2E"/>
              </a:buClr>
              <a:buFont typeface="Arial" pitchFamily="34" charset="0"/>
              <a:buChar char="–"/>
              <a:defRPr/>
            </a:lvl6pPr>
          </a:lstStyle>
          <a:p>
            <a:pPr lvl="0"/>
            <a:r>
              <a:rPr lang="en-US"/>
              <a:t>Click to edit Master text styles</a:t>
            </a:r>
          </a:p>
        </p:txBody>
      </p:sp>
      <p:sp>
        <p:nvSpPr>
          <p:cNvPr id="15" name="Text Placeholder 5"/>
          <p:cNvSpPr>
            <a:spLocks noGrp="1"/>
          </p:cNvSpPr>
          <p:nvPr>
            <p:ph type="body" sz="quarter" idx="32"/>
          </p:nvPr>
        </p:nvSpPr>
        <p:spPr>
          <a:xfrm>
            <a:off x="4646920" y="2282953"/>
            <a:ext cx="3657600" cy="3813048"/>
          </a:xfrm>
          <a:prstGeom prst="rect">
            <a:avLst/>
          </a:prstGeom>
          <a:solidFill>
            <a:srgbClr val="FFFFFF"/>
          </a:solidFill>
          <a:ln>
            <a:noFill/>
          </a:ln>
        </p:spPr>
        <p:txBody>
          <a:bodyPr lIns="91440" anchor="t" anchorCtr="0"/>
          <a:lstStyle>
            <a:lvl1pPr marL="89154" marR="0" indent="-89154" algn="l" defTabSz="685800" rtl="0" eaLnBrk="1" fontAlgn="auto" latinLnBrk="0" hangingPunct="1">
              <a:lnSpc>
                <a:spcPct val="100000"/>
              </a:lnSpc>
              <a:spcBef>
                <a:spcPct val="20000"/>
              </a:spcBef>
              <a:spcAft>
                <a:spcPts val="0"/>
              </a:spcAft>
              <a:buClr>
                <a:schemeClr val="accent1"/>
              </a:buClr>
              <a:buSzTx/>
              <a:buFont typeface="Wingdings 2" pitchFamily="18" charset="2"/>
              <a:buChar char=""/>
              <a:tabLst/>
              <a:defRPr sz="900" baseline="0"/>
            </a:lvl1pPr>
            <a:lvl2pPr marL="246888" indent="-123444">
              <a:buClr>
                <a:srgbClr val="B01C2E"/>
              </a:buClr>
              <a:buFont typeface="Arial" pitchFamily="34" charset="0"/>
              <a:buChar char="•"/>
              <a:defRPr sz="900" baseline="0"/>
            </a:lvl2pPr>
            <a:lvl3pPr marL="329184" indent="-130302">
              <a:buClr>
                <a:srgbClr val="B01C2E"/>
              </a:buClr>
              <a:buFont typeface="Arial" pitchFamily="34" charset="0"/>
              <a:buChar char="‒"/>
              <a:defRPr sz="900" baseline="0"/>
            </a:lvl3pPr>
            <a:lvl4pPr marL="514350">
              <a:buClr>
                <a:srgbClr val="B01C2E"/>
              </a:buClr>
              <a:buFont typeface="Arial" pitchFamily="34" charset="0"/>
              <a:buChar char="–"/>
              <a:defRPr sz="900"/>
            </a:lvl4pPr>
            <a:lvl5pPr marL="685800">
              <a:buClr>
                <a:srgbClr val="B01C2E"/>
              </a:buClr>
              <a:buFont typeface="Arial" pitchFamily="34" charset="0"/>
              <a:buChar char="–"/>
              <a:defRPr sz="900"/>
            </a:lvl5pPr>
            <a:lvl6pPr marL="857250">
              <a:buClr>
                <a:srgbClr val="B01C2E"/>
              </a:buClr>
              <a:buFont typeface="Arial" pitchFamily="34" charset="0"/>
              <a:buChar char="–"/>
              <a:defRPr sz="900"/>
            </a:lvl6pPr>
          </a:lstStyle>
          <a:p>
            <a:pPr lvl="0"/>
            <a:r>
              <a:rPr lang="en-US"/>
              <a:t>Click to edit Master text styles</a:t>
            </a:r>
          </a:p>
        </p:txBody>
      </p:sp>
      <p:sp>
        <p:nvSpPr>
          <p:cNvPr id="11" name="Slide Number Placeholder 9"/>
          <p:cNvSpPr>
            <a:spLocks noGrp="1"/>
          </p:cNvSpPr>
          <p:nvPr>
            <p:ph type="sldNum" sz="quarter" idx="33"/>
          </p:nvPr>
        </p:nvSpPr>
        <p:spPr/>
        <p:txBody>
          <a:bodyPr/>
          <a:lstStyle>
            <a:lvl1pPr>
              <a:defRPr/>
            </a:lvl1pPr>
          </a:lstStyle>
          <a:p>
            <a:fld id="{9B3A2EF8-18A0-3548-8284-3CDE95E84B95}" type="slidenum">
              <a:rPr lang="en-US" altLang="en-US"/>
              <a:pPr/>
              <a:t>‹#›</a:t>
            </a:fld>
            <a:endParaRPr lang="en-US" altLang="en-US"/>
          </a:p>
        </p:txBody>
      </p:sp>
      <p:sp>
        <p:nvSpPr>
          <p:cNvPr id="14" name="Footer Placeholder 10"/>
          <p:cNvSpPr>
            <a:spLocks noGrp="1"/>
          </p:cNvSpPr>
          <p:nvPr>
            <p:ph type="ftr" sz="quarter" idx="34"/>
          </p:nvPr>
        </p:nvSpPr>
        <p:spPr/>
        <p:txBody>
          <a:bodyPr/>
          <a:lstStyle>
            <a:lvl1pPr>
              <a:defRPr smtClean="0"/>
            </a:lvl1pPr>
          </a:lstStyle>
          <a:p>
            <a:pPr>
              <a:defRPr/>
            </a:pPr>
            <a:r>
              <a:rPr lang="en-US"/>
              <a:t>Ethical Debates, Econ Theories, Real-World Impacts</a:t>
            </a:r>
          </a:p>
        </p:txBody>
      </p:sp>
    </p:spTree>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userDrawn="1">
  <p:cSld name="Consequences Vertical 4">
    <p:spTree>
      <p:nvGrpSpPr>
        <p:cNvPr id="1" name=""/>
        <p:cNvGrpSpPr/>
        <p:nvPr/>
      </p:nvGrpSpPr>
      <p:grpSpPr>
        <a:xfrm>
          <a:off x="0" y="0"/>
          <a:ext cx="0" cy="0"/>
          <a:chOff x="0" y="0"/>
          <a:chExt cx="0" cy="0"/>
        </a:xfrm>
      </p:grpSpPr>
      <p:sp>
        <p:nvSpPr>
          <p:cNvPr id="11" name="Freeform 4"/>
          <p:cNvSpPr>
            <a:spLocks/>
          </p:cNvSpPr>
          <p:nvPr userDrawn="1"/>
        </p:nvSpPr>
        <p:spPr bwMode="auto">
          <a:xfrm>
            <a:off x="441326" y="1911352"/>
            <a:ext cx="1920875" cy="4206875"/>
          </a:xfrm>
          <a:custGeom>
            <a:avLst/>
            <a:gdLst>
              <a:gd name="T0" fmla="*/ 2147483647 w 2475"/>
              <a:gd name="T1" fmla="*/ 2147483647 h 2946"/>
              <a:gd name="T2" fmla="*/ 2147483647 w 2475"/>
              <a:gd name="T3" fmla="*/ 2147483647 h 2946"/>
              <a:gd name="T4" fmla="*/ 2147483647 w 2475"/>
              <a:gd name="T5" fmla="*/ 2147483647 h 2946"/>
              <a:gd name="T6" fmla="*/ 2147483647 w 2475"/>
              <a:gd name="T7" fmla="*/ 2147483647 h 2946"/>
              <a:gd name="T8" fmla="*/ 0 w 2475"/>
              <a:gd name="T9" fmla="*/ 2147483647 h 2946"/>
              <a:gd name="T10" fmla="*/ 0 w 2475"/>
              <a:gd name="T11" fmla="*/ 2147483647 h 2946"/>
              <a:gd name="T12" fmla="*/ 2147483647 w 2475"/>
              <a:gd name="T13" fmla="*/ 0 h 2946"/>
              <a:gd name="T14" fmla="*/ 2147483647 w 2475"/>
              <a:gd name="T15" fmla="*/ 2147483647 h 2946"/>
              <a:gd name="T16" fmla="*/ 0 60000 65536"/>
              <a:gd name="T17" fmla="*/ 0 60000 65536"/>
              <a:gd name="T18" fmla="*/ 0 60000 65536"/>
              <a:gd name="T19" fmla="*/ 0 60000 65536"/>
              <a:gd name="T20" fmla="*/ 0 60000 65536"/>
              <a:gd name="T21" fmla="*/ 0 60000 65536"/>
              <a:gd name="T22" fmla="*/ 0 60000 65536"/>
              <a:gd name="T23" fmla="*/ 0 60000 655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0" t="0" r="r" b="b"/>
            <a:pathLst>
              <a:path w="2475" h="2946">
                <a:moveTo>
                  <a:pt x="1235" y="149"/>
                </a:moveTo>
                <a:lnTo>
                  <a:pt x="2475" y="2"/>
                </a:lnTo>
                <a:lnTo>
                  <a:pt x="2475" y="2471"/>
                </a:lnTo>
                <a:cubicBezTo>
                  <a:pt x="2466" y="2473"/>
                  <a:pt x="2458" y="2937"/>
                  <a:pt x="2449" y="2939"/>
                </a:cubicBezTo>
                <a:lnTo>
                  <a:pt x="0" y="2946"/>
                </a:lnTo>
                <a:lnTo>
                  <a:pt x="0" y="2"/>
                </a:lnTo>
                <a:cubicBezTo>
                  <a:pt x="1" y="1"/>
                  <a:pt x="2" y="1"/>
                  <a:pt x="3" y="0"/>
                </a:cubicBezTo>
                <a:lnTo>
                  <a:pt x="1235" y="149"/>
                </a:lnTo>
                <a:close/>
              </a:path>
            </a:pathLst>
          </a:custGeom>
          <a:noFill/>
          <a:ln w="6350" cap="flat" cmpd="sng">
            <a:solidFill>
              <a:srgbClr val="C0C0C0"/>
            </a:solidFill>
            <a:prstDash val="solid"/>
            <a:round/>
            <a:headEnd/>
            <a:tailEnd/>
          </a:ln>
          <a:extLst>
            <a:ext uri="{909E8E84-426E-40DD-AFC4-6F175D3DCCD1}">
              <a14:hiddenFill xmlns:a14="http://schemas.microsoft.com/office/drawing/2010/main">
                <a:solidFill>
                  <a:srgbClr val="FFFFFF"/>
                </a:solidFill>
              </a14:hiddenFill>
            </a:ext>
          </a:extLst>
        </p:spPr>
        <p:txBody>
          <a:bodyPr tIns="205740" bIns="68580"/>
          <a:lstStyle/>
          <a:p>
            <a:endParaRPr lang="en-US" sz="1350"/>
          </a:p>
        </p:txBody>
      </p:sp>
      <p:sp>
        <p:nvSpPr>
          <p:cNvPr id="12" name="Freeform 4"/>
          <p:cNvSpPr>
            <a:spLocks/>
          </p:cNvSpPr>
          <p:nvPr userDrawn="1"/>
        </p:nvSpPr>
        <p:spPr bwMode="auto">
          <a:xfrm>
            <a:off x="2552701" y="1911352"/>
            <a:ext cx="1919288" cy="4206875"/>
          </a:xfrm>
          <a:custGeom>
            <a:avLst/>
            <a:gdLst>
              <a:gd name="T0" fmla="*/ 2147483647 w 2475"/>
              <a:gd name="T1" fmla="*/ 2147483647 h 2946"/>
              <a:gd name="T2" fmla="*/ 2147483647 w 2475"/>
              <a:gd name="T3" fmla="*/ 2147483647 h 2946"/>
              <a:gd name="T4" fmla="*/ 2147483647 w 2475"/>
              <a:gd name="T5" fmla="*/ 2147483647 h 2946"/>
              <a:gd name="T6" fmla="*/ 2147483647 w 2475"/>
              <a:gd name="T7" fmla="*/ 2147483647 h 2946"/>
              <a:gd name="T8" fmla="*/ 0 w 2475"/>
              <a:gd name="T9" fmla="*/ 2147483647 h 2946"/>
              <a:gd name="T10" fmla="*/ 0 w 2475"/>
              <a:gd name="T11" fmla="*/ 2147483647 h 2946"/>
              <a:gd name="T12" fmla="*/ 2147483647 w 2475"/>
              <a:gd name="T13" fmla="*/ 0 h 2946"/>
              <a:gd name="T14" fmla="*/ 2147483647 w 2475"/>
              <a:gd name="T15" fmla="*/ 2147483647 h 2946"/>
              <a:gd name="T16" fmla="*/ 0 60000 65536"/>
              <a:gd name="T17" fmla="*/ 0 60000 65536"/>
              <a:gd name="T18" fmla="*/ 0 60000 65536"/>
              <a:gd name="T19" fmla="*/ 0 60000 65536"/>
              <a:gd name="T20" fmla="*/ 0 60000 65536"/>
              <a:gd name="T21" fmla="*/ 0 60000 65536"/>
              <a:gd name="T22" fmla="*/ 0 60000 65536"/>
              <a:gd name="T23" fmla="*/ 0 60000 655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0" t="0" r="r" b="b"/>
            <a:pathLst>
              <a:path w="2475" h="2946">
                <a:moveTo>
                  <a:pt x="1235" y="149"/>
                </a:moveTo>
                <a:lnTo>
                  <a:pt x="2475" y="2"/>
                </a:lnTo>
                <a:lnTo>
                  <a:pt x="2475" y="2471"/>
                </a:lnTo>
                <a:cubicBezTo>
                  <a:pt x="2466" y="2473"/>
                  <a:pt x="2458" y="2937"/>
                  <a:pt x="2449" y="2939"/>
                </a:cubicBezTo>
                <a:lnTo>
                  <a:pt x="0" y="2946"/>
                </a:lnTo>
                <a:lnTo>
                  <a:pt x="0" y="2"/>
                </a:lnTo>
                <a:cubicBezTo>
                  <a:pt x="1" y="1"/>
                  <a:pt x="2" y="1"/>
                  <a:pt x="3" y="0"/>
                </a:cubicBezTo>
                <a:lnTo>
                  <a:pt x="1235" y="149"/>
                </a:lnTo>
                <a:close/>
              </a:path>
            </a:pathLst>
          </a:custGeom>
          <a:noFill/>
          <a:ln w="6350" cap="flat" cmpd="sng">
            <a:solidFill>
              <a:srgbClr val="C0C0C0"/>
            </a:solidFill>
            <a:prstDash val="solid"/>
            <a:round/>
            <a:headEnd/>
            <a:tailEnd/>
          </a:ln>
          <a:extLst>
            <a:ext uri="{909E8E84-426E-40DD-AFC4-6F175D3DCCD1}">
              <a14:hiddenFill xmlns:a14="http://schemas.microsoft.com/office/drawing/2010/main">
                <a:solidFill>
                  <a:srgbClr val="FFFFFF"/>
                </a:solidFill>
              </a14:hiddenFill>
            </a:ext>
          </a:extLst>
        </p:spPr>
        <p:txBody>
          <a:bodyPr tIns="205740" bIns="68580"/>
          <a:lstStyle/>
          <a:p>
            <a:endParaRPr lang="en-US" sz="1350"/>
          </a:p>
        </p:txBody>
      </p:sp>
      <p:sp>
        <p:nvSpPr>
          <p:cNvPr id="13" name="Freeform 4"/>
          <p:cNvSpPr>
            <a:spLocks/>
          </p:cNvSpPr>
          <p:nvPr userDrawn="1"/>
        </p:nvSpPr>
        <p:spPr bwMode="auto">
          <a:xfrm>
            <a:off x="4648201" y="1911352"/>
            <a:ext cx="1920875" cy="4206875"/>
          </a:xfrm>
          <a:custGeom>
            <a:avLst/>
            <a:gdLst>
              <a:gd name="T0" fmla="*/ 2147483647 w 2475"/>
              <a:gd name="T1" fmla="*/ 2147483647 h 2946"/>
              <a:gd name="T2" fmla="*/ 2147483647 w 2475"/>
              <a:gd name="T3" fmla="*/ 2147483647 h 2946"/>
              <a:gd name="T4" fmla="*/ 2147483647 w 2475"/>
              <a:gd name="T5" fmla="*/ 2147483647 h 2946"/>
              <a:gd name="T6" fmla="*/ 2147483647 w 2475"/>
              <a:gd name="T7" fmla="*/ 2147483647 h 2946"/>
              <a:gd name="T8" fmla="*/ 0 w 2475"/>
              <a:gd name="T9" fmla="*/ 2147483647 h 2946"/>
              <a:gd name="T10" fmla="*/ 0 w 2475"/>
              <a:gd name="T11" fmla="*/ 2147483647 h 2946"/>
              <a:gd name="T12" fmla="*/ 2147483647 w 2475"/>
              <a:gd name="T13" fmla="*/ 0 h 2946"/>
              <a:gd name="T14" fmla="*/ 2147483647 w 2475"/>
              <a:gd name="T15" fmla="*/ 2147483647 h 2946"/>
              <a:gd name="T16" fmla="*/ 0 60000 65536"/>
              <a:gd name="T17" fmla="*/ 0 60000 65536"/>
              <a:gd name="T18" fmla="*/ 0 60000 65536"/>
              <a:gd name="T19" fmla="*/ 0 60000 65536"/>
              <a:gd name="T20" fmla="*/ 0 60000 65536"/>
              <a:gd name="T21" fmla="*/ 0 60000 65536"/>
              <a:gd name="T22" fmla="*/ 0 60000 65536"/>
              <a:gd name="T23" fmla="*/ 0 60000 655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0" t="0" r="r" b="b"/>
            <a:pathLst>
              <a:path w="2475" h="2946">
                <a:moveTo>
                  <a:pt x="1235" y="149"/>
                </a:moveTo>
                <a:lnTo>
                  <a:pt x="2475" y="2"/>
                </a:lnTo>
                <a:lnTo>
                  <a:pt x="2475" y="2471"/>
                </a:lnTo>
                <a:cubicBezTo>
                  <a:pt x="2466" y="2473"/>
                  <a:pt x="2458" y="2937"/>
                  <a:pt x="2449" y="2939"/>
                </a:cubicBezTo>
                <a:lnTo>
                  <a:pt x="0" y="2946"/>
                </a:lnTo>
                <a:lnTo>
                  <a:pt x="0" y="2"/>
                </a:lnTo>
                <a:cubicBezTo>
                  <a:pt x="1" y="1"/>
                  <a:pt x="2" y="1"/>
                  <a:pt x="3" y="0"/>
                </a:cubicBezTo>
                <a:lnTo>
                  <a:pt x="1235" y="149"/>
                </a:lnTo>
                <a:close/>
              </a:path>
            </a:pathLst>
          </a:custGeom>
          <a:noFill/>
          <a:ln w="6350" cap="flat" cmpd="sng">
            <a:solidFill>
              <a:srgbClr val="C0C0C0"/>
            </a:solidFill>
            <a:prstDash val="solid"/>
            <a:round/>
            <a:headEnd/>
            <a:tailEnd/>
          </a:ln>
          <a:extLst>
            <a:ext uri="{909E8E84-426E-40DD-AFC4-6F175D3DCCD1}">
              <a14:hiddenFill xmlns:a14="http://schemas.microsoft.com/office/drawing/2010/main">
                <a:solidFill>
                  <a:srgbClr val="FFFFFF"/>
                </a:solidFill>
              </a14:hiddenFill>
            </a:ext>
          </a:extLst>
        </p:spPr>
        <p:txBody>
          <a:bodyPr tIns="205740" bIns="68580"/>
          <a:lstStyle/>
          <a:p>
            <a:endParaRPr lang="en-US" sz="1350"/>
          </a:p>
        </p:txBody>
      </p:sp>
      <p:sp>
        <p:nvSpPr>
          <p:cNvPr id="14" name="Freeform 4"/>
          <p:cNvSpPr>
            <a:spLocks/>
          </p:cNvSpPr>
          <p:nvPr userDrawn="1"/>
        </p:nvSpPr>
        <p:spPr bwMode="auto">
          <a:xfrm>
            <a:off x="6770689" y="1911352"/>
            <a:ext cx="1920875" cy="4206875"/>
          </a:xfrm>
          <a:custGeom>
            <a:avLst/>
            <a:gdLst>
              <a:gd name="T0" fmla="*/ 2147483647 w 2475"/>
              <a:gd name="T1" fmla="*/ 2147483647 h 2946"/>
              <a:gd name="T2" fmla="*/ 2147483647 w 2475"/>
              <a:gd name="T3" fmla="*/ 2147483647 h 2946"/>
              <a:gd name="T4" fmla="*/ 2147483647 w 2475"/>
              <a:gd name="T5" fmla="*/ 2147483647 h 2946"/>
              <a:gd name="T6" fmla="*/ 2147483647 w 2475"/>
              <a:gd name="T7" fmla="*/ 2147483647 h 2946"/>
              <a:gd name="T8" fmla="*/ 0 w 2475"/>
              <a:gd name="T9" fmla="*/ 2147483647 h 2946"/>
              <a:gd name="T10" fmla="*/ 0 w 2475"/>
              <a:gd name="T11" fmla="*/ 2147483647 h 2946"/>
              <a:gd name="T12" fmla="*/ 2147483647 w 2475"/>
              <a:gd name="T13" fmla="*/ 0 h 2946"/>
              <a:gd name="T14" fmla="*/ 2147483647 w 2475"/>
              <a:gd name="T15" fmla="*/ 2147483647 h 2946"/>
              <a:gd name="T16" fmla="*/ 0 60000 65536"/>
              <a:gd name="T17" fmla="*/ 0 60000 65536"/>
              <a:gd name="T18" fmla="*/ 0 60000 65536"/>
              <a:gd name="T19" fmla="*/ 0 60000 65536"/>
              <a:gd name="T20" fmla="*/ 0 60000 65536"/>
              <a:gd name="T21" fmla="*/ 0 60000 65536"/>
              <a:gd name="T22" fmla="*/ 0 60000 65536"/>
              <a:gd name="T23" fmla="*/ 0 60000 655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0" t="0" r="r" b="b"/>
            <a:pathLst>
              <a:path w="2475" h="2946">
                <a:moveTo>
                  <a:pt x="1235" y="149"/>
                </a:moveTo>
                <a:lnTo>
                  <a:pt x="2475" y="2"/>
                </a:lnTo>
                <a:lnTo>
                  <a:pt x="2475" y="2471"/>
                </a:lnTo>
                <a:cubicBezTo>
                  <a:pt x="2466" y="2473"/>
                  <a:pt x="2458" y="2937"/>
                  <a:pt x="2449" y="2939"/>
                </a:cubicBezTo>
                <a:lnTo>
                  <a:pt x="0" y="2946"/>
                </a:lnTo>
                <a:lnTo>
                  <a:pt x="0" y="2"/>
                </a:lnTo>
                <a:cubicBezTo>
                  <a:pt x="1" y="1"/>
                  <a:pt x="2" y="1"/>
                  <a:pt x="3" y="0"/>
                </a:cubicBezTo>
                <a:lnTo>
                  <a:pt x="1235" y="149"/>
                </a:lnTo>
                <a:close/>
              </a:path>
            </a:pathLst>
          </a:custGeom>
          <a:noFill/>
          <a:ln w="6350" cap="flat" cmpd="sng">
            <a:solidFill>
              <a:srgbClr val="C0C0C0"/>
            </a:solidFill>
            <a:prstDash val="solid"/>
            <a:round/>
            <a:headEnd/>
            <a:tailEnd/>
          </a:ln>
          <a:extLst>
            <a:ext uri="{909E8E84-426E-40DD-AFC4-6F175D3DCCD1}">
              <a14:hiddenFill xmlns:a14="http://schemas.microsoft.com/office/drawing/2010/main">
                <a:solidFill>
                  <a:srgbClr val="FFFFFF"/>
                </a:solidFill>
              </a14:hiddenFill>
            </a:ext>
          </a:extLst>
        </p:spPr>
        <p:txBody>
          <a:bodyPr tIns="205740" bIns="68580"/>
          <a:lstStyle/>
          <a:p>
            <a:endParaRPr lang="en-US" sz="1350"/>
          </a:p>
        </p:txBody>
      </p:sp>
      <p:sp>
        <p:nvSpPr>
          <p:cNvPr id="17" name="Text Placeholder 8"/>
          <p:cNvSpPr>
            <a:spLocks noGrp="1"/>
          </p:cNvSpPr>
          <p:nvPr>
            <p:ph type="body" sz="quarter" idx="21"/>
          </p:nvPr>
        </p:nvSpPr>
        <p:spPr>
          <a:xfrm rot="5400000">
            <a:off x="1095755" y="794004"/>
            <a:ext cx="612648" cy="1920240"/>
          </a:xfrm>
          <a:prstGeom prst="homePlate">
            <a:avLst>
              <a:gd name="adj" fmla="val 32482"/>
            </a:avLst>
          </a:prstGeom>
          <a:solidFill>
            <a:srgbClr val="B01C2E"/>
          </a:solidFill>
        </p:spPr>
        <p:txBody>
          <a:bodyPr vert="vert270" anchor="ctr"/>
          <a:lstStyle>
            <a:lvl1pPr marL="0" indent="0" algn="ctr">
              <a:lnSpc>
                <a:spcPts val="1050"/>
              </a:lnSpc>
              <a:spcBef>
                <a:spcPts val="0"/>
              </a:spcBef>
              <a:buNone/>
              <a:defRPr sz="900" b="1">
                <a:solidFill>
                  <a:schemeClr val="bg1"/>
                </a:solidFill>
              </a:defRPr>
            </a:lvl1pPr>
            <a:lvl2pPr indent="0" algn="ctr">
              <a:spcBef>
                <a:spcPts val="0"/>
              </a:spcBef>
              <a:buNone/>
              <a:defRPr sz="900" b="1"/>
            </a:lvl2pPr>
            <a:lvl3pPr indent="0" algn="ctr">
              <a:spcBef>
                <a:spcPts val="0"/>
              </a:spcBef>
              <a:buNone/>
              <a:defRPr sz="900" b="1"/>
            </a:lvl3pPr>
            <a:lvl4pPr indent="0" algn="ctr">
              <a:spcBef>
                <a:spcPts val="0"/>
              </a:spcBef>
              <a:buNone/>
              <a:defRPr sz="900" b="1"/>
            </a:lvl4pPr>
            <a:lvl5pPr indent="0" algn="ctr">
              <a:spcBef>
                <a:spcPts val="0"/>
              </a:spcBef>
              <a:buNone/>
              <a:defRPr sz="900" b="1"/>
            </a:lvl5pPr>
          </a:lstStyle>
          <a:p>
            <a:pPr lvl="0"/>
            <a:r>
              <a:rPr lang="en-US"/>
              <a:t>Click to edit Master text styles</a:t>
            </a:r>
          </a:p>
        </p:txBody>
      </p:sp>
      <p:sp>
        <p:nvSpPr>
          <p:cNvPr id="22" name="Text Placeholder 8"/>
          <p:cNvSpPr>
            <a:spLocks noGrp="1"/>
          </p:cNvSpPr>
          <p:nvPr>
            <p:ph type="body" sz="quarter" idx="27"/>
          </p:nvPr>
        </p:nvSpPr>
        <p:spPr>
          <a:xfrm rot="5400000">
            <a:off x="3206179" y="794004"/>
            <a:ext cx="612648" cy="1920240"/>
          </a:xfrm>
          <a:prstGeom prst="homePlate">
            <a:avLst>
              <a:gd name="adj" fmla="val 32482"/>
            </a:avLst>
          </a:prstGeom>
          <a:solidFill>
            <a:srgbClr val="B01C2E"/>
          </a:solidFill>
        </p:spPr>
        <p:txBody>
          <a:bodyPr vert="vert270" anchor="ctr"/>
          <a:lstStyle>
            <a:lvl1pPr marL="0" indent="0" algn="ctr">
              <a:lnSpc>
                <a:spcPts val="1050"/>
              </a:lnSpc>
              <a:spcBef>
                <a:spcPts val="0"/>
              </a:spcBef>
              <a:buNone/>
              <a:defRPr sz="900" b="1">
                <a:solidFill>
                  <a:schemeClr val="bg1"/>
                </a:solidFill>
              </a:defRPr>
            </a:lvl1pPr>
            <a:lvl2pPr indent="0" algn="ctr">
              <a:spcBef>
                <a:spcPts val="0"/>
              </a:spcBef>
              <a:buNone/>
              <a:defRPr sz="900" b="1"/>
            </a:lvl2pPr>
            <a:lvl3pPr indent="0" algn="ctr">
              <a:spcBef>
                <a:spcPts val="0"/>
              </a:spcBef>
              <a:buNone/>
              <a:defRPr sz="900" b="1"/>
            </a:lvl3pPr>
            <a:lvl4pPr indent="0" algn="ctr">
              <a:spcBef>
                <a:spcPts val="0"/>
              </a:spcBef>
              <a:buNone/>
              <a:defRPr sz="900" b="1"/>
            </a:lvl4pPr>
            <a:lvl5pPr indent="0" algn="ctr">
              <a:spcBef>
                <a:spcPts val="0"/>
              </a:spcBef>
              <a:buNone/>
              <a:defRPr sz="900" b="1"/>
            </a:lvl5pPr>
          </a:lstStyle>
          <a:p>
            <a:pPr lvl="0"/>
            <a:r>
              <a:rPr lang="en-US"/>
              <a:t>Click to edit Master text styles</a:t>
            </a:r>
          </a:p>
        </p:txBody>
      </p:sp>
      <p:sp>
        <p:nvSpPr>
          <p:cNvPr id="23" name="Text Placeholder 8"/>
          <p:cNvSpPr>
            <a:spLocks noGrp="1"/>
          </p:cNvSpPr>
          <p:nvPr>
            <p:ph type="body" sz="quarter" idx="28"/>
          </p:nvPr>
        </p:nvSpPr>
        <p:spPr>
          <a:xfrm rot="5400000">
            <a:off x="5301996" y="794004"/>
            <a:ext cx="612648" cy="1920240"/>
          </a:xfrm>
          <a:prstGeom prst="homePlate">
            <a:avLst>
              <a:gd name="adj" fmla="val 32482"/>
            </a:avLst>
          </a:prstGeom>
          <a:solidFill>
            <a:srgbClr val="B01C2E"/>
          </a:solidFill>
        </p:spPr>
        <p:txBody>
          <a:bodyPr vert="vert270" anchor="ctr"/>
          <a:lstStyle>
            <a:lvl1pPr marL="0" indent="0" algn="ctr">
              <a:lnSpc>
                <a:spcPts val="1050"/>
              </a:lnSpc>
              <a:spcBef>
                <a:spcPts val="0"/>
              </a:spcBef>
              <a:buNone/>
              <a:defRPr sz="900" b="1">
                <a:solidFill>
                  <a:schemeClr val="bg1"/>
                </a:solidFill>
              </a:defRPr>
            </a:lvl1pPr>
            <a:lvl2pPr indent="0" algn="ctr">
              <a:spcBef>
                <a:spcPts val="0"/>
              </a:spcBef>
              <a:buNone/>
              <a:defRPr sz="900" b="1"/>
            </a:lvl2pPr>
            <a:lvl3pPr indent="0" algn="ctr">
              <a:spcBef>
                <a:spcPts val="0"/>
              </a:spcBef>
              <a:buNone/>
              <a:defRPr sz="900" b="1"/>
            </a:lvl3pPr>
            <a:lvl4pPr indent="0" algn="ctr">
              <a:spcBef>
                <a:spcPts val="0"/>
              </a:spcBef>
              <a:buNone/>
              <a:defRPr sz="900" b="1"/>
            </a:lvl4pPr>
            <a:lvl5pPr indent="0" algn="ctr">
              <a:spcBef>
                <a:spcPts val="0"/>
              </a:spcBef>
              <a:buNone/>
              <a:defRPr sz="900" b="1"/>
            </a:lvl5pPr>
          </a:lstStyle>
          <a:p>
            <a:pPr lvl="0"/>
            <a:r>
              <a:rPr lang="en-US"/>
              <a:t>Click to edit Master text styles</a:t>
            </a:r>
          </a:p>
        </p:txBody>
      </p:sp>
      <p:sp>
        <p:nvSpPr>
          <p:cNvPr id="24" name="Text Placeholder 8"/>
          <p:cNvSpPr>
            <a:spLocks noGrp="1"/>
          </p:cNvSpPr>
          <p:nvPr>
            <p:ph type="body" sz="quarter" idx="29"/>
          </p:nvPr>
        </p:nvSpPr>
        <p:spPr>
          <a:xfrm rot="5400000">
            <a:off x="7425119" y="794004"/>
            <a:ext cx="612648" cy="1920240"/>
          </a:xfrm>
          <a:prstGeom prst="homePlate">
            <a:avLst>
              <a:gd name="adj" fmla="val 32482"/>
            </a:avLst>
          </a:prstGeom>
          <a:solidFill>
            <a:srgbClr val="B01C2E"/>
          </a:solidFill>
        </p:spPr>
        <p:txBody>
          <a:bodyPr vert="vert270" anchor="ctr"/>
          <a:lstStyle>
            <a:lvl1pPr marL="0" indent="0" algn="ctr">
              <a:lnSpc>
                <a:spcPts val="1050"/>
              </a:lnSpc>
              <a:spcBef>
                <a:spcPts val="0"/>
              </a:spcBef>
              <a:buNone/>
              <a:defRPr sz="900" b="1">
                <a:solidFill>
                  <a:schemeClr val="bg1"/>
                </a:solidFill>
              </a:defRPr>
            </a:lvl1pPr>
            <a:lvl2pPr indent="0" algn="ctr">
              <a:spcBef>
                <a:spcPts val="0"/>
              </a:spcBef>
              <a:buNone/>
              <a:defRPr sz="900" b="1"/>
            </a:lvl2pPr>
            <a:lvl3pPr indent="0" algn="ctr">
              <a:spcBef>
                <a:spcPts val="0"/>
              </a:spcBef>
              <a:buNone/>
              <a:defRPr sz="900" b="1"/>
            </a:lvl3pPr>
            <a:lvl4pPr indent="0" algn="ctr">
              <a:spcBef>
                <a:spcPts val="0"/>
              </a:spcBef>
              <a:buNone/>
              <a:defRPr sz="900" b="1"/>
            </a:lvl4pPr>
            <a:lvl5pPr indent="0" algn="ctr">
              <a:spcBef>
                <a:spcPts val="0"/>
              </a:spcBef>
              <a:buNone/>
              <a:defRPr sz="900" b="1"/>
            </a:lvl5pPr>
          </a:lstStyle>
          <a:p>
            <a:pPr lvl="0"/>
            <a:r>
              <a:rPr lang="en-US"/>
              <a:t>Click to edit Master text styles</a:t>
            </a:r>
          </a:p>
        </p:txBody>
      </p:sp>
      <p:sp>
        <p:nvSpPr>
          <p:cNvPr id="16" name="Rectangle 2"/>
          <p:cNvSpPr>
            <a:spLocks noGrp="1" noChangeArrowheads="1"/>
          </p:cNvSpPr>
          <p:nvPr>
            <p:ph type="title"/>
          </p:nvPr>
        </p:nvSpPr>
        <p:spPr bwMode="gray">
          <a:xfrm>
            <a:off x="452441" y="2"/>
            <a:ext cx="8239125" cy="898525"/>
          </a:xfrm>
          <a:prstGeom prst="rect">
            <a:avLst/>
          </a:prstGeom>
          <a:noFill/>
          <a:ln w="9525">
            <a:noFill/>
            <a:miter lim="800000"/>
            <a:headEnd/>
            <a:tailEnd/>
          </a:ln>
        </p:spPr>
        <p:txBody>
          <a:bodyPr vert="horz" wrap="square" lIns="0" tIns="0" rIns="0" bIns="0" numCol="1" anchor="b" anchorCtr="0" compatLnSpc="1">
            <a:prstTxWarp prst="textNoShape">
              <a:avLst/>
            </a:prstTxWarp>
          </a:bodyPr>
          <a:lstStyle>
            <a:lvl1pPr algn="l">
              <a:defRPr sz="1650"/>
            </a:lvl1pPr>
          </a:lstStyle>
          <a:p>
            <a:pPr lvl="0"/>
            <a:r>
              <a:rPr lang="en-US"/>
              <a:t>Click to edit Master title style</a:t>
            </a:r>
            <a:endParaRPr lang="en-US" dirty="0"/>
          </a:p>
        </p:txBody>
      </p:sp>
      <p:sp>
        <p:nvSpPr>
          <p:cNvPr id="18" name="Text Placeholder 5"/>
          <p:cNvSpPr>
            <a:spLocks noGrp="1"/>
          </p:cNvSpPr>
          <p:nvPr>
            <p:ph type="body" sz="quarter" idx="31"/>
          </p:nvPr>
        </p:nvSpPr>
        <p:spPr>
          <a:xfrm>
            <a:off x="441959" y="2155123"/>
            <a:ext cx="1920240" cy="3959352"/>
          </a:xfrm>
          <a:prstGeom prst="rect">
            <a:avLst/>
          </a:prstGeom>
          <a:solidFill>
            <a:srgbClr val="FFFFFF"/>
          </a:solidFill>
          <a:ln>
            <a:noFill/>
          </a:ln>
        </p:spPr>
        <p:txBody>
          <a:bodyPr lIns="91440" anchor="t" anchorCtr="0"/>
          <a:lstStyle>
            <a:lvl1pPr marL="89154" marR="0" indent="-89154" algn="l" defTabSz="685800" rtl="0" eaLnBrk="1" fontAlgn="auto" latinLnBrk="0" hangingPunct="1">
              <a:lnSpc>
                <a:spcPct val="100000"/>
              </a:lnSpc>
              <a:spcBef>
                <a:spcPct val="20000"/>
              </a:spcBef>
              <a:spcAft>
                <a:spcPts val="0"/>
              </a:spcAft>
              <a:buClr>
                <a:schemeClr val="accent1"/>
              </a:buClr>
              <a:buSzTx/>
              <a:buFont typeface="Wingdings 2" pitchFamily="18" charset="2"/>
              <a:buChar char=""/>
              <a:tabLst/>
              <a:defRPr sz="900" baseline="0"/>
            </a:lvl1pPr>
            <a:lvl2pPr marL="246888" indent="-123444">
              <a:buClr>
                <a:srgbClr val="B01C2E"/>
              </a:buClr>
              <a:buFont typeface="Arial" pitchFamily="34" charset="0"/>
              <a:buChar char="•"/>
              <a:defRPr sz="900" baseline="0"/>
            </a:lvl2pPr>
            <a:lvl3pPr marL="329184" indent="-130302">
              <a:buClr>
                <a:srgbClr val="B01C2E"/>
              </a:buClr>
              <a:buFont typeface="Arial" pitchFamily="34" charset="0"/>
              <a:buChar char="‒"/>
              <a:defRPr sz="900" baseline="0"/>
            </a:lvl3pPr>
            <a:lvl4pPr marL="514350">
              <a:buClr>
                <a:srgbClr val="B01C2E"/>
              </a:buClr>
              <a:buFont typeface="Arial" pitchFamily="34" charset="0"/>
              <a:buChar char="–"/>
              <a:defRPr sz="900"/>
            </a:lvl4pPr>
            <a:lvl5pPr marL="685800">
              <a:buClr>
                <a:srgbClr val="B01C2E"/>
              </a:buClr>
              <a:buFont typeface="Arial" pitchFamily="34" charset="0"/>
              <a:buChar char="–"/>
              <a:defRPr sz="1500"/>
            </a:lvl5pPr>
            <a:lvl6pPr marL="857250">
              <a:buClr>
                <a:srgbClr val="B01C2E"/>
              </a:buClr>
              <a:buFont typeface="Arial" pitchFamily="34" charset="0"/>
              <a:buChar char="–"/>
              <a:defRPr/>
            </a:lvl6pPr>
          </a:lstStyle>
          <a:p>
            <a:pPr lvl="0"/>
            <a:r>
              <a:rPr lang="en-US"/>
              <a:t>Click to edit Master text styles</a:t>
            </a:r>
          </a:p>
        </p:txBody>
      </p:sp>
      <p:sp>
        <p:nvSpPr>
          <p:cNvPr id="19" name="Text Placeholder 5"/>
          <p:cNvSpPr>
            <a:spLocks noGrp="1"/>
          </p:cNvSpPr>
          <p:nvPr>
            <p:ph type="body" sz="quarter" idx="32"/>
          </p:nvPr>
        </p:nvSpPr>
        <p:spPr>
          <a:xfrm>
            <a:off x="2552383" y="2155123"/>
            <a:ext cx="1920240" cy="3959352"/>
          </a:xfrm>
          <a:prstGeom prst="rect">
            <a:avLst/>
          </a:prstGeom>
          <a:solidFill>
            <a:srgbClr val="FFFFFF"/>
          </a:solidFill>
          <a:ln>
            <a:noFill/>
          </a:ln>
        </p:spPr>
        <p:txBody>
          <a:bodyPr lIns="91440" anchor="t" anchorCtr="0"/>
          <a:lstStyle>
            <a:lvl1pPr marL="89154" marR="0" indent="-89154" algn="l" defTabSz="685800" rtl="0" eaLnBrk="1" fontAlgn="auto" latinLnBrk="0" hangingPunct="1">
              <a:lnSpc>
                <a:spcPct val="100000"/>
              </a:lnSpc>
              <a:spcBef>
                <a:spcPct val="20000"/>
              </a:spcBef>
              <a:spcAft>
                <a:spcPts val="0"/>
              </a:spcAft>
              <a:buClr>
                <a:schemeClr val="accent1"/>
              </a:buClr>
              <a:buSzTx/>
              <a:buFont typeface="Wingdings 2" pitchFamily="18" charset="2"/>
              <a:buChar char=""/>
              <a:tabLst/>
              <a:defRPr sz="900" baseline="0"/>
            </a:lvl1pPr>
            <a:lvl2pPr marL="246888" indent="-123444">
              <a:buClr>
                <a:srgbClr val="B01C2E"/>
              </a:buClr>
              <a:buFont typeface="Arial" pitchFamily="34" charset="0"/>
              <a:buChar char="•"/>
              <a:defRPr sz="900" baseline="0"/>
            </a:lvl2pPr>
            <a:lvl3pPr marL="329184" indent="-130302">
              <a:buClr>
                <a:srgbClr val="B01C2E"/>
              </a:buClr>
              <a:buFont typeface="Arial" pitchFamily="34" charset="0"/>
              <a:buChar char="‒"/>
              <a:defRPr sz="900" baseline="0"/>
            </a:lvl3pPr>
            <a:lvl4pPr marL="514350">
              <a:buClr>
                <a:srgbClr val="B01C2E"/>
              </a:buClr>
              <a:buFont typeface="Arial" pitchFamily="34" charset="0"/>
              <a:buChar char="–"/>
              <a:defRPr sz="900"/>
            </a:lvl4pPr>
            <a:lvl5pPr marL="685800">
              <a:buClr>
                <a:srgbClr val="B01C2E"/>
              </a:buClr>
              <a:buFont typeface="Arial" pitchFamily="34" charset="0"/>
              <a:buChar char="–"/>
              <a:defRPr sz="1500"/>
            </a:lvl5pPr>
            <a:lvl6pPr marL="857250">
              <a:buClr>
                <a:srgbClr val="B01C2E"/>
              </a:buClr>
              <a:buFont typeface="Arial" pitchFamily="34" charset="0"/>
              <a:buChar char="–"/>
              <a:defRPr/>
            </a:lvl6pPr>
          </a:lstStyle>
          <a:p>
            <a:pPr lvl="0"/>
            <a:r>
              <a:rPr lang="en-US"/>
              <a:t>Click to edit Master text styles</a:t>
            </a:r>
          </a:p>
        </p:txBody>
      </p:sp>
      <p:sp>
        <p:nvSpPr>
          <p:cNvPr id="20" name="Text Placeholder 5"/>
          <p:cNvSpPr>
            <a:spLocks noGrp="1"/>
          </p:cNvSpPr>
          <p:nvPr>
            <p:ph type="body" sz="quarter" idx="33"/>
          </p:nvPr>
        </p:nvSpPr>
        <p:spPr>
          <a:xfrm>
            <a:off x="4648200" y="2155123"/>
            <a:ext cx="1920240" cy="3959352"/>
          </a:xfrm>
          <a:prstGeom prst="rect">
            <a:avLst/>
          </a:prstGeom>
          <a:solidFill>
            <a:srgbClr val="FFFFFF"/>
          </a:solidFill>
          <a:ln>
            <a:noFill/>
          </a:ln>
        </p:spPr>
        <p:txBody>
          <a:bodyPr lIns="91440" anchor="t" anchorCtr="0"/>
          <a:lstStyle>
            <a:lvl1pPr marL="89154" marR="0" indent="-89154" algn="l" defTabSz="685800" rtl="0" eaLnBrk="1" fontAlgn="auto" latinLnBrk="0" hangingPunct="1">
              <a:lnSpc>
                <a:spcPct val="100000"/>
              </a:lnSpc>
              <a:spcBef>
                <a:spcPct val="20000"/>
              </a:spcBef>
              <a:spcAft>
                <a:spcPts val="0"/>
              </a:spcAft>
              <a:buClr>
                <a:schemeClr val="accent1"/>
              </a:buClr>
              <a:buSzTx/>
              <a:buFont typeface="Wingdings 2" pitchFamily="18" charset="2"/>
              <a:buChar char=""/>
              <a:tabLst/>
              <a:defRPr sz="900" baseline="0"/>
            </a:lvl1pPr>
            <a:lvl2pPr marL="246888" indent="-123444">
              <a:buClr>
                <a:srgbClr val="B01C2E"/>
              </a:buClr>
              <a:buFont typeface="Arial" pitchFamily="34" charset="0"/>
              <a:buChar char="•"/>
              <a:defRPr sz="900" baseline="0"/>
            </a:lvl2pPr>
            <a:lvl3pPr marL="329184" indent="-130302">
              <a:buClr>
                <a:srgbClr val="B01C2E"/>
              </a:buClr>
              <a:buFont typeface="Arial" pitchFamily="34" charset="0"/>
              <a:buChar char="‒"/>
              <a:defRPr sz="900" baseline="0"/>
            </a:lvl3pPr>
            <a:lvl4pPr marL="514350">
              <a:buClr>
                <a:srgbClr val="B01C2E"/>
              </a:buClr>
              <a:buFont typeface="Arial" pitchFamily="34" charset="0"/>
              <a:buChar char="–"/>
              <a:defRPr sz="900"/>
            </a:lvl4pPr>
            <a:lvl5pPr marL="685800">
              <a:buClr>
                <a:srgbClr val="B01C2E"/>
              </a:buClr>
              <a:buFont typeface="Arial" pitchFamily="34" charset="0"/>
              <a:buChar char="–"/>
              <a:defRPr sz="1500"/>
            </a:lvl5pPr>
            <a:lvl6pPr marL="857250">
              <a:buClr>
                <a:srgbClr val="B01C2E"/>
              </a:buClr>
              <a:buFont typeface="Arial" pitchFamily="34" charset="0"/>
              <a:buChar char="–"/>
              <a:defRPr/>
            </a:lvl6pPr>
          </a:lstStyle>
          <a:p>
            <a:pPr lvl="0"/>
            <a:r>
              <a:rPr lang="en-US"/>
              <a:t>Click to edit Master text styles</a:t>
            </a:r>
          </a:p>
        </p:txBody>
      </p:sp>
      <p:sp>
        <p:nvSpPr>
          <p:cNvPr id="25" name="Text Placeholder 5"/>
          <p:cNvSpPr>
            <a:spLocks noGrp="1"/>
          </p:cNvSpPr>
          <p:nvPr>
            <p:ph type="body" sz="quarter" idx="34"/>
          </p:nvPr>
        </p:nvSpPr>
        <p:spPr>
          <a:xfrm>
            <a:off x="6771323" y="2155123"/>
            <a:ext cx="1920240" cy="3959352"/>
          </a:xfrm>
          <a:prstGeom prst="rect">
            <a:avLst/>
          </a:prstGeom>
          <a:solidFill>
            <a:srgbClr val="FFFFFF"/>
          </a:solidFill>
          <a:ln>
            <a:noFill/>
          </a:ln>
        </p:spPr>
        <p:txBody>
          <a:bodyPr lIns="91440" anchor="t" anchorCtr="0"/>
          <a:lstStyle>
            <a:lvl1pPr marL="89154" marR="0" indent="-89154" algn="l" defTabSz="685800" rtl="0" eaLnBrk="1" fontAlgn="auto" latinLnBrk="0" hangingPunct="1">
              <a:lnSpc>
                <a:spcPct val="100000"/>
              </a:lnSpc>
              <a:spcBef>
                <a:spcPct val="20000"/>
              </a:spcBef>
              <a:spcAft>
                <a:spcPts val="0"/>
              </a:spcAft>
              <a:buClr>
                <a:schemeClr val="accent1"/>
              </a:buClr>
              <a:buSzTx/>
              <a:buFont typeface="Wingdings 2" pitchFamily="18" charset="2"/>
              <a:buChar char=""/>
              <a:tabLst/>
              <a:defRPr sz="900" baseline="0"/>
            </a:lvl1pPr>
            <a:lvl2pPr marL="246888" indent="-123444">
              <a:buClr>
                <a:srgbClr val="B01C2E"/>
              </a:buClr>
              <a:buFont typeface="Arial" pitchFamily="34" charset="0"/>
              <a:buChar char="•"/>
              <a:defRPr sz="900" baseline="0"/>
            </a:lvl2pPr>
            <a:lvl3pPr marL="329184" indent="-130302">
              <a:buClr>
                <a:srgbClr val="B01C2E"/>
              </a:buClr>
              <a:buFont typeface="Arial" pitchFamily="34" charset="0"/>
              <a:buChar char="‒"/>
              <a:defRPr sz="900" baseline="0"/>
            </a:lvl3pPr>
            <a:lvl4pPr marL="514350">
              <a:buClr>
                <a:srgbClr val="B01C2E"/>
              </a:buClr>
              <a:buFont typeface="Arial" pitchFamily="34" charset="0"/>
              <a:buChar char="–"/>
              <a:defRPr sz="900"/>
            </a:lvl4pPr>
            <a:lvl5pPr marL="685800">
              <a:buClr>
                <a:srgbClr val="B01C2E"/>
              </a:buClr>
              <a:buFont typeface="Arial" pitchFamily="34" charset="0"/>
              <a:buChar char="–"/>
              <a:defRPr sz="1500"/>
            </a:lvl5pPr>
            <a:lvl6pPr marL="857250">
              <a:buClr>
                <a:srgbClr val="B01C2E"/>
              </a:buClr>
              <a:buFont typeface="Arial" pitchFamily="34" charset="0"/>
              <a:buChar char="–"/>
              <a:defRPr/>
            </a:lvl6pPr>
          </a:lstStyle>
          <a:p>
            <a:pPr lvl="0"/>
            <a:r>
              <a:rPr lang="en-US"/>
              <a:t>Click to edit Master text styles</a:t>
            </a:r>
          </a:p>
        </p:txBody>
      </p:sp>
      <p:sp>
        <p:nvSpPr>
          <p:cNvPr id="15" name="Slide Number Placeholder 9"/>
          <p:cNvSpPr>
            <a:spLocks noGrp="1"/>
          </p:cNvSpPr>
          <p:nvPr>
            <p:ph type="sldNum" sz="quarter" idx="35"/>
          </p:nvPr>
        </p:nvSpPr>
        <p:spPr/>
        <p:txBody>
          <a:bodyPr/>
          <a:lstStyle>
            <a:lvl1pPr>
              <a:defRPr/>
            </a:lvl1pPr>
          </a:lstStyle>
          <a:p>
            <a:fld id="{6D75ED15-758A-614E-A17B-56CD5E692F69}" type="slidenum">
              <a:rPr lang="en-US" altLang="en-US"/>
              <a:pPr/>
              <a:t>‹#›</a:t>
            </a:fld>
            <a:endParaRPr lang="en-US" altLang="en-US"/>
          </a:p>
        </p:txBody>
      </p:sp>
      <p:sp>
        <p:nvSpPr>
          <p:cNvPr id="21" name="Footer Placeholder 20"/>
          <p:cNvSpPr>
            <a:spLocks noGrp="1"/>
          </p:cNvSpPr>
          <p:nvPr>
            <p:ph type="ftr" sz="quarter" idx="36"/>
          </p:nvPr>
        </p:nvSpPr>
        <p:spPr/>
        <p:txBody>
          <a:bodyPr/>
          <a:lstStyle>
            <a:lvl1pPr>
              <a:defRPr smtClean="0"/>
            </a:lvl1pPr>
          </a:lstStyle>
          <a:p>
            <a:pPr>
              <a:defRPr/>
            </a:pPr>
            <a:r>
              <a:rPr lang="en-US"/>
              <a:t>Ethical Debates, Econ Theories, Real-World Impacts</a:t>
            </a:r>
          </a:p>
        </p:txBody>
      </p:sp>
    </p:spTree>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userDrawn="1">
  <p:cSld name="Project">
    <p:spTree>
      <p:nvGrpSpPr>
        <p:cNvPr id="1" name=""/>
        <p:cNvGrpSpPr/>
        <p:nvPr/>
      </p:nvGrpSpPr>
      <p:grpSpPr>
        <a:xfrm>
          <a:off x="0" y="0"/>
          <a:ext cx="0" cy="0"/>
          <a:chOff x="0" y="0"/>
          <a:chExt cx="0" cy="0"/>
        </a:xfrm>
      </p:grpSpPr>
      <p:sp>
        <p:nvSpPr>
          <p:cNvPr id="20" name="Text Placeholder 12"/>
          <p:cNvSpPr>
            <a:spLocks noGrp="1"/>
          </p:cNvSpPr>
          <p:nvPr>
            <p:ph type="body" sz="quarter" idx="12"/>
          </p:nvPr>
        </p:nvSpPr>
        <p:spPr>
          <a:xfrm>
            <a:off x="338328" y="1450181"/>
            <a:ext cx="2596896" cy="457200"/>
          </a:xfrm>
          <a:prstGeom prst="homePlate">
            <a:avLst>
              <a:gd name="adj" fmla="val 33316"/>
            </a:avLst>
          </a:prstGeom>
          <a:solidFill>
            <a:srgbClr val="B01C2E"/>
          </a:solidFill>
          <a:ln w="6350">
            <a:solidFill>
              <a:srgbClr val="A9A9A9"/>
            </a:solidFill>
          </a:ln>
        </p:spPr>
        <p:txBody>
          <a:bodyPr lIns="137160" tIns="137160" rIns="274320" bIns="137160" anchor="ctr"/>
          <a:lstStyle>
            <a:lvl1pPr marL="0" indent="0" algn="l">
              <a:buNone/>
              <a:defRPr sz="900" b="1">
                <a:solidFill>
                  <a:schemeClr val="bg1"/>
                </a:solidFill>
              </a:defRPr>
            </a:lvl1pPr>
            <a:lvl2pPr marL="255985" indent="-127397">
              <a:defRPr sz="900"/>
            </a:lvl2pPr>
            <a:lvl3pPr marL="384572" indent="-128588">
              <a:defRPr sz="900"/>
            </a:lvl3pPr>
            <a:lvl4pPr marL="511969" indent="-127397">
              <a:defRPr sz="900"/>
            </a:lvl4pPr>
            <a:lvl5pPr marL="640556" indent="-128588">
              <a:defRPr sz="900"/>
            </a:lvl5pPr>
          </a:lstStyle>
          <a:p>
            <a:pPr lvl="0"/>
            <a:r>
              <a:rPr lang="en-US"/>
              <a:t>Click to edit Master text styles</a:t>
            </a:r>
          </a:p>
        </p:txBody>
      </p:sp>
      <p:sp>
        <p:nvSpPr>
          <p:cNvPr id="11" name="Text Placeholder 13"/>
          <p:cNvSpPr>
            <a:spLocks noGrp="1"/>
          </p:cNvSpPr>
          <p:nvPr>
            <p:ph type="body" sz="quarter" idx="17"/>
          </p:nvPr>
        </p:nvSpPr>
        <p:spPr>
          <a:xfrm>
            <a:off x="3273554" y="1447806"/>
            <a:ext cx="2651125" cy="461963"/>
          </a:xfrm>
          <a:prstGeom prst="chevron">
            <a:avLst>
              <a:gd name="adj" fmla="val 34831"/>
            </a:avLst>
          </a:prstGeom>
          <a:solidFill>
            <a:srgbClr val="B01C2E"/>
          </a:solidFill>
        </p:spPr>
        <p:txBody>
          <a:bodyPr anchor="ctr"/>
          <a:lstStyle>
            <a:lvl1pPr>
              <a:buNone/>
              <a:defRPr sz="900" b="1">
                <a:solidFill>
                  <a:srgbClr val="FFFFFF"/>
                </a:solidFill>
              </a:defRPr>
            </a:lvl1pPr>
          </a:lstStyle>
          <a:p>
            <a:pPr lvl="0"/>
            <a:r>
              <a:rPr lang="en-US"/>
              <a:t>Click to edit Master text styles</a:t>
            </a:r>
          </a:p>
        </p:txBody>
      </p:sp>
      <p:sp>
        <p:nvSpPr>
          <p:cNvPr id="12" name="Text Placeholder 13"/>
          <p:cNvSpPr>
            <a:spLocks noGrp="1"/>
          </p:cNvSpPr>
          <p:nvPr>
            <p:ph type="body" sz="quarter" idx="29"/>
          </p:nvPr>
        </p:nvSpPr>
        <p:spPr>
          <a:xfrm>
            <a:off x="6208779" y="1447806"/>
            <a:ext cx="2651125" cy="461963"/>
          </a:xfrm>
          <a:prstGeom prst="chevron">
            <a:avLst>
              <a:gd name="adj" fmla="val 34831"/>
            </a:avLst>
          </a:prstGeom>
          <a:solidFill>
            <a:srgbClr val="B01C2E"/>
          </a:solidFill>
        </p:spPr>
        <p:txBody>
          <a:bodyPr anchor="ctr"/>
          <a:lstStyle>
            <a:lvl1pPr>
              <a:buNone/>
              <a:defRPr sz="900" b="1">
                <a:solidFill>
                  <a:srgbClr val="FFFFFF"/>
                </a:solidFill>
              </a:defRPr>
            </a:lvl1pPr>
          </a:lstStyle>
          <a:p>
            <a:pPr lvl="0"/>
            <a:r>
              <a:rPr lang="en-US"/>
              <a:t>Click to edit Master text styles</a:t>
            </a:r>
          </a:p>
        </p:txBody>
      </p:sp>
      <p:sp>
        <p:nvSpPr>
          <p:cNvPr id="13" name="Rectangle 2"/>
          <p:cNvSpPr>
            <a:spLocks noGrp="1" noChangeArrowheads="1"/>
          </p:cNvSpPr>
          <p:nvPr>
            <p:ph type="title"/>
          </p:nvPr>
        </p:nvSpPr>
        <p:spPr bwMode="gray">
          <a:xfrm>
            <a:off x="452441" y="2"/>
            <a:ext cx="8239125" cy="898525"/>
          </a:xfrm>
          <a:prstGeom prst="rect">
            <a:avLst/>
          </a:prstGeom>
          <a:noFill/>
          <a:ln w="9525">
            <a:noFill/>
            <a:miter lim="800000"/>
            <a:headEnd/>
            <a:tailEnd/>
          </a:ln>
        </p:spPr>
        <p:txBody>
          <a:bodyPr vert="horz" wrap="square" lIns="0" tIns="0" rIns="0" bIns="0" numCol="1" anchor="b" anchorCtr="0" compatLnSpc="1">
            <a:prstTxWarp prst="textNoShape">
              <a:avLst/>
            </a:prstTxWarp>
          </a:bodyPr>
          <a:lstStyle>
            <a:lvl1pPr algn="l">
              <a:defRPr sz="1650"/>
            </a:lvl1pPr>
          </a:lstStyle>
          <a:p>
            <a:pPr lvl="0"/>
            <a:r>
              <a:rPr lang="en-US"/>
              <a:t>Click to edit Master title style</a:t>
            </a:r>
            <a:endParaRPr lang="en-US" dirty="0"/>
          </a:p>
        </p:txBody>
      </p:sp>
      <p:sp>
        <p:nvSpPr>
          <p:cNvPr id="17" name="Text Placeholder 5"/>
          <p:cNvSpPr>
            <a:spLocks noGrp="1"/>
          </p:cNvSpPr>
          <p:nvPr>
            <p:ph type="body" sz="quarter" idx="31"/>
          </p:nvPr>
        </p:nvSpPr>
        <p:spPr>
          <a:xfrm>
            <a:off x="3273552" y="2057400"/>
            <a:ext cx="2523744" cy="3108960"/>
          </a:xfrm>
          <a:prstGeom prst="rect">
            <a:avLst/>
          </a:prstGeom>
          <a:solidFill>
            <a:srgbClr val="FFFFFF"/>
          </a:solidFill>
          <a:ln>
            <a:solidFill>
              <a:srgbClr val="C0C0C0"/>
            </a:solidFill>
          </a:ln>
        </p:spPr>
        <p:txBody>
          <a:bodyPr lIns="91440" anchor="t" anchorCtr="0"/>
          <a:lstStyle>
            <a:lvl1pPr marL="89154" marR="0" indent="-89154" algn="l" defTabSz="685800" rtl="0" eaLnBrk="1" fontAlgn="auto" latinLnBrk="0" hangingPunct="1">
              <a:lnSpc>
                <a:spcPct val="100000"/>
              </a:lnSpc>
              <a:spcBef>
                <a:spcPct val="20000"/>
              </a:spcBef>
              <a:spcAft>
                <a:spcPts val="0"/>
              </a:spcAft>
              <a:buClr>
                <a:schemeClr val="accent1"/>
              </a:buClr>
              <a:buSzTx/>
              <a:buFont typeface="Wingdings 2" pitchFamily="18" charset="2"/>
              <a:buChar char=""/>
              <a:tabLst/>
              <a:defRPr sz="900" baseline="0"/>
            </a:lvl1pPr>
            <a:lvl2pPr marL="246888" indent="-123444">
              <a:buClr>
                <a:srgbClr val="B01C2E"/>
              </a:buClr>
              <a:buFont typeface="Arial" pitchFamily="34" charset="0"/>
              <a:buChar char="•"/>
              <a:defRPr sz="900" baseline="0"/>
            </a:lvl2pPr>
            <a:lvl3pPr marL="329184" indent="-130302">
              <a:buClr>
                <a:srgbClr val="B01C2E"/>
              </a:buClr>
              <a:buFont typeface="Arial" pitchFamily="34" charset="0"/>
              <a:buChar char="‒"/>
              <a:defRPr sz="900" baseline="0"/>
            </a:lvl3pPr>
            <a:lvl4pPr marL="514350">
              <a:buClr>
                <a:srgbClr val="B01C2E"/>
              </a:buClr>
              <a:buFont typeface="Arial" pitchFamily="34" charset="0"/>
              <a:buChar char="–"/>
              <a:defRPr sz="900"/>
            </a:lvl4pPr>
            <a:lvl5pPr marL="685800">
              <a:buClr>
                <a:srgbClr val="B01C2E"/>
              </a:buClr>
              <a:buFont typeface="Arial" pitchFamily="34" charset="0"/>
              <a:buChar char="–"/>
              <a:defRPr sz="1500"/>
            </a:lvl5pPr>
            <a:lvl6pPr marL="857250">
              <a:buClr>
                <a:srgbClr val="B01C2E"/>
              </a:buClr>
              <a:buFont typeface="Arial" pitchFamily="34" charset="0"/>
              <a:buChar char="–"/>
              <a:defRPr/>
            </a:lvl6pPr>
          </a:lstStyle>
          <a:p>
            <a:pPr lvl="0"/>
            <a:r>
              <a:rPr lang="en-US"/>
              <a:t>Click to edit Master text styles</a:t>
            </a:r>
          </a:p>
        </p:txBody>
      </p:sp>
      <p:sp>
        <p:nvSpPr>
          <p:cNvPr id="18" name="Text Placeholder 5"/>
          <p:cNvSpPr>
            <a:spLocks noGrp="1"/>
          </p:cNvSpPr>
          <p:nvPr>
            <p:ph type="body" sz="quarter" idx="32"/>
          </p:nvPr>
        </p:nvSpPr>
        <p:spPr>
          <a:xfrm>
            <a:off x="6208776" y="2057400"/>
            <a:ext cx="2523744" cy="3108960"/>
          </a:xfrm>
          <a:prstGeom prst="rect">
            <a:avLst/>
          </a:prstGeom>
          <a:solidFill>
            <a:srgbClr val="FFFFFF"/>
          </a:solidFill>
          <a:ln>
            <a:solidFill>
              <a:srgbClr val="C0C0C0"/>
            </a:solidFill>
          </a:ln>
        </p:spPr>
        <p:txBody>
          <a:bodyPr lIns="91440" anchor="t" anchorCtr="0"/>
          <a:lstStyle>
            <a:lvl1pPr marL="89154" marR="0" indent="-89154" algn="l" defTabSz="685800" rtl="0" eaLnBrk="1" fontAlgn="auto" latinLnBrk="0" hangingPunct="1">
              <a:lnSpc>
                <a:spcPct val="100000"/>
              </a:lnSpc>
              <a:spcBef>
                <a:spcPct val="20000"/>
              </a:spcBef>
              <a:spcAft>
                <a:spcPts val="0"/>
              </a:spcAft>
              <a:buClr>
                <a:schemeClr val="accent1"/>
              </a:buClr>
              <a:buSzTx/>
              <a:buFont typeface="Wingdings 2" pitchFamily="18" charset="2"/>
              <a:buChar char=""/>
              <a:tabLst/>
              <a:defRPr sz="900" baseline="0"/>
            </a:lvl1pPr>
            <a:lvl2pPr marL="246888" indent="-123444">
              <a:buClr>
                <a:srgbClr val="B01C2E"/>
              </a:buClr>
              <a:buFont typeface="Arial" pitchFamily="34" charset="0"/>
              <a:buChar char="•"/>
              <a:defRPr sz="900" baseline="0"/>
            </a:lvl2pPr>
            <a:lvl3pPr marL="329184" indent="-130302">
              <a:buClr>
                <a:srgbClr val="B01C2E"/>
              </a:buClr>
              <a:buFont typeface="Arial" pitchFamily="34" charset="0"/>
              <a:buChar char="‒"/>
              <a:defRPr sz="900" baseline="0"/>
            </a:lvl3pPr>
            <a:lvl4pPr marL="514350">
              <a:buClr>
                <a:srgbClr val="B01C2E"/>
              </a:buClr>
              <a:buFont typeface="Arial" pitchFamily="34" charset="0"/>
              <a:buChar char="–"/>
              <a:defRPr sz="900"/>
            </a:lvl4pPr>
            <a:lvl5pPr marL="685800">
              <a:buClr>
                <a:srgbClr val="B01C2E"/>
              </a:buClr>
              <a:buFont typeface="Arial" pitchFamily="34" charset="0"/>
              <a:buChar char="–"/>
              <a:defRPr sz="1500"/>
            </a:lvl5pPr>
            <a:lvl6pPr marL="857250">
              <a:buClr>
                <a:srgbClr val="B01C2E"/>
              </a:buClr>
              <a:buFont typeface="Arial" pitchFamily="34" charset="0"/>
              <a:buChar char="–"/>
              <a:defRPr/>
            </a:lvl6pPr>
          </a:lstStyle>
          <a:p>
            <a:pPr lvl="0"/>
            <a:r>
              <a:rPr lang="en-US"/>
              <a:t>Click to edit Master text styles</a:t>
            </a:r>
          </a:p>
        </p:txBody>
      </p:sp>
      <p:sp>
        <p:nvSpPr>
          <p:cNvPr id="19" name="Text Placeholder 5"/>
          <p:cNvSpPr>
            <a:spLocks noGrp="1"/>
          </p:cNvSpPr>
          <p:nvPr>
            <p:ph type="body" sz="quarter" idx="33"/>
          </p:nvPr>
        </p:nvSpPr>
        <p:spPr>
          <a:xfrm>
            <a:off x="338328" y="2057403"/>
            <a:ext cx="2523744" cy="230832"/>
          </a:xfrm>
          <a:prstGeom prst="rect">
            <a:avLst/>
          </a:prstGeom>
          <a:solidFill>
            <a:srgbClr val="FFFFFF"/>
          </a:solidFill>
          <a:ln>
            <a:solidFill>
              <a:srgbClr val="C0C0C0"/>
            </a:solidFill>
          </a:ln>
        </p:spPr>
        <p:txBody>
          <a:bodyPr lIns="91440" anchor="t" anchorCtr="0">
            <a:spAutoFit/>
          </a:bodyPr>
          <a:lstStyle>
            <a:lvl1pPr marL="89154" marR="0" indent="-89154" algn="l" defTabSz="685800" rtl="0" eaLnBrk="1" fontAlgn="auto" latinLnBrk="0" hangingPunct="1">
              <a:lnSpc>
                <a:spcPct val="100000"/>
              </a:lnSpc>
              <a:spcBef>
                <a:spcPct val="20000"/>
              </a:spcBef>
              <a:spcAft>
                <a:spcPts val="0"/>
              </a:spcAft>
              <a:buClr>
                <a:schemeClr val="accent1"/>
              </a:buClr>
              <a:buSzTx/>
              <a:buFont typeface="Wingdings 2" pitchFamily="18" charset="2"/>
              <a:buChar char=""/>
              <a:tabLst/>
              <a:defRPr sz="900" baseline="0"/>
            </a:lvl1pPr>
            <a:lvl2pPr marL="246888" indent="-123444">
              <a:buClr>
                <a:srgbClr val="B01C2E"/>
              </a:buClr>
              <a:buFont typeface="Arial" pitchFamily="34" charset="0"/>
              <a:buChar char="•"/>
              <a:defRPr sz="900" baseline="0"/>
            </a:lvl2pPr>
            <a:lvl3pPr marL="329184" indent="-130302">
              <a:buClr>
                <a:srgbClr val="B01C2E"/>
              </a:buClr>
              <a:buFont typeface="Arial" pitchFamily="34" charset="0"/>
              <a:buChar char="‒"/>
              <a:defRPr sz="900" baseline="0"/>
            </a:lvl3pPr>
            <a:lvl4pPr marL="514350">
              <a:buClr>
                <a:srgbClr val="B01C2E"/>
              </a:buClr>
              <a:buFont typeface="Arial" pitchFamily="34" charset="0"/>
              <a:buChar char="–"/>
              <a:defRPr sz="900"/>
            </a:lvl4pPr>
            <a:lvl5pPr marL="685800">
              <a:buClr>
                <a:srgbClr val="B01C2E"/>
              </a:buClr>
              <a:buFont typeface="Arial" pitchFamily="34" charset="0"/>
              <a:buChar char="–"/>
              <a:defRPr sz="1500"/>
            </a:lvl5pPr>
            <a:lvl6pPr marL="857250">
              <a:buClr>
                <a:srgbClr val="B01C2E"/>
              </a:buClr>
              <a:buFont typeface="Arial" pitchFamily="34" charset="0"/>
              <a:buChar char="–"/>
              <a:defRPr/>
            </a:lvl6pPr>
          </a:lstStyle>
          <a:p>
            <a:pPr lvl="0"/>
            <a:r>
              <a:rPr lang="en-US"/>
              <a:t>Click to edit Master text styles</a:t>
            </a:r>
          </a:p>
        </p:txBody>
      </p:sp>
      <p:sp>
        <p:nvSpPr>
          <p:cNvPr id="9" name="Slide Number Placeholder 9"/>
          <p:cNvSpPr>
            <a:spLocks noGrp="1"/>
          </p:cNvSpPr>
          <p:nvPr>
            <p:ph type="sldNum" sz="quarter" idx="34"/>
          </p:nvPr>
        </p:nvSpPr>
        <p:spPr/>
        <p:txBody>
          <a:bodyPr/>
          <a:lstStyle>
            <a:lvl1pPr>
              <a:defRPr/>
            </a:lvl1pPr>
          </a:lstStyle>
          <a:p>
            <a:fld id="{8A4AF9FF-8501-8442-BA34-6C86C862CF8D}" type="slidenum">
              <a:rPr lang="en-US" altLang="en-US"/>
              <a:pPr/>
              <a:t>‹#›</a:t>
            </a:fld>
            <a:endParaRPr lang="en-US" altLang="en-US"/>
          </a:p>
        </p:txBody>
      </p:sp>
      <p:sp>
        <p:nvSpPr>
          <p:cNvPr id="10" name="Footer Placeholder 12"/>
          <p:cNvSpPr>
            <a:spLocks noGrp="1"/>
          </p:cNvSpPr>
          <p:nvPr>
            <p:ph type="ftr" sz="quarter" idx="35"/>
          </p:nvPr>
        </p:nvSpPr>
        <p:spPr/>
        <p:txBody>
          <a:bodyPr/>
          <a:lstStyle>
            <a:lvl1pPr>
              <a:defRPr/>
            </a:lvl1pPr>
          </a:lstStyle>
          <a:p>
            <a:pPr>
              <a:defRPr/>
            </a:pPr>
            <a:r>
              <a:rPr lang="en-US"/>
              <a:t>Ethical Debates, Econ Theories, Real-World Impacts</a:t>
            </a:r>
          </a:p>
        </p:txBody>
      </p:sp>
    </p:spTree>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userDrawn="1">
  <p:cSld name="Target">
    <p:spTree>
      <p:nvGrpSpPr>
        <p:cNvPr id="1" name=""/>
        <p:cNvGrpSpPr/>
        <p:nvPr/>
      </p:nvGrpSpPr>
      <p:grpSpPr>
        <a:xfrm>
          <a:off x="0" y="0"/>
          <a:ext cx="0" cy="0"/>
          <a:chOff x="0" y="0"/>
          <a:chExt cx="0" cy="0"/>
        </a:xfrm>
      </p:grpSpPr>
      <p:sp>
        <p:nvSpPr>
          <p:cNvPr id="17" name="Text Placeholder 8"/>
          <p:cNvSpPr>
            <a:spLocks noGrp="1"/>
          </p:cNvSpPr>
          <p:nvPr>
            <p:ph type="body" sz="quarter" idx="29"/>
          </p:nvPr>
        </p:nvSpPr>
        <p:spPr>
          <a:xfrm>
            <a:off x="7129272" y="1493520"/>
            <a:ext cx="1481328" cy="4754880"/>
          </a:xfrm>
          <a:prstGeom prst="rect">
            <a:avLst/>
          </a:prstGeom>
          <a:ln>
            <a:solidFill>
              <a:srgbClr val="C0C0C0"/>
            </a:solidFill>
          </a:ln>
        </p:spPr>
        <p:txBody>
          <a:bodyPr lIns="45720" anchor="t"/>
          <a:lstStyle>
            <a:lvl1pPr marL="123444" indent="-123444" algn="l">
              <a:lnSpc>
                <a:spcPts val="1050"/>
              </a:lnSpc>
              <a:spcBef>
                <a:spcPts val="0"/>
              </a:spcBef>
              <a:buClr>
                <a:schemeClr val="accent1"/>
              </a:buClr>
              <a:buFont typeface="Wingdings" pitchFamily="2" charset="2"/>
              <a:buChar char="§"/>
              <a:defRPr sz="900" b="0">
                <a:solidFill>
                  <a:srgbClr val="000000"/>
                </a:solidFill>
              </a:defRPr>
            </a:lvl1pPr>
            <a:lvl2pPr marL="123444" indent="0" algn="l">
              <a:spcBef>
                <a:spcPts val="525"/>
              </a:spcBef>
              <a:buNone/>
              <a:defRPr sz="900" b="0"/>
            </a:lvl2pPr>
            <a:lvl3pPr indent="0" algn="ctr">
              <a:spcBef>
                <a:spcPts val="0"/>
              </a:spcBef>
              <a:buNone/>
              <a:defRPr sz="900" b="1"/>
            </a:lvl3pPr>
            <a:lvl4pPr indent="0" algn="ctr">
              <a:spcBef>
                <a:spcPts val="0"/>
              </a:spcBef>
              <a:buNone/>
              <a:defRPr sz="900" b="1"/>
            </a:lvl4pPr>
            <a:lvl5pPr indent="0" algn="ctr">
              <a:spcBef>
                <a:spcPts val="0"/>
              </a:spcBef>
              <a:buNone/>
              <a:defRPr sz="900" b="1"/>
            </a:lvl5pPr>
          </a:lstStyle>
          <a:p>
            <a:pPr lvl="0"/>
            <a:r>
              <a:rPr lang="en-US"/>
              <a:t>Click to edit Master text styles</a:t>
            </a:r>
          </a:p>
        </p:txBody>
      </p:sp>
      <p:sp>
        <p:nvSpPr>
          <p:cNvPr id="22" name="Text Placeholder 5"/>
          <p:cNvSpPr>
            <a:spLocks noGrp="1"/>
          </p:cNvSpPr>
          <p:nvPr>
            <p:ph type="body" sz="quarter" idx="21"/>
          </p:nvPr>
        </p:nvSpPr>
        <p:spPr>
          <a:xfrm>
            <a:off x="457200" y="1600200"/>
            <a:ext cx="1600200" cy="1280160"/>
          </a:xfrm>
          <a:prstGeom prst="rect">
            <a:avLst/>
          </a:prstGeom>
          <a:solidFill>
            <a:srgbClr val="B01C2E"/>
          </a:solidFill>
          <a:ln>
            <a:solidFill>
              <a:srgbClr val="C0C0C0"/>
            </a:solidFill>
          </a:ln>
        </p:spPr>
        <p:txBody>
          <a:bodyPr anchor="ctr"/>
          <a:lstStyle>
            <a:lvl1pPr marL="89154" marR="0" indent="-89154" algn="l" defTabSz="685800" rtl="0" eaLnBrk="1" fontAlgn="auto" latinLnBrk="0" hangingPunct="1">
              <a:lnSpc>
                <a:spcPct val="100000"/>
              </a:lnSpc>
              <a:spcBef>
                <a:spcPct val="20000"/>
              </a:spcBef>
              <a:spcAft>
                <a:spcPts val="0"/>
              </a:spcAft>
              <a:buClr>
                <a:srgbClr val="C0C0C0"/>
              </a:buClr>
              <a:buSzTx/>
              <a:buFont typeface="Wingdings 2" pitchFamily="18" charset="2"/>
              <a:buChar char="¡"/>
              <a:tabLst/>
              <a:defRPr sz="900" b="1" baseline="0">
                <a:solidFill>
                  <a:srgbClr val="FFFFFF"/>
                </a:solidFill>
              </a:defRPr>
            </a:lvl1pPr>
            <a:lvl2pPr marL="88106" indent="0">
              <a:buFontTx/>
              <a:buNone/>
              <a:defRPr sz="750"/>
            </a:lvl2pPr>
          </a:lstStyle>
          <a:p>
            <a:pPr lvl="0"/>
            <a:r>
              <a:rPr lang="en-US"/>
              <a:t>Click to edit Master text styles</a:t>
            </a:r>
          </a:p>
        </p:txBody>
      </p:sp>
      <p:sp>
        <p:nvSpPr>
          <p:cNvPr id="24" name="Text Placeholder 5"/>
          <p:cNvSpPr>
            <a:spLocks noGrp="1"/>
          </p:cNvSpPr>
          <p:nvPr>
            <p:ph type="body" sz="quarter" idx="23"/>
          </p:nvPr>
        </p:nvSpPr>
        <p:spPr>
          <a:xfrm>
            <a:off x="457200" y="4876800"/>
            <a:ext cx="1600200" cy="1280160"/>
          </a:xfrm>
          <a:prstGeom prst="rect">
            <a:avLst/>
          </a:prstGeom>
          <a:solidFill>
            <a:srgbClr val="B01C2E"/>
          </a:solidFill>
          <a:ln>
            <a:solidFill>
              <a:srgbClr val="C0C0C0"/>
            </a:solidFill>
          </a:ln>
        </p:spPr>
        <p:txBody>
          <a:bodyPr anchor="ctr"/>
          <a:lstStyle>
            <a:lvl1pPr marL="89154" marR="0" indent="-89154" algn="l" defTabSz="685800" rtl="0" eaLnBrk="1" fontAlgn="auto" latinLnBrk="0" hangingPunct="1">
              <a:lnSpc>
                <a:spcPct val="100000"/>
              </a:lnSpc>
              <a:spcBef>
                <a:spcPct val="20000"/>
              </a:spcBef>
              <a:spcAft>
                <a:spcPts val="0"/>
              </a:spcAft>
              <a:buClr>
                <a:schemeClr val="accent1"/>
              </a:buClr>
              <a:buSzTx/>
              <a:buFont typeface="Wingdings 2" pitchFamily="18" charset="2"/>
              <a:buChar char="¡"/>
              <a:tabLst/>
              <a:defRPr lang="en-US" sz="900" b="1" kern="1200" baseline="0" dirty="0" smtClean="0">
                <a:solidFill>
                  <a:srgbClr val="FFFFFF"/>
                </a:solidFill>
                <a:latin typeface="+mn-lt"/>
                <a:ea typeface="+mn-ea"/>
                <a:cs typeface="+mn-cs"/>
              </a:defRPr>
            </a:lvl1pPr>
            <a:lvl2pPr marL="88106" indent="0">
              <a:buFontTx/>
              <a:buNone/>
              <a:defRPr sz="750"/>
            </a:lvl2pPr>
          </a:lstStyle>
          <a:p>
            <a:pPr lvl="0"/>
            <a:r>
              <a:rPr lang="en-US"/>
              <a:t>Click to edit Master text styles</a:t>
            </a:r>
          </a:p>
        </p:txBody>
      </p:sp>
      <p:sp>
        <p:nvSpPr>
          <p:cNvPr id="25" name="Text Placeholder 5"/>
          <p:cNvSpPr>
            <a:spLocks noGrp="1"/>
          </p:cNvSpPr>
          <p:nvPr>
            <p:ph type="body" sz="quarter" idx="24"/>
          </p:nvPr>
        </p:nvSpPr>
        <p:spPr>
          <a:xfrm>
            <a:off x="457200" y="3238500"/>
            <a:ext cx="1600200" cy="1280160"/>
          </a:xfrm>
          <a:prstGeom prst="rect">
            <a:avLst/>
          </a:prstGeom>
          <a:solidFill>
            <a:srgbClr val="B01C2E"/>
          </a:solidFill>
          <a:ln>
            <a:solidFill>
              <a:srgbClr val="C0C0C0"/>
            </a:solidFill>
          </a:ln>
        </p:spPr>
        <p:txBody>
          <a:bodyPr anchor="ctr"/>
          <a:lstStyle>
            <a:lvl1pPr marL="89154" marR="0" indent="-89154" algn="l" defTabSz="685800" rtl="0" eaLnBrk="1" fontAlgn="auto" latinLnBrk="0" hangingPunct="1">
              <a:lnSpc>
                <a:spcPct val="100000"/>
              </a:lnSpc>
              <a:spcBef>
                <a:spcPct val="20000"/>
              </a:spcBef>
              <a:spcAft>
                <a:spcPts val="0"/>
              </a:spcAft>
              <a:buClr>
                <a:schemeClr val="accent1"/>
              </a:buClr>
              <a:buSzTx/>
              <a:buFont typeface="Wingdings 2" pitchFamily="18" charset="2"/>
              <a:buChar char="¡"/>
              <a:tabLst/>
              <a:defRPr lang="en-US" sz="900" b="1" kern="1200" baseline="0" dirty="0" smtClean="0">
                <a:solidFill>
                  <a:srgbClr val="FFFFFF"/>
                </a:solidFill>
                <a:latin typeface="+mn-lt"/>
                <a:ea typeface="+mn-ea"/>
                <a:cs typeface="+mn-cs"/>
              </a:defRPr>
            </a:lvl1pPr>
            <a:lvl2pPr marL="88106" indent="0">
              <a:buFontTx/>
              <a:buNone/>
              <a:defRPr sz="750"/>
            </a:lvl2pPr>
          </a:lstStyle>
          <a:p>
            <a:pPr lvl="0"/>
            <a:r>
              <a:rPr lang="en-US"/>
              <a:t>Click to edit Master text styles</a:t>
            </a:r>
          </a:p>
        </p:txBody>
      </p:sp>
      <p:sp>
        <p:nvSpPr>
          <p:cNvPr id="12" name="Text Placeholder 5"/>
          <p:cNvSpPr>
            <a:spLocks noGrp="1"/>
          </p:cNvSpPr>
          <p:nvPr>
            <p:ph type="body" sz="quarter" idx="30"/>
          </p:nvPr>
        </p:nvSpPr>
        <p:spPr>
          <a:xfrm>
            <a:off x="2191512" y="1600200"/>
            <a:ext cx="4864608" cy="1280160"/>
          </a:xfrm>
          <a:prstGeom prst="homePlate">
            <a:avLst>
              <a:gd name="adj" fmla="val 25111"/>
            </a:avLst>
          </a:prstGeom>
          <a:solidFill>
            <a:srgbClr val="FFFFFF"/>
          </a:solidFill>
          <a:ln>
            <a:solidFill>
              <a:srgbClr val="C0C0C0"/>
            </a:solidFill>
          </a:ln>
        </p:spPr>
        <p:txBody>
          <a:bodyPr rIns="45720" anchor="ctr"/>
          <a:lstStyle>
            <a:lvl1pPr marL="123444" marR="0" indent="-123444" algn="l" defTabSz="685800" rtl="0" eaLnBrk="1" fontAlgn="auto" latinLnBrk="0" hangingPunct="1">
              <a:lnSpc>
                <a:spcPct val="100000"/>
              </a:lnSpc>
              <a:spcBef>
                <a:spcPct val="20000"/>
              </a:spcBef>
              <a:spcAft>
                <a:spcPts val="0"/>
              </a:spcAft>
              <a:buClr>
                <a:schemeClr val="accent1"/>
              </a:buClr>
              <a:buSzTx/>
              <a:buFont typeface="Wingdings 2" pitchFamily="18" charset="2"/>
              <a:buChar char=""/>
              <a:tabLst/>
              <a:defRPr sz="900" baseline="0"/>
            </a:lvl1pPr>
            <a:lvl2pPr marL="246888" indent="-123444">
              <a:buClr>
                <a:srgbClr val="B01C2E"/>
              </a:buClr>
              <a:buFont typeface="Arial" pitchFamily="34" charset="0"/>
              <a:buChar char="•"/>
              <a:defRPr sz="900" baseline="0"/>
            </a:lvl2pPr>
            <a:lvl3pPr marL="329184" indent="-123444">
              <a:buClr>
                <a:srgbClr val="B01C2E"/>
              </a:buClr>
              <a:buFont typeface="Arial" pitchFamily="34" charset="0"/>
              <a:buChar char="‒"/>
              <a:defRPr sz="900" baseline="0"/>
            </a:lvl3pPr>
            <a:lvl4pPr marL="452628" indent="-123444">
              <a:buClr>
                <a:srgbClr val="B01C2E"/>
              </a:buClr>
              <a:buFont typeface="Arial" pitchFamily="34" charset="0"/>
              <a:buChar char="–"/>
              <a:defRPr sz="900"/>
            </a:lvl4pPr>
            <a:lvl5pPr marL="576072" indent="-123444">
              <a:buClr>
                <a:srgbClr val="B01C2E"/>
              </a:buClr>
              <a:buFont typeface="Arial" pitchFamily="34" charset="0"/>
              <a:buChar char="–"/>
              <a:defRPr sz="900"/>
            </a:lvl5pPr>
            <a:lvl6pPr marL="685800" indent="-123444">
              <a:buClr>
                <a:srgbClr val="B01C2E"/>
              </a:buClr>
              <a:buFont typeface="Arial" pitchFamily="34" charset="0"/>
              <a:buChar char="–"/>
              <a:defRPr sz="900"/>
            </a:lvl6pPr>
          </a:lstStyle>
          <a:p>
            <a:pPr lvl="0"/>
            <a:r>
              <a:rPr lang="en-US"/>
              <a:t>Click to edit Master text styles</a:t>
            </a:r>
          </a:p>
          <a:p>
            <a:pPr lvl="1"/>
            <a:r>
              <a:rPr lang="en-US"/>
              <a:t>Second level</a:t>
            </a:r>
          </a:p>
          <a:p>
            <a:pPr lvl="2"/>
            <a:r>
              <a:rPr lang="en-US"/>
              <a:t>Third level</a:t>
            </a:r>
          </a:p>
        </p:txBody>
      </p:sp>
      <p:sp>
        <p:nvSpPr>
          <p:cNvPr id="11" name="Rectangle 2"/>
          <p:cNvSpPr>
            <a:spLocks noGrp="1" noChangeArrowheads="1"/>
          </p:cNvSpPr>
          <p:nvPr>
            <p:ph type="title"/>
          </p:nvPr>
        </p:nvSpPr>
        <p:spPr bwMode="gray">
          <a:xfrm>
            <a:off x="452441" y="2"/>
            <a:ext cx="8239125" cy="898525"/>
          </a:xfrm>
          <a:prstGeom prst="rect">
            <a:avLst/>
          </a:prstGeom>
          <a:noFill/>
          <a:ln w="9525">
            <a:noFill/>
            <a:miter lim="800000"/>
            <a:headEnd/>
            <a:tailEnd/>
          </a:ln>
        </p:spPr>
        <p:txBody>
          <a:bodyPr vert="horz" wrap="square" lIns="0" tIns="0" rIns="0" bIns="0" numCol="1" anchor="b" anchorCtr="0" compatLnSpc="1">
            <a:prstTxWarp prst="textNoShape">
              <a:avLst/>
            </a:prstTxWarp>
          </a:bodyPr>
          <a:lstStyle>
            <a:lvl1pPr algn="l">
              <a:defRPr sz="1650"/>
            </a:lvl1pPr>
          </a:lstStyle>
          <a:p>
            <a:pPr lvl="0"/>
            <a:r>
              <a:rPr lang="en-US"/>
              <a:t>Click to edit Master title style</a:t>
            </a:r>
            <a:endParaRPr lang="en-US" dirty="0"/>
          </a:p>
        </p:txBody>
      </p:sp>
      <p:sp>
        <p:nvSpPr>
          <p:cNvPr id="15" name="Text Placeholder 5"/>
          <p:cNvSpPr>
            <a:spLocks noGrp="1"/>
          </p:cNvSpPr>
          <p:nvPr>
            <p:ph type="body" sz="quarter" idx="31"/>
          </p:nvPr>
        </p:nvSpPr>
        <p:spPr>
          <a:xfrm>
            <a:off x="2191512" y="3238500"/>
            <a:ext cx="4864608" cy="1280160"/>
          </a:xfrm>
          <a:prstGeom prst="homePlate">
            <a:avLst>
              <a:gd name="adj" fmla="val 25111"/>
            </a:avLst>
          </a:prstGeom>
          <a:solidFill>
            <a:srgbClr val="FFFFFF"/>
          </a:solidFill>
          <a:ln>
            <a:solidFill>
              <a:srgbClr val="C0C0C0"/>
            </a:solidFill>
          </a:ln>
        </p:spPr>
        <p:txBody>
          <a:bodyPr rIns="45720" anchor="ctr"/>
          <a:lstStyle>
            <a:lvl1pPr marL="123444" marR="0" indent="-123444" algn="l" defTabSz="685800" rtl="0" eaLnBrk="1" fontAlgn="auto" latinLnBrk="0" hangingPunct="1">
              <a:lnSpc>
                <a:spcPct val="100000"/>
              </a:lnSpc>
              <a:spcBef>
                <a:spcPct val="20000"/>
              </a:spcBef>
              <a:spcAft>
                <a:spcPts val="0"/>
              </a:spcAft>
              <a:buClr>
                <a:schemeClr val="accent1"/>
              </a:buClr>
              <a:buSzTx/>
              <a:buFont typeface="Wingdings 2" pitchFamily="18" charset="2"/>
              <a:buChar char=""/>
              <a:tabLst/>
              <a:defRPr sz="900" baseline="0"/>
            </a:lvl1pPr>
            <a:lvl2pPr marL="246888" indent="-123444">
              <a:buClr>
                <a:srgbClr val="B01C2E"/>
              </a:buClr>
              <a:buFont typeface="Arial" pitchFamily="34" charset="0"/>
              <a:buChar char="•"/>
              <a:defRPr sz="900" baseline="0"/>
            </a:lvl2pPr>
            <a:lvl3pPr marL="329184" indent="-123444">
              <a:buClr>
                <a:srgbClr val="B01C2E"/>
              </a:buClr>
              <a:buFont typeface="Arial" pitchFamily="34" charset="0"/>
              <a:buChar char="‒"/>
              <a:defRPr sz="900" baseline="0"/>
            </a:lvl3pPr>
            <a:lvl4pPr marL="452628" indent="-123444">
              <a:buClr>
                <a:srgbClr val="B01C2E"/>
              </a:buClr>
              <a:buFont typeface="Arial" pitchFamily="34" charset="0"/>
              <a:buChar char="–"/>
              <a:defRPr sz="900"/>
            </a:lvl4pPr>
            <a:lvl5pPr marL="576072" indent="-123444">
              <a:buClr>
                <a:srgbClr val="B01C2E"/>
              </a:buClr>
              <a:buFont typeface="Arial" pitchFamily="34" charset="0"/>
              <a:buChar char="–"/>
              <a:defRPr sz="900"/>
            </a:lvl5pPr>
            <a:lvl6pPr marL="685800" indent="-123444">
              <a:buClr>
                <a:srgbClr val="B01C2E"/>
              </a:buClr>
              <a:buFont typeface="Arial" pitchFamily="34" charset="0"/>
              <a:buChar char="–"/>
              <a:defRPr sz="900"/>
            </a:lvl6pPr>
          </a:lstStyle>
          <a:p>
            <a:pPr lvl="0"/>
            <a:r>
              <a:rPr lang="en-US"/>
              <a:t>Click to edit Master text styles</a:t>
            </a:r>
          </a:p>
          <a:p>
            <a:pPr lvl="1"/>
            <a:r>
              <a:rPr lang="en-US"/>
              <a:t>Second level</a:t>
            </a:r>
          </a:p>
          <a:p>
            <a:pPr lvl="2"/>
            <a:r>
              <a:rPr lang="en-US"/>
              <a:t>Third level</a:t>
            </a:r>
          </a:p>
        </p:txBody>
      </p:sp>
      <p:sp>
        <p:nvSpPr>
          <p:cNvPr id="16" name="Text Placeholder 5"/>
          <p:cNvSpPr>
            <a:spLocks noGrp="1"/>
          </p:cNvSpPr>
          <p:nvPr>
            <p:ph type="body" sz="quarter" idx="32"/>
          </p:nvPr>
        </p:nvSpPr>
        <p:spPr>
          <a:xfrm>
            <a:off x="2191512" y="4876800"/>
            <a:ext cx="4864608" cy="1280160"/>
          </a:xfrm>
          <a:prstGeom prst="homePlate">
            <a:avLst>
              <a:gd name="adj" fmla="val 25111"/>
            </a:avLst>
          </a:prstGeom>
          <a:solidFill>
            <a:srgbClr val="FFFFFF"/>
          </a:solidFill>
          <a:ln>
            <a:solidFill>
              <a:srgbClr val="C0C0C0"/>
            </a:solidFill>
          </a:ln>
        </p:spPr>
        <p:txBody>
          <a:bodyPr rIns="45720" anchor="ctr"/>
          <a:lstStyle>
            <a:lvl1pPr marL="123444" marR="0" indent="-123444" algn="l" defTabSz="685800" rtl="0" eaLnBrk="1" fontAlgn="auto" latinLnBrk="0" hangingPunct="1">
              <a:lnSpc>
                <a:spcPct val="100000"/>
              </a:lnSpc>
              <a:spcBef>
                <a:spcPct val="20000"/>
              </a:spcBef>
              <a:spcAft>
                <a:spcPts val="0"/>
              </a:spcAft>
              <a:buClr>
                <a:schemeClr val="accent1"/>
              </a:buClr>
              <a:buSzTx/>
              <a:buFont typeface="Wingdings 2" pitchFamily="18" charset="2"/>
              <a:buChar char=""/>
              <a:tabLst/>
              <a:defRPr sz="900" baseline="0"/>
            </a:lvl1pPr>
            <a:lvl2pPr marL="246888" indent="-123444">
              <a:buClr>
                <a:srgbClr val="B01C2E"/>
              </a:buClr>
              <a:buFont typeface="Arial" pitchFamily="34" charset="0"/>
              <a:buChar char="•"/>
              <a:defRPr sz="900" baseline="0"/>
            </a:lvl2pPr>
            <a:lvl3pPr marL="329184" indent="-123444">
              <a:buClr>
                <a:srgbClr val="B01C2E"/>
              </a:buClr>
              <a:buFont typeface="Arial" pitchFamily="34" charset="0"/>
              <a:buChar char="‒"/>
              <a:defRPr sz="900" baseline="0"/>
            </a:lvl3pPr>
            <a:lvl4pPr marL="452628" indent="-123444">
              <a:buClr>
                <a:srgbClr val="B01C2E"/>
              </a:buClr>
              <a:buFont typeface="Arial" pitchFamily="34" charset="0"/>
              <a:buChar char="–"/>
              <a:defRPr sz="900"/>
            </a:lvl4pPr>
            <a:lvl5pPr marL="576072" indent="-123444">
              <a:buClr>
                <a:srgbClr val="B01C2E"/>
              </a:buClr>
              <a:buFont typeface="Arial" pitchFamily="34" charset="0"/>
              <a:buChar char="–"/>
              <a:defRPr sz="900"/>
            </a:lvl5pPr>
            <a:lvl6pPr marL="685800" indent="-123444">
              <a:buClr>
                <a:srgbClr val="B01C2E"/>
              </a:buClr>
              <a:buFont typeface="Arial" pitchFamily="34" charset="0"/>
              <a:buChar char="–"/>
              <a:defRPr sz="900"/>
            </a:lvl6pPr>
          </a:lstStyle>
          <a:p>
            <a:pPr lvl="0"/>
            <a:r>
              <a:rPr lang="en-US"/>
              <a:t>Click to edit Master text styles</a:t>
            </a:r>
          </a:p>
          <a:p>
            <a:pPr lvl="1"/>
            <a:r>
              <a:rPr lang="en-US"/>
              <a:t>Second level</a:t>
            </a:r>
          </a:p>
          <a:p>
            <a:pPr lvl="2"/>
            <a:r>
              <a:rPr lang="en-US"/>
              <a:t>Third level</a:t>
            </a:r>
          </a:p>
        </p:txBody>
      </p:sp>
      <p:sp>
        <p:nvSpPr>
          <p:cNvPr id="10" name="Slide Number Placeholder 9"/>
          <p:cNvSpPr>
            <a:spLocks noGrp="1"/>
          </p:cNvSpPr>
          <p:nvPr>
            <p:ph type="sldNum" sz="quarter" idx="33"/>
          </p:nvPr>
        </p:nvSpPr>
        <p:spPr/>
        <p:txBody>
          <a:bodyPr/>
          <a:lstStyle>
            <a:lvl1pPr>
              <a:defRPr/>
            </a:lvl1pPr>
          </a:lstStyle>
          <a:p>
            <a:fld id="{00398512-78EB-D84B-88E3-8EFD360D49EF}" type="slidenum">
              <a:rPr lang="en-US" altLang="en-US"/>
              <a:pPr/>
              <a:t>‹#›</a:t>
            </a:fld>
            <a:endParaRPr lang="en-US" altLang="en-US"/>
          </a:p>
        </p:txBody>
      </p:sp>
      <p:sp>
        <p:nvSpPr>
          <p:cNvPr id="13" name="Footer Placeholder 12"/>
          <p:cNvSpPr>
            <a:spLocks noGrp="1"/>
          </p:cNvSpPr>
          <p:nvPr>
            <p:ph type="ftr" sz="quarter" idx="34"/>
          </p:nvPr>
        </p:nvSpPr>
        <p:spPr/>
        <p:txBody>
          <a:bodyPr/>
          <a:lstStyle>
            <a:lvl1pPr>
              <a:defRPr/>
            </a:lvl1pPr>
          </a:lstStyle>
          <a:p>
            <a:pPr>
              <a:defRPr/>
            </a:pPr>
            <a:r>
              <a:rPr lang="en-US"/>
              <a:t>Ethical Debates, Econ Theories, Real-World Impacts</a:t>
            </a:r>
          </a:p>
        </p:txBody>
      </p:sp>
    </p:spTree>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preserve="1" userDrawn="1">
  <p:cSld name="Text blocks - Two palettes moving forward">
    <p:spTree>
      <p:nvGrpSpPr>
        <p:cNvPr id="1" name=""/>
        <p:cNvGrpSpPr/>
        <p:nvPr/>
      </p:nvGrpSpPr>
      <p:grpSpPr>
        <a:xfrm>
          <a:off x="0" y="0"/>
          <a:ext cx="0" cy="0"/>
          <a:chOff x="0" y="0"/>
          <a:chExt cx="0" cy="0"/>
        </a:xfrm>
      </p:grpSpPr>
      <p:sp>
        <p:nvSpPr>
          <p:cNvPr id="7" name="AutoShape 3"/>
          <p:cNvSpPr>
            <a:spLocks noChangeArrowheads="1"/>
          </p:cNvSpPr>
          <p:nvPr userDrawn="1"/>
        </p:nvSpPr>
        <p:spPr bwMode="auto">
          <a:xfrm>
            <a:off x="684213" y="2635250"/>
            <a:ext cx="7777162" cy="1587500"/>
          </a:xfrm>
          <a:prstGeom prst="homePlate">
            <a:avLst>
              <a:gd name="adj" fmla="val 32592"/>
            </a:avLst>
          </a:prstGeom>
          <a:gradFill rotWithShape="1">
            <a:gsLst>
              <a:gs pos="0">
                <a:srgbClr val="9E9E9E"/>
              </a:gs>
              <a:gs pos="50000">
                <a:srgbClr val="C4C4C4"/>
              </a:gs>
              <a:gs pos="100000">
                <a:srgbClr val="E3E3E3"/>
              </a:gs>
            </a:gsLst>
            <a:lin ang="10800000" scaled="1"/>
          </a:gradFill>
          <a:ln>
            <a:noFill/>
          </a:ln>
          <a:extLst>
            <a:ext uri="{91240B29-F687-4F45-9708-019B960494DF}">
              <a14:hiddenLine xmlns:a14="http://schemas.microsoft.com/office/drawing/2010/main" w="6350">
                <a:solidFill>
                  <a:srgbClr val="000000"/>
                </a:solidFill>
                <a:miter lim="800000"/>
                <a:headEnd/>
                <a:tailEnd/>
              </a14:hiddenLine>
            </a:ext>
          </a:extLst>
        </p:spPr>
        <p:txBody>
          <a:bodyPr tIns="68580" bIns="68580" anchor="ctr"/>
          <a:lstStyle>
            <a:lvl1pPr eaLnBrk="0" hangingPunct="0">
              <a:defRPr>
                <a:solidFill>
                  <a:schemeClr val="tx1"/>
                </a:solidFill>
                <a:latin typeface="Calibri" charset="0"/>
                <a:ea typeface="Arial" charset="0"/>
                <a:cs typeface="Arial" charset="0"/>
              </a:defRPr>
            </a:lvl1pPr>
            <a:lvl2pPr marL="742950" indent="-285750" eaLnBrk="0" hangingPunct="0">
              <a:defRPr>
                <a:solidFill>
                  <a:schemeClr val="tx1"/>
                </a:solidFill>
                <a:latin typeface="Calibri" charset="0"/>
                <a:ea typeface="Arial" charset="0"/>
                <a:cs typeface="Arial" charset="0"/>
              </a:defRPr>
            </a:lvl2pPr>
            <a:lvl3pPr marL="1143000" indent="-228600" eaLnBrk="0" hangingPunct="0">
              <a:defRPr>
                <a:solidFill>
                  <a:schemeClr val="tx1"/>
                </a:solidFill>
                <a:latin typeface="Calibri" charset="0"/>
                <a:ea typeface="Arial" charset="0"/>
                <a:cs typeface="Arial" charset="0"/>
              </a:defRPr>
            </a:lvl3pPr>
            <a:lvl4pPr marL="1600200" indent="-228600" eaLnBrk="0" hangingPunct="0">
              <a:defRPr>
                <a:solidFill>
                  <a:schemeClr val="tx1"/>
                </a:solidFill>
                <a:latin typeface="Calibri" charset="0"/>
                <a:ea typeface="Arial" charset="0"/>
                <a:cs typeface="Arial" charset="0"/>
              </a:defRPr>
            </a:lvl4pPr>
            <a:lvl5pPr marL="2057400" indent="-228600" eaLnBrk="0" hangingPunct="0">
              <a:defRPr>
                <a:solidFill>
                  <a:schemeClr val="tx1"/>
                </a:solidFill>
                <a:latin typeface="Calibri" charset="0"/>
                <a:ea typeface="Arial" charset="0"/>
                <a:cs typeface="Arial" charset="0"/>
              </a:defRPr>
            </a:lvl5pPr>
            <a:lvl6pPr marL="2514600" indent="-228600" eaLnBrk="0" fontAlgn="base" hangingPunct="0">
              <a:spcBef>
                <a:spcPct val="0"/>
              </a:spcBef>
              <a:spcAft>
                <a:spcPct val="0"/>
              </a:spcAft>
              <a:defRPr>
                <a:solidFill>
                  <a:schemeClr val="tx1"/>
                </a:solidFill>
                <a:latin typeface="Calibri" charset="0"/>
                <a:ea typeface="Arial" charset="0"/>
                <a:cs typeface="Arial" charset="0"/>
              </a:defRPr>
            </a:lvl6pPr>
            <a:lvl7pPr marL="2971800" indent="-228600" eaLnBrk="0" fontAlgn="base" hangingPunct="0">
              <a:spcBef>
                <a:spcPct val="0"/>
              </a:spcBef>
              <a:spcAft>
                <a:spcPct val="0"/>
              </a:spcAft>
              <a:defRPr>
                <a:solidFill>
                  <a:schemeClr val="tx1"/>
                </a:solidFill>
                <a:latin typeface="Calibri" charset="0"/>
                <a:ea typeface="Arial" charset="0"/>
                <a:cs typeface="Arial" charset="0"/>
              </a:defRPr>
            </a:lvl7pPr>
            <a:lvl8pPr marL="3429000" indent="-228600" eaLnBrk="0" fontAlgn="base" hangingPunct="0">
              <a:spcBef>
                <a:spcPct val="0"/>
              </a:spcBef>
              <a:spcAft>
                <a:spcPct val="0"/>
              </a:spcAft>
              <a:defRPr>
                <a:solidFill>
                  <a:schemeClr val="tx1"/>
                </a:solidFill>
                <a:latin typeface="Calibri" charset="0"/>
                <a:ea typeface="Arial" charset="0"/>
                <a:cs typeface="Arial" charset="0"/>
              </a:defRPr>
            </a:lvl8pPr>
            <a:lvl9pPr marL="3886200" indent="-228600" eaLnBrk="0" fontAlgn="base" hangingPunct="0">
              <a:spcBef>
                <a:spcPct val="0"/>
              </a:spcBef>
              <a:spcAft>
                <a:spcPct val="0"/>
              </a:spcAft>
              <a:defRPr>
                <a:solidFill>
                  <a:schemeClr val="tx1"/>
                </a:solidFill>
                <a:latin typeface="Calibri" charset="0"/>
                <a:ea typeface="Arial" charset="0"/>
                <a:cs typeface="Arial" charset="0"/>
              </a:defRPr>
            </a:lvl9pPr>
          </a:lstStyle>
          <a:p>
            <a:pPr eaLnBrk="1" hangingPunct="1"/>
            <a:endParaRPr lang="en-US" altLang="en-US" sz="1350">
              <a:latin typeface="Arial" charset="0"/>
            </a:endParaRPr>
          </a:p>
        </p:txBody>
      </p:sp>
      <p:sp>
        <p:nvSpPr>
          <p:cNvPr id="18" name="Text Placeholder 17"/>
          <p:cNvSpPr>
            <a:spLocks noGrp="1"/>
          </p:cNvSpPr>
          <p:nvPr>
            <p:ph type="body" sz="quarter" idx="21"/>
          </p:nvPr>
        </p:nvSpPr>
        <p:spPr>
          <a:xfrm>
            <a:off x="1051560" y="1417320"/>
            <a:ext cx="3291840" cy="457200"/>
          </a:xfrm>
          <a:prstGeom prst="rect">
            <a:avLst/>
          </a:prstGeom>
          <a:solidFill>
            <a:srgbClr val="B01C2E"/>
          </a:solidFill>
          <a:ln>
            <a:solidFill>
              <a:srgbClr val="C0C0C0"/>
            </a:solidFill>
          </a:ln>
        </p:spPr>
        <p:txBody>
          <a:bodyPr anchor="ctr"/>
          <a:lstStyle>
            <a:lvl1pPr algn="ctr">
              <a:buNone/>
              <a:defRPr sz="900" b="1">
                <a:solidFill>
                  <a:srgbClr val="FFFFFF"/>
                </a:solidFill>
              </a:defRPr>
            </a:lvl1pPr>
          </a:lstStyle>
          <a:p>
            <a:pPr lvl="0"/>
            <a:r>
              <a:rPr lang="en-US"/>
              <a:t>Click to edit Master text styles</a:t>
            </a:r>
          </a:p>
        </p:txBody>
      </p:sp>
      <p:sp>
        <p:nvSpPr>
          <p:cNvPr id="21" name="Text Placeholder 17"/>
          <p:cNvSpPr>
            <a:spLocks noGrp="1"/>
          </p:cNvSpPr>
          <p:nvPr>
            <p:ph type="body" sz="quarter" idx="23"/>
          </p:nvPr>
        </p:nvSpPr>
        <p:spPr>
          <a:xfrm>
            <a:off x="4572000" y="1417320"/>
            <a:ext cx="3291840" cy="457200"/>
          </a:xfrm>
          <a:prstGeom prst="rect">
            <a:avLst/>
          </a:prstGeom>
          <a:solidFill>
            <a:srgbClr val="B01C2E"/>
          </a:solidFill>
          <a:ln>
            <a:solidFill>
              <a:srgbClr val="C0C0C0"/>
            </a:solidFill>
          </a:ln>
        </p:spPr>
        <p:txBody>
          <a:bodyPr anchor="ctr"/>
          <a:lstStyle>
            <a:lvl1pPr algn="ctr">
              <a:buNone/>
              <a:defRPr sz="900" b="1">
                <a:solidFill>
                  <a:srgbClr val="FFFFFF"/>
                </a:solidFill>
              </a:defRPr>
            </a:lvl1pPr>
          </a:lstStyle>
          <a:p>
            <a:pPr lvl="0"/>
            <a:r>
              <a:rPr lang="en-US"/>
              <a:t>Click to edit Master text styles</a:t>
            </a:r>
          </a:p>
        </p:txBody>
      </p:sp>
      <p:sp>
        <p:nvSpPr>
          <p:cNvPr id="10" name="Rectangle 2"/>
          <p:cNvSpPr>
            <a:spLocks noGrp="1" noChangeArrowheads="1"/>
          </p:cNvSpPr>
          <p:nvPr>
            <p:ph type="title"/>
          </p:nvPr>
        </p:nvSpPr>
        <p:spPr bwMode="gray">
          <a:xfrm>
            <a:off x="452441" y="2"/>
            <a:ext cx="8239125" cy="898525"/>
          </a:xfrm>
          <a:prstGeom prst="rect">
            <a:avLst/>
          </a:prstGeom>
          <a:noFill/>
          <a:ln w="9525">
            <a:noFill/>
            <a:miter lim="800000"/>
            <a:headEnd/>
            <a:tailEnd/>
          </a:ln>
        </p:spPr>
        <p:txBody>
          <a:bodyPr vert="horz" wrap="square" lIns="0" tIns="0" rIns="0" bIns="0" numCol="1" anchor="b" anchorCtr="0" compatLnSpc="1">
            <a:prstTxWarp prst="textNoShape">
              <a:avLst/>
            </a:prstTxWarp>
          </a:bodyPr>
          <a:lstStyle>
            <a:lvl1pPr algn="l">
              <a:defRPr sz="1650"/>
            </a:lvl1pPr>
          </a:lstStyle>
          <a:p>
            <a:pPr lvl="0"/>
            <a:r>
              <a:rPr lang="en-US"/>
              <a:t>Click to edit Master title style</a:t>
            </a:r>
            <a:endParaRPr lang="en-US" dirty="0"/>
          </a:p>
        </p:txBody>
      </p:sp>
      <p:sp>
        <p:nvSpPr>
          <p:cNvPr id="14" name="Content Placeholder 10"/>
          <p:cNvSpPr>
            <a:spLocks noGrp="1"/>
          </p:cNvSpPr>
          <p:nvPr>
            <p:ph sz="quarter" idx="20"/>
          </p:nvPr>
        </p:nvSpPr>
        <p:spPr>
          <a:xfrm>
            <a:off x="1051560" y="1874520"/>
            <a:ext cx="3291840" cy="3657600"/>
          </a:xfrm>
          <a:prstGeom prst="rect">
            <a:avLst/>
          </a:prstGeom>
          <a:solidFill>
            <a:srgbClr val="FFFFFF"/>
          </a:solidFill>
          <a:ln>
            <a:solidFill>
              <a:srgbClr val="C0C0C0"/>
            </a:solidFill>
          </a:ln>
        </p:spPr>
        <p:txBody>
          <a:bodyPr/>
          <a:lstStyle>
            <a:lvl1pPr marL="171450" indent="-171450">
              <a:spcBef>
                <a:spcPts val="18"/>
              </a:spcBef>
              <a:buClr>
                <a:schemeClr val="accent1"/>
              </a:buClr>
              <a:buFont typeface="Wingdings 2" pitchFamily="18" charset="2"/>
              <a:buChar char=""/>
              <a:defRPr sz="900"/>
            </a:lvl1pPr>
            <a:lvl2pPr marL="342900" indent="-171450">
              <a:buClr>
                <a:schemeClr val="accent1"/>
              </a:buClr>
              <a:buFont typeface="Arial" pitchFamily="34" charset="0"/>
              <a:buChar char="•"/>
              <a:defRPr sz="900"/>
            </a:lvl2pPr>
            <a:lvl3pPr marL="514350">
              <a:buClr>
                <a:schemeClr val="accent1"/>
              </a:buClr>
              <a:buFont typeface="Arial" pitchFamily="34" charset="0"/>
              <a:buChar char="–"/>
              <a:defRPr sz="900"/>
            </a:lvl3pPr>
            <a:lvl4pPr marL="685800">
              <a:buClr>
                <a:schemeClr val="accent1"/>
              </a:buClr>
              <a:buFont typeface="Arial" pitchFamily="34" charset="0"/>
              <a:buChar char="–"/>
              <a:defRPr sz="900"/>
            </a:lvl4pPr>
            <a:lvl5pPr marL="857250">
              <a:buClr>
                <a:schemeClr val="accent1"/>
              </a:buClr>
              <a:buFont typeface="Arial" pitchFamily="34" charset="0"/>
              <a:buChar char="–"/>
              <a:defRPr sz="9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5" name="Content Placeholder 10"/>
          <p:cNvSpPr>
            <a:spLocks noGrp="1"/>
          </p:cNvSpPr>
          <p:nvPr>
            <p:ph sz="quarter" idx="24"/>
          </p:nvPr>
        </p:nvSpPr>
        <p:spPr>
          <a:xfrm>
            <a:off x="4572000" y="1874520"/>
            <a:ext cx="3291840" cy="3657600"/>
          </a:xfrm>
          <a:prstGeom prst="rect">
            <a:avLst/>
          </a:prstGeom>
          <a:solidFill>
            <a:srgbClr val="FFFFFF"/>
          </a:solidFill>
          <a:ln>
            <a:solidFill>
              <a:srgbClr val="C0C0C0"/>
            </a:solidFill>
          </a:ln>
        </p:spPr>
        <p:txBody>
          <a:bodyPr/>
          <a:lstStyle>
            <a:lvl1pPr marL="171450" indent="-171450">
              <a:spcBef>
                <a:spcPts val="18"/>
              </a:spcBef>
              <a:buClr>
                <a:schemeClr val="accent1"/>
              </a:buClr>
              <a:buFont typeface="Wingdings 2" pitchFamily="18" charset="2"/>
              <a:buChar char=""/>
              <a:defRPr sz="900"/>
            </a:lvl1pPr>
            <a:lvl2pPr marL="342900" indent="-171450">
              <a:buClr>
                <a:schemeClr val="accent1"/>
              </a:buClr>
              <a:buFont typeface="Arial" pitchFamily="34" charset="0"/>
              <a:buChar char="•"/>
              <a:defRPr sz="900"/>
            </a:lvl2pPr>
            <a:lvl3pPr marL="514350">
              <a:buClr>
                <a:schemeClr val="accent1"/>
              </a:buClr>
              <a:buFont typeface="Arial" pitchFamily="34" charset="0"/>
              <a:buChar char="–"/>
              <a:defRPr sz="900"/>
            </a:lvl3pPr>
            <a:lvl4pPr marL="685800">
              <a:buClr>
                <a:schemeClr val="accent1"/>
              </a:buClr>
              <a:buFont typeface="Arial" pitchFamily="34" charset="0"/>
              <a:buChar char="–"/>
              <a:defRPr sz="900"/>
            </a:lvl4pPr>
            <a:lvl5pPr marL="857250">
              <a:buClr>
                <a:schemeClr val="accent1"/>
              </a:buClr>
              <a:buFont typeface="Arial" pitchFamily="34" charset="0"/>
              <a:buChar char="–"/>
              <a:defRPr sz="9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8" name="Slide Number Placeholder 9"/>
          <p:cNvSpPr>
            <a:spLocks noGrp="1"/>
          </p:cNvSpPr>
          <p:nvPr>
            <p:ph type="sldNum" sz="quarter" idx="25"/>
          </p:nvPr>
        </p:nvSpPr>
        <p:spPr/>
        <p:txBody>
          <a:bodyPr/>
          <a:lstStyle>
            <a:lvl1pPr>
              <a:defRPr/>
            </a:lvl1pPr>
          </a:lstStyle>
          <a:p>
            <a:fld id="{6CB47071-B393-DC4F-9921-408D035EE572}" type="slidenum">
              <a:rPr lang="en-US" altLang="en-US"/>
              <a:pPr/>
              <a:t>‹#›</a:t>
            </a:fld>
            <a:endParaRPr lang="en-US" altLang="en-US"/>
          </a:p>
        </p:txBody>
      </p:sp>
      <p:sp>
        <p:nvSpPr>
          <p:cNvPr id="9" name="Footer Placeholder 8"/>
          <p:cNvSpPr>
            <a:spLocks noGrp="1"/>
          </p:cNvSpPr>
          <p:nvPr>
            <p:ph type="ftr" sz="quarter" idx="26"/>
          </p:nvPr>
        </p:nvSpPr>
        <p:spPr/>
        <p:txBody>
          <a:bodyPr/>
          <a:lstStyle>
            <a:lvl1pPr>
              <a:defRPr smtClean="0"/>
            </a:lvl1pPr>
          </a:lstStyle>
          <a:p>
            <a:pPr>
              <a:defRPr/>
            </a:pPr>
            <a:r>
              <a:rPr lang="en-US"/>
              <a:t>Ethical Debates, Econ Theories, Real-World Impacts</a:t>
            </a:r>
          </a:p>
        </p:txBody>
      </p:sp>
    </p:spTree>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preserve="1" userDrawn="1">
  <p:cSld name="Conflict">
    <p:spTree>
      <p:nvGrpSpPr>
        <p:cNvPr id="1" name=""/>
        <p:cNvGrpSpPr/>
        <p:nvPr/>
      </p:nvGrpSpPr>
      <p:grpSpPr>
        <a:xfrm>
          <a:off x="0" y="0"/>
          <a:ext cx="0" cy="0"/>
          <a:chOff x="0" y="0"/>
          <a:chExt cx="0" cy="0"/>
        </a:xfrm>
      </p:grpSpPr>
      <p:sp>
        <p:nvSpPr>
          <p:cNvPr id="7" name="Freeform 7"/>
          <p:cNvSpPr>
            <a:spLocks/>
          </p:cNvSpPr>
          <p:nvPr userDrawn="1"/>
        </p:nvSpPr>
        <p:spPr bwMode="auto">
          <a:xfrm>
            <a:off x="4384675" y="3341688"/>
            <a:ext cx="376238" cy="1403350"/>
          </a:xfrm>
          <a:custGeom>
            <a:avLst/>
            <a:gdLst>
              <a:gd name="T0" fmla="*/ 2147483647 w 176"/>
              <a:gd name="T1" fmla="*/ 0 h 608"/>
              <a:gd name="T2" fmla="*/ 0 w 176"/>
              <a:gd name="T3" fmla="*/ 2147483647 h 608"/>
              <a:gd name="T4" fmla="*/ 2147483647 w 176"/>
              <a:gd name="T5" fmla="*/ 2147483647 h 608"/>
              <a:gd name="T6" fmla="*/ 0 w 176"/>
              <a:gd name="T7" fmla="*/ 2147483647 h 608"/>
              <a:gd name="T8" fmla="*/ 2147483647 w 176"/>
              <a:gd name="T9" fmla="*/ 2147483647 h 608"/>
              <a:gd name="T10" fmla="*/ 2147483647 w 176"/>
              <a:gd name="T11" fmla="*/ 2147483647 h 608"/>
              <a:gd name="T12" fmla="*/ 0 w 176"/>
              <a:gd name="T13" fmla="*/ 2147483647 h 608"/>
              <a:gd name="T14" fmla="*/ 0 w 176"/>
              <a:gd name="T15" fmla="*/ 2147483647 h 608"/>
              <a:gd name="T16" fmla="*/ 2147483647 w 176"/>
              <a:gd name="T17" fmla="*/ 2147483647 h 608"/>
              <a:gd name="T18" fmla="*/ 2147483647 w 176"/>
              <a:gd name="T19" fmla="*/ 2147483647 h 608"/>
              <a:gd name="T20" fmla="*/ 2147483647 w 176"/>
              <a:gd name="T21" fmla="*/ 2147483647 h 608"/>
              <a:gd name="T22" fmla="*/ 2147483647 w 176"/>
              <a:gd name="T23" fmla="*/ 2147483647 h 608"/>
              <a:gd name="T24" fmla="*/ 2147483647 w 176"/>
              <a:gd name="T25" fmla="*/ 2147483647 h 608"/>
              <a:gd name="T26" fmla="*/ 2147483647 w 176"/>
              <a:gd name="T27" fmla="*/ 2147483647 h 608"/>
              <a:gd name="T28" fmla="*/ 2147483647 w 176"/>
              <a:gd name="T29" fmla="*/ 0 h 608"/>
              <a:gd name="T30" fmla="*/ 2147483647 w 176"/>
              <a:gd name="T31" fmla="*/ 0 h 608"/>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Lst>
            <a:ahLst/>
            <a:cxnLst>
              <a:cxn ang="T32">
                <a:pos x="T0" y="T1"/>
              </a:cxn>
              <a:cxn ang="T33">
                <a:pos x="T2" y="T3"/>
              </a:cxn>
              <a:cxn ang="T34">
                <a:pos x="T4" y="T5"/>
              </a:cxn>
              <a:cxn ang="T35">
                <a:pos x="T6" y="T7"/>
              </a:cxn>
              <a:cxn ang="T36">
                <a:pos x="T8" y="T9"/>
              </a:cxn>
              <a:cxn ang="T37">
                <a:pos x="T10" y="T11"/>
              </a:cxn>
              <a:cxn ang="T38">
                <a:pos x="T12" y="T13"/>
              </a:cxn>
              <a:cxn ang="T39">
                <a:pos x="T14" y="T15"/>
              </a:cxn>
              <a:cxn ang="T40">
                <a:pos x="T16" y="T17"/>
              </a:cxn>
              <a:cxn ang="T41">
                <a:pos x="T18" y="T19"/>
              </a:cxn>
              <a:cxn ang="T42">
                <a:pos x="T20" y="T21"/>
              </a:cxn>
              <a:cxn ang="T43">
                <a:pos x="T22" y="T23"/>
              </a:cxn>
              <a:cxn ang="T44">
                <a:pos x="T24" y="T25"/>
              </a:cxn>
              <a:cxn ang="T45">
                <a:pos x="T26" y="T27"/>
              </a:cxn>
              <a:cxn ang="T46">
                <a:pos x="T28" y="T29"/>
              </a:cxn>
              <a:cxn ang="T47">
                <a:pos x="T30" y="T31"/>
              </a:cxn>
            </a:cxnLst>
            <a:rect l="0" t="0" r="r" b="b"/>
            <a:pathLst>
              <a:path w="176" h="608">
                <a:moveTo>
                  <a:pt x="72" y="0"/>
                </a:moveTo>
                <a:lnTo>
                  <a:pt x="0" y="232"/>
                </a:lnTo>
                <a:lnTo>
                  <a:pt x="48" y="232"/>
                </a:lnTo>
                <a:lnTo>
                  <a:pt x="0" y="376"/>
                </a:lnTo>
                <a:lnTo>
                  <a:pt x="72" y="376"/>
                </a:lnTo>
                <a:lnTo>
                  <a:pt x="32" y="504"/>
                </a:lnTo>
                <a:lnTo>
                  <a:pt x="0" y="504"/>
                </a:lnTo>
                <a:lnTo>
                  <a:pt x="0" y="608"/>
                </a:lnTo>
                <a:lnTo>
                  <a:pt x="96" y="496"/>
                </a:lnTo>
                <a:lnTo>
                  <a:pt x="48" y="504"/>
                </a:lnTo>
                <a:lnTo>
                  <a:pt x="144" y="336"/>
                </a:lnTo>
                <a:lnTo>
                  <a:pt x="72" y="336"/>
                </a:lnTo>
                <a:lnTo>
                  <a:pt x="144" y="192"/>
                </a:lnTo>
                <a:lnTo>
                  <a:pt x="88" y="192"/>
                </a:lnTo>
                <a:lnTo>
                  <a:pt x="176" y="0"/>
                </a:lnTo>
                <a:lnTo>
                  <a:pt x="72" y="0"/>
                </a:lnTo>
                <a:close/>
              </a:path>
            </a:pathLst>
          </a:custGeom>
          <a:solidFill>
            <a:srgbClr val="B01C2E"/>
          </a:solidFill>
          <a:ln w="6350" cap="flat" cmpd="sng">
            <a:solidFill>
              <a:srgbClr val="B01C2E"/>
            </a:solidFill>
            <a:prstDash val="solid"/>
            <a:round/>
            <a:headEnd/>
            <a:tailEnd/>
          </a:ln>
        </p:spPr>
        <p:txBody>
          <a:bodyPr lIns="54000" tIns="54000" rIns="54000" bIns="54000" anchor="ctr"/>
          <a:lstStyle/>
          <a:p>
            <a:endParaRPr lang="en-US" sz="1350"/>
          </a:p>
        </p:txBody>
      </p:sp>
      <p:sp>
        <p:nvSpPr>
          <p:cNvPr id="18" name="Text Placeholder 17"/>
          <p:cNvSpPr>
            <a:spLocks noGrp="1"/>
          </p:cNvSpPr>
          <p:nvPr>
            <p:ph type="body" sz="quarter" idx="21"/>
          </p:nvPr>
        </p:nvSpPr>
        <p:spPr>
          <a:xfrm>
            <a:off x="835152" y="1417320"/>
            <a:ext cx="3035808" cy="457200"/>
          </a:xfrm>
          <a:prstGeom prst="rect">
            <a:avLst/>
          </a:prstGeom>
          <a:solidFill>
            <a:srgbClr val="B01C2E"/>
          </a:solidFill>
          <a:ln>
            <a:solidFill>
              <a:srgbClr val="C0C0C0"/>
            </a:solidFill>
          </a:ln>
        </p:spPr>
        <p:txBody>
          <a:bodyPr anchor="ctr"/>
          <a:lstStyle>
            <a:lvl1pPr algn="ctr">
              <a:buNone/>
              <a:defRPr sz="900" b="1" baseline="0">
                <a:solidFill>
                  <a:srgbClr val="FFFFFF"/>
                </a:solidFill>
              </a:defRPr>
            </a:lvl1pPr>
          </a:lstStyle>
          <a:p>
            <a:pPr lvl="0"/>
            <a:r>
              <a:rPr lang="en-US"/>
              <a:t>Click to edit Master text styles</a:t>
            </a:r>
          </a:p>
        </p:txBody>
      </p:sp>
      <p:sp>
        <p:nvSpPr>
          <p:cNvPr id="21" name="Text Placeholder 17"/>
          <p:cNvSpPr>
            <a:spLocks noGrp="1"/>
          </p:cNvSpPr>
          <p:nvPr>
            <p:ph type="body" sz="quarter" idx="23"/>
          </p:nvPr>
        </p:nvSpPr>
        <p:spPr>
          <a:xfrm>
            <a:off x="5266627" y="1417320"/>
            <a:ext cx="3054096" cy="457200"/>
          </a:xfrm>
          <a:prstGeom prst="rect">
            <a:avLst/>
          </a:prstGeom>
          <a:solidFill>
            <a:srgbClr val="B01C2E"/>
          </a:solidFill>
          <a:ln>
            <a:solidFill>
              <a:srgbClr val="C0C0C0"/>
            </a:solidFill>
          </a:ln>
        </p:spPr>
        <p:txBody>
          <a:bodyPr anchor="ctr"/>
          <a:lstStyle>
            <a:lvl1pPr algn="ctr">
              <a:buNone/>
              <a:defRPr sz="900" b="1">
                <a:solidFill>
                  <a:srgbClr val="FFFFFF"/>
                </a:solidFill>
              </a:defRPr>
            </a:lvl1pPr>
          </a:lstStyle>
          <a:p>
            <a:pPr lvl="0"/>
            <a:r>
              <a:rPr lang="en-US"/>
              <a:t>Click to edit Master text styles</a:t>
            </a:r>
          </a:p>
        </p:txBody>
      </p:sp>
      <p:sp>
        <p:nvSpPr>
          <p:cNvPr id="9" name="Rectangle 2"/>
          <p:cNvSpPr>
            <a:spLocks noGrp="1" noChangeArrowheads="1"/>
          </p:cNvSpPr>
          <p:nvPr>
            <p:ph type="title"/>
          </p:nvPr>
        </p:nvSpPr>
        <p:spPr bwMode="gray">
          <a:xfrm>
            <a:off x="452441" y="2"/>
            <a:ext cx="8239125" cy="898525"/>
          </a:xfrm>
          <a:prstGeom prst="rect">
            <a:avLst/>
          </a:prstGeom>
          <a:noFill/>
          <a:ln w="9525">
            <a:noFill/>
            <a:miter lim="800000"/>
            <a:headEnd/>
            <a:tailEnd/>
          </a:ln>
        </p:spPr>
        <p:txBody>
          <a:bodyPr vert="horz" wrap="square" lIns="0" tIns="0" rIns="0" bIns="0" numCol="1" anchor="b" anchorCtr="0" compatLnSpc="1">
            <a:prstTxWarp prst="textNoShape">
              <a:avLst/>
            </a:prstTxWarp>
          </a:bodyPr>
          <a:lstStyle>
            <a:lvl1pPr algn="l">
              <a:defRPr sz="1650"/>
            </a:lvl1pPr>
          </a:lstStyle>
          <a:p>
            <a:pPr lvl="0"/>
            <a:r>
              <a:rPr lang="en-US"/>
              <a:t>Click to edit Master title style</a:t>
            </a:r>
            <a:endParaRPr lang="en-US" dirty="0"/>
          </a:p>
        </p:txBody>
      </p:sp>
      <p:sp>
        <p:nvSpPr>
          <p:cNvPr id="11" name="Content Placeholder 10"/>
          <p:cNvSpPr>
            <a:spLocks noGrp="1"/>
          </p:cNvSpPr>
          <p:nvPr>
            <p:ph sz="quarter" idx="20"/>
          </p:nvPr>
        </p:nvSpPr>
        <p:spPr>
          <a:xfrm>
            <a:off x="835152" y="1874520"/>
            <a:ext cx="3291840" cy="4343400"/>
          </a:xfrm>
          <a:prstGeom prst="homePlate">
            <a:avLst>
              <a:gd name="adj" fmla="val 7684"/>
            </a:avLst>
          </a:prstGeom>
          <a:solidFill>
            <a:srgbClr val="FFFFFF"/>
          </a:solidFill>
          <a:ln>
            <a:solidFill>
              <a:srgbClr val="C0C0C0"/>
            </a:solidFill>
          </a:ln>
        </p:spPr>
        <p:txBody>
          <a:bodyPr/>
          <a:lstStyle>
            <a:lvl1pPr marL="171450" indent="-171450">
              <a:spcBef>
                <a:spcPts val="18"/>
              </a:spcBef>
              <a:buClr>
                <a:schemeClr val="accent1"/>
              </a:buClr>
              <a:buFont typeface="Wingdings 2" pitchFamily="18" charset="2"/>
              <a:buChar char=""/>
              <a:defRPr sz="900"/>
            </a:lvl1pPr>
            <a:lvl2pPr marL="342900" indent="-171450">
              <a:buClr>
                <a:schemeClr val="accent1"/>
              </a:buClr>
              <a:buFont typeface="Arial" pitchFamily="34" charset="0"/>
              <a:buChar char="•"/>
              <a:defRPr sz="900"/>
            </a:lvl2pPr>
            <a:lvl3pPr marL="514350">
              <a:buClr>
                <a:schemeClr val="accent1"/>
              </a:buClr>
              <a:buFont typeface="Arial" pitchFamily="34" charset="0"/>
              <a:buChar char="–"/>
              <a:defRPr sz="900"/>
            </a:lvl3pPr>
            <a:lvl4pPr marL="685800">
              <a:buClr>
                <a:schemeClr val="accent1"/>
              </a:buClr>
              <a:buFont typeface="Arial" pitchFamily="34" charset="0"/>
              <a:buChar char="–"/>
              <a:defRPr sz="900"/>
            </a:lvl4pPr>
            <a:lvl5pPr marL="857250">
              <a:buClr>
                <a:schemeClr val="accent1"/>
              </a:buClr>
              <a:buFont typeface="Arial" pitchFamily="34" charset="0"/>
              <a:buChar char="–"/>
              <a:defRPr sz="9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2" name="Content Placeholder 10"/>
          <p:cNvSpPr>
            <a:spLocks noGrp="1"/>
          </p:cNvSpPr>
          <p:nvPr>
            <p:ph sz="quarter" idx="24"/>
          </p:nvPr>
        </p:nvSpPr>
        <p:spPr>
          <a:xfrm flipH="1">
            <a:off x="5028883" y="1874520"/>
            <a:ext cx="3291840" cy="4343400"/>
          </a:xfrm>
          <a:prstGeom prst="homePlate">
            <a:avLst>
              <a:gd name="adj" fmla="val 7343"/>
            </a:avLst>
          </a:prstGeom>
          <a:solidFill>
            <a:srgbClr val="FFFFFF"/>
          </a:solidFill>
          <a:ln>
            <a:solidFill>
              <a:srgbClr val="C0C0C0"/>
            </a:solidFill>
          </a:ln>
        </p:spPr>
        <p:txBody>
          <a:bodyPr lIns="228600"/>
          <a:lstStyle>
            <a:lvl1pPr marL="171450" indent="-171450">
              <a:spcBef>
                <a:spcPts val="18"/>
              </a:spcBef>
              <a:buClr>
                <a:schemeClr val="accent1"/>
              </a:buClr>
              <a:buFont typeface="Wingdings 2" pitchFamily="18" charset="2"/>
              <a:buChar char=""/>
              <a:defRPr sz="900"/>
            </a:lvl1pPr>
            <a:lvl2pPr marL="342900" indent="-171450">
              <a:buClr>
                <a:schemeClr val="accent1"/>
              </a:buClr>
              <a:buFont typeface="Arial" pitchFamily="34" charset="0"/>
              <a:buChar char="•"/>
              <a:defRPr sz="900"/>
            </a:lvl2pPr>
            <a:lvl3pPr marL="514350">
              <a:buClr>
                <a:schemeClr val="accent1"/>
              </a:buClr>
              <a:buFont typeface="Arial" pitchFamily="34" charset="0"/>
              <a:buChar char="–"/>
              <a:defRPr sz="900"/>
            </a:lvl3pPr>
            <a:lvl4pPr marL="685800">
              <a:buClr>
                <a:schemeClr val="accent1"/>
              </a:buClr>
              <a:buFont typeface="Arial" pitchFamily="34" charset="0"/>
              <a:buChar char="–"/>
              <a:defRPr sz="900"/>
            </a:lvl4pPr>
            <a:lvl5pPr marL="857250">
              <a:buClr>
                <a:schemeClr val="accent1"/>
              </a:buClr>
              <a:buFont typeface="Arial" pitchFamily="34" charset="0"/>
              <a:buChar char="–"/>
              <a:defRPr sz="9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8" name="Slide Number Placeholder 9"/>
          <p:cNvSpPr>
            <a:spLocks noGrp="1"/>
          </p:cNvSpPr>
          <p:nvPr>
            <p:ph type="sldNum" sz="quarter" idx="25"/>
          </p:nvPr>
        </p:nvSpPr>
        <p:spPr/>
        <p:txBody>
          <a:bodyPr/>
          <a:lstStyle>
            <a:lvl1pPr>
              <a:defRPr/>
            </a:lvl1pPr>
          </a:lstStyle>
          <a:p>
            <a:fld id="{6C637242-61C1-4C47-AFEF-079B86936FE6}" type="slidenum">
              <a:rPr lang="en-US" altLang="en-US"/>
              <a:pPr/>
              <a:t>‹#›</a:t>
            </a:fld>
            <a:endParaRPr lang="en-US" altLang="en-US"/>
          </a:p>
        </p:txBody>
      </p:sp>
      <p:sp>
        <p:nvSpPr>
          <p:cNvPr id="10" name="Footer Placeholder 12"/>
          <p:cNvSpPr>
            <a:spLocks noGrp="1"/>
          </p:cNvSpPr>
          <p:nvPr>
            <p:ph type="ftr" sz="quarter" idx="26"/>
          </p:nvPr>
        </p:nvSpPr>
        <p:spPr/>
        <p:txBody>
          <a:bodyPr/>
          <a:lstStyle>
            <a:lvl1pPr>
              <a:defRPr smtClean="0"/>
            </a:lvl1pPr>
          </a:lstStyle>
          <a:p>
            <a:pPr>
              <a:defRPr/>
            </a:pPr>
            <a:r>
              <a:rPr lang="en-US"/>
              <a:t>Ethical Debates, Econ Theories, Real-World Impacts</a:t>
            </a:r>
          </a:p>
        </p:txBody>
      </p:sp>
    </p:spTree>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preserve="1" userDrawn="1">
  <p:cSld name="Consequences List">
    <p:spTree>
      <p:nvGrpSpPr>
        <p:cNvPr id="1" name=""/>
        <p:cNvGrpSpPr/>
        <p:nvPr/>
      </p:nvGrpSpPr>
      <p:grpSpPr>
        <a:xfrm>
          <a:off x="0" y="0"/>
          <a:ext cx="0" cy="0"/>
          <a:chOff x="0" y="0"/>
          <a:chExt cx="0" cy="0"/>
        </a:xfrm>
      </p:grpSpPr>
      <p:sp>
        <p:nvSpPr>
          <p:cNvPr id="20" name="Content Placeholder 10"/>
          <p:cNvSpPr>
            <a:spLocks noGrp="1"/>
          </p:cNvSpPr>
          <p:nvPr>
            <p:ph sz="quarter" idx="35"/>
          </p:nvPr>
        </p:nvSpPr>
        <p:spPr>
          <a:xfrm>
            <a:off x="6181725" y="1577977"/>
            <a:ext cx="2487168" cy="3931920"/>
          </a:xfrm>
          <a:prstGeom prst="rect">
            <a:avLst/>
          </a:prstGeom>
          <a:solidFill>
            <a:srgbClr val="FFFFFF"/>
          </a:solidFill>
          <a:ln>
            <a:solidFill>
              <a:srgbClr val="C0C0C0"/>
            </a:solidFill>
          </a:ln>
        </p:spPr>
        <p:txBody>
          <a:bodyPr lIns="457200" rIns="91440"/>
          <a:lstStyle>
            <a:lvl1pPr marL="171450" indent="-171450">
              <a:spcBef>
                <a:spcPts val="18"/>
              </a:spcBef>
              <a:buClr>
                <a:schemeClr val="accent1"/>
              </a:buClr>
              <a:buFont typeface="Wingdings 2" pitchFamily="18" charset="2"/>
              <a:buChar char=""/>
              <a:defRPr sz="900"/>
            </a:lvl1pPr>
            <a:lvl2pPr marL="342900" indent="-171450">
              <a:buClr>
                <a:schemeClr val="accent1"/>
              </a:buClr>
              <a:buFont typeface="Arial" pitchFamily="34" charset="0"/>
              <a:buChar char="•"/>
              <a:defRPr sz="900"/>
            </a:lvl2pPr>
            <a:lvl3pPr marL="514350">
              <a:buClr>
                <a:schemeClr val="accent1"/>
              </a:buClr>
              <a:buFont typeface="Arial" pitchFamily="34" charset="0"/>
              <a:buChar char="–"/>
              <a:defRPr sz="900"/>
            </a:lvl3pPr>
            <a:lvl4pPr marL="685800">
              <a:buClr>
                <a:schemeClr val="accent1"/>
              </a:buClr>
              <a:buFont typeface="Arial" pitchFamily="34" charset="0"/>
              <a:buChar char="–"/>
              <a:defRPr sz="900"/>
            </a:lvl4pPr>
            <a:lvl5pPr marL="857250">
              <a:buClr>
                <a:schemeClr val="accent1"/>
              </a:buClr>
              <a:buFont typeface="Arial" pitchFamily="34" charset="0"/>
              <a:buChar char="–"/>
              <a:defRPr sz="9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9" name="Content Placeholder 10"/>
          <p:cNvSpPr>
            <a:spLocks noGrp="1"/>
          </p:cNvSpPr>
          <p:nvPr>
            <p:ph sz="quarter" idx="20"/>
          </p:nvPr>
        </p:nvSpPr>
        <p:spPr>
          <a:xfrm>
            <a:off x="484632" y="1577977"/>
            <a:ext cx="2487168" cy="3931920"/>
          </a:xfrm>
          <a:prstGeom prst="rect">
            <a:avLst/>
          </a:prstGeom>
          <a:solidFill>
            <a:srgbClr val="FFFFFF"/>
          </a:solidFill>
          <a:ln>
            <a:solidFill>
              <a:srgbClr val="C0C0C0"/>
            </a:solidFill>
          </a:ln>
        </p:spPr>
        <p:txBody>
          <a:bodyPr rIns="457200"/>
          <a:lstStyle>
            <a:lvl1pPr marL="171450" indent="-171450">
              <a:spcBef>
                <a:spcPts val="18"/>
              </a:spcBef>
              <a:buClr>
                <a:schemeClr val="accent1"/>
              </a:buClr>
              <a:buFont typeface="Wingdings 2" pitchFamily="18" charset="2"/>
              <a:buChar char=""/>
              <a:defRPr sz="900"/>
            </a:lvl1pPr>
            <a:lvl2pPr marL="342900" indent="-171450">
              <a:buClr>
                <a:schemeClr val="accent1"/>
              </a:buClr>
              <a:buFont typeface="Arial" pitchFamily="34" charset="0"/>
              <a:buChar char="•"/>
              <a:defRPr sz="900"/>
            </a:lvl2pPr>
            <a:lvl3pPr marL="514350">
              <a:buClr>
                <a:schemeClr val="accent1"/>
              </a:buClr>
              <a:buFont typeface="Arial" pitchFamily="34" charset="0"/>
              <a:buChar char="–"/>
              <a:defRPr sz="900"/>
            </a:lvl3pPr>
            <a:lvl4pPr marL="685800">
              <a:buClr>
                <a:schemeClr val="accent1"/>
              </a:buClr>
              <a:buFont typeface="Arial" pitchFamily="34" charset="0"/>
              <a:buChar char="–"/>
              <a:defRPr sz="900"/>
            </a:lvl4pPr>
            <a:lvl5pPr marL="857250">
              <a:buClr>
                <a:schemeClr val="accent1"/>
              </a:buClr>
              <a:buFont typeface="Arial" pitchFamily="34" charset="0"/>
              <a:buChar char="–"/>
              <a:defRPr sz="9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24" name="Text Placeholder 23"/>
          <p:cNvSpPr>
            <a:spLocks noGrp="1"/>
          </p:cNvSpPr>
          <p:nvPr>
            <p:ph type="body" sz="quarter" idx="10"/>
          </p:nvPr>
        </p:nvSpPr>
        <p:spPr>
          <a:xfrm>
            <a:off x="2667000" y="1828800"/>
            <a:ext cx="3931920" cy="484632"/>
          </a:xfrm>
          <a:prstGeom prst="homePlate">
            <a:avLst>
              <a:gd name="adj" fmla="val 16207"/>
            </a:avLst>
          </a:prstGeom>
          <a:solidFill>
            <a:srgbClr val="FFFFFF"/>
          </a:solidFill>
          <a:ln>
            <a:solidFill>
              <a:srgbClr val="B01C2E"/>
            </a:solidFill>
          </a:ln>
        </p:spPr>
        <p:txBody>
          <a:bodyPr anchor="ctr"/>
          <a:lstStyle>
            <a:lvl1pPr marL="133350" indent="0">
              <a:spcBef>
                <a:spcPts val="0"/>
              </a:spcBef>
              <a:buNone/>
              <a:defRPr sz="900"/>
            </a:lvl1pPr>
          </a:lstStyle>
          <a:p>
            <a:pPr lvl="0"/>
            <a:r>
              <a:rPr lang="en-US"/>
              <a:t>Click to edit Master text styles</a:t>
            </a:r>
          </a:p>
        </p:txBody>
      </p:sp>
      <p:sp>
        <p:nvSpPr>
          <p:cNvPr id="31" name="Text Placeholder 23"/>
          <p:cNvSpPr>
            <a:spLocks noGrp="1"/>
          </p:cNvSpPr>
          <p:nvPr>
            <p:ph type="body" sz="quarter" idx="21"/>
          </p:nvPr>
        </p:nvSpPr>
        <p:spPr>
          <a:xfrm>
            <a:off x="2667000" y="2423160"/>
            <a:ext cx="3931920" cy="484632"/>
          </a:xfrm>
          <a:prstGeom prst="homePlate">
            <a:avLst>
              <a:gd name="adj" fmla="val 16207"/>
            </a:avLst>
          </a:prstGeom>
          <a:solidFill>
            <a:srgbClr val="FFFFFF"/>
          </a:solidFill>
          <a:ln>
            <a:solidFill>
              <a:srgbClr val="B01C2E"/>
            </a:solidFill>
          </a:ln>
        </p:spPr>
        <p:txBody>
          <a:bodyPr anchor="ctr"/>
          <a:lstStyle>
            <a:lvl1pPr marL="133350" indent="0">
              <a:spcBef>
                <a:spcPts val="0"/>
              </a:spcBef>
              <a:buNone/>
              <a:defRPr sz="900"/>
            </a:lvl1pPr>
          </a:lstStyle>
          <a:p>
            <a:pPr lvl="0"/>
            <a:r>
              <a:rPr lang="en-US"/>
              <a:t>Click to edit Master text styles</a:t>
            </a:r>
          </a:p>
        </p:txBody>
      </p:sp>
      <p:sp>
        <p:nvSpPr>
          <p:cNvPr id="32" name="Text Placeholder 23"/>
          <p:cNvSpPr>
            <a:spLocks noGrp="1"/>
          </p:cNvSpPr>
          <p:nvPr>
            <p:ph type="body" sz="quarter" idx="22"/>
          </p:nvPr>
        </p:nvSpPr>
        <p:spPr>
          <a:xfrm>
            <a:off x="2667000" y="3017520"/>
            <a:ext cx="3931920" cy="484632"/>
          </a:xfrm>
          <a:prstGeom prst="homePlate">
            <a:avLst>
              <a:gd name="adj" fmla="val 16207"/>
            </a:avLst>
          </a:prstGeom>
          <a:solidFill>
            <a:srgbClr val="FFFFFF"/>
          </a:solidFill>
          <a:ln>
            <a:solidFill>
              <a:srgbClr val="B01C2E"/>
            </a:solidFill>
          </a:ln>
        </p:spPr>
        <p:txBody>
          <a:bodyPr anchor="ctr"/>
          <a:lstStyle>
            <a:lvl1pPr marL="133350" indent="0">
              <a:spcBef>
                <a:spcPts val="0"/>
              </a:spcBef>
              <a:buNone/>
              <a:defRPr sz="900"/>
            </a:lvl1pPr>
          </a:lstStyle>
          <a:p>
            <a:pPr lvl="0"/>
            <a:r>
              <a:rPr lang="en-US"/>
              <a:t>Click to edit Master text styles</a:t>
            </a:r>
          </a:p>
        </p:txBody>
      </p:sp>
      <p:sp>
        <p:nvSpPr>
          <p:cNvPr id="33" name="Text Placeholder 23"/>
          <p:cNvSpPr>
            <a:spLocks noGrp="1"/>
          </p:cNvSpPr>
          <p:nvPr>
            <p:ph type="body" sz="quarter" idx="23"/>
          </p:nvPr>
        </p:nvSpPr>
        <p:spPr>
          <a:xfrm>
            <a:off x="2667000" y="3611880"/>
            <a:ext cx="3931920" cy="484632"/>
          </a:xfrm>
          <a:prstGeom prst="homePlate">
            <a:avLst>
              <a:gd name="adj" fmla="val 16207"/>
            </a:avLst>
          </a:prstGeom>
          <a:solidFill>
            <a:srgbClr val="FFFFFF"/>
          </a:solidFill>
          <a:ln>
            <a:solidFill>
              <a:srgbClr val="B01C2E"/>
            </a:solidFill>
          </a:ln>
        </p:spPr>
        <p:txBody>
          <a:bodyPr anchor="ctr"/>
          <a:lstStyle>
            <a:lvl1pPr marL="133350" indent="0">
              <a:spcBef>
                <a:spcPts val="0"/>
              </a:spcBef>
              <a:buNone/>
              <a:defRPr sz="900"/>
            </a:lvl1pPr>
          </a:lstStyle>
          <a:p>
            <a:pPr lvl="0"/>
            <a:r>
              <a:rPr lang="en-US"/>
              <a:t>Click to edit Master text styles</a:t>
            </a:r>
          </a:p>
        </p:txBody>
      </p:sp>
      <p:sp>
        <p:nvSpPr>
          <p:cNvPr id="34" name="Text Placeholder 23"/>
          <p:cNvSpPr>
            <a:spLocks noGrp="1"/>
          </p:cNvSpPr>
          <p:nvPr>
            <p:ph type="body" sz="quarter" idx="24"/>
          </p:nvPr>
        </p:nvSpPr>
        <p:spPr>
          <a:xfrm>
            <a:off x="2667000" y="4206240"/>
            <a:ext cx="3931920" cy="484632"/>
          </a:xfrm>
          <a:prstGeom prst="homePlate">
            <a:avLst>
              <a:gd name="adj" fmla="val 16207"/>
            </a:avLst>
          </a:prstGeom>
          <a:solidFill>
            <a:srgbClr val="FFFFFF"/>
          </a:solidFill>
          <a:ln>
            <a:solidFill>
              <a:srgbClr val="B01C2E"/>
            </a:solidFill>
          </a:ln>
        </p:spPr>
        <p:txBody>
          <a:bodyPr anchor="ctr"/>
          <a:lstStyle>
            <a:lvl1pPr marL="133350" indent="0">
              <a:spcBef>
                <a:spcPts val="0"/>
              </a:spcBef>
              <a:buNone/>
              <a:defRPr sz="900"/>
            </a:lvl1pPr>
          </a:lstStyle>
          <a:p>
            <a:pPr lvl="0"/>
            <a:r>
              <a:rPr lang="en-US"/>
              <a:t>Click to edit Master text styles</a:t>
            </a:r>
          </a:p>
        </p:txBody>
      </p:sp>
      <p:sp>
        <p:nvSpPr>
          <p:cNvPr id="35" name="Text Placeholder 23"/>
          <p:cNvSpPr>
            <a:spLocks noGrp="1"/>
          </p:cNvSpPr>
          <p:nvPr>
            <p:ph type="body" sz="quarter" idx="25"/>
          </p:nvPr>
        </p:nvSpPr>
        <p:spPr>
          <a:xfrm>
            <a:off x="2667000" y="4800600"/>
            <a:ext cx="3931920" cy="484632"/>
          </a:xfrm>
          <a:prstGeom prst="homePlate">
            <a:avLst>
              <a:gd name="adj" fmla="val 16207"/>
            </a:avLst>
          </a:prstGeom>
          <a:solidFill>
            <a:srgbClr val="FFFFFF"/>
          </a:solidFill>
          <a:ln>
            <a:solidFill>
              <a:srgbClr val="B01C2E"/>
            </a:solidFill>
          </a:ln>
        </p:spPr>
        <p:txBody>
          <a:bodyPr anchor="ctr"/>
          <a:lstStyle>
            <a:lvl1pPr marL="133350" indent="0">
              <a:spcBef>
                <a:spcPts val="0"/>
              </a:spcBef>
              <a:buNone/>
              <a:defRPr sz="900"/>
            </a:lvl1pPr>
          </a:lstStyle>
          <a:p>
            <a:pPr lvl="0"/>
            <a:r>
              <a:rPr lang="en-US"/>
              <a:t>Click to edit Master text styles</a:t>
            </a:r>
          </a:p>
        </p:txBody>
      </p:sp>
      <p:sp>
        <p:nvSpPr>
          <p:cNvPr id="36" name="Text Placeholder 22"/>
          <p:cNvSpPr>
            <a:spLocks noGrp="1"/>
          </p:cNvSpPr>
          <p:nvPr>
            <p:ph type="body" sz="quarter" idx="29"/>
          </p:nvPr>
        </p:nvSpPr>
        <p:spPr>
          <a:xfrm>
            <a:off x="2514600" y="1981200"/>
            <a:ext cx="237744" cy="256032"/>
          </a:xfrm>
          <a:prstGeom prst="rect">
            <a:avLst/>
          </a:prstGeom>
          <a:solidFill>
            <a:srgbClr val="B01C2E"/>
          </a:solidFill>
          <a:ln>
            <a:solidFill>
              <a:srgbClr val="999999"/>
            </a:solidFill>
          </a:ln>
        </p:spPr>
        <p:txBody>
          <a:bodyPr lIns="0" tIns="0" rIns="0" bIns="0" anchor="ctr"/>
          <a:lstStyle>
            <a:lvl1pPr marL="0" indent="0" algn="ctr">
              <a:spcBef>
                <a:spcPts val="0"/>
              </a:spcBef>
              <a:buNone/>
              <a:defRPr sz="1200" b="1">
                <a:solidFill>
                  <a:srgbClr val="FFFFFF"/>
                </a:solidFill>
              </a:defRPr>
            </a:lvl1pPr>
          </a:lstStyle>
          <a:p>
            <a:pPr lvl="0"/>
            <a:r>
              <a:rPr lang="en-US"/>
              <a:t>Click to edit Master text styles</a:t>
            </a:r>
          </a:p>
        </p:txBody>
      </p:sp>
      <p:sp>
        <p:nvSpPr>
          <p:cNvPr id="37" name="Text Placeholder 22"/>
          <p:cNvSpPr>
            <a:spLocks noGrp="1"/>
          </p:cNvSpPr>
          <p:nvPr>
            <p:ph type="body" sz="quarter" idx="30"/>
          </p:nvPr>
        </p:nvSpPr>
        <p:spPr>
          <a:xfrm>
            <a:off x="2514600" y="2570074"/>
            <a:ext cx="237744" cy="256032"/>
          </a:xfrm>
          <a:prstGeom prst="rect">
            <a:avLst/>
          </a:prstGeom>
          <a:solidFill>
            <a:srgbClr val="B01C2E"/>
          </a:solidFill>
          <a:ln>
            <a:solidFill>
              <a:srgbClr val="999999"/>
            </a:solidFill>
          </a:ln>
        </p:spPr>
        <p:txBody>
          <a:bodyPr lIns="0" tIns="0" rIns="0" bIns="0" anchor="ctr"/>
          <a:lstStyle>
            <a:lvl1pPr marL="0" indent="0" algn="ctr">
              <a:spcBef>
                <a:spcPts val="0"/>
              </a:spcBef>
              <a:buNone/>
              <a:defRPr sz="1200" b="1">
                <a:solidFill>
                  <a:srgbClr val="FFFFFF"/>
                </a:solidFill>
              </a:defRPr>
            </a:lvl1pPr>
          </a:lstStyle>
          <a:p>
            <a:pPr lvl="0"/>
            <a:r>
              <a:rPr lang="en-US"/>
              <a:t>Click to edit Master text styles</a:t>
            </a:r>
          </a:p>
        </p:txBody>
      </p:sp>
      <p:sp>
        <p:nvSpPr>
          <p:cNvPr id="38" name="Text Placeholder 22"/>
          <p:cNvSpPr>
            <a:spLocks noGrp="1"/>
          </p:cNvSpPr>
          <p:nvPr>
            <p:ph type="body" sz="quarter" idx="31"/>
          </p:nvPr>
        </p:nvSpPr>
        <p:spPr>
          <a:xfrm>
            <a:off x="2514600" y="3158948"/>
            <a:ext cx="237744" cy="256032"/>
          </a:xfrm>
          <a:prstGeom prst="rect">
            <a:avLst/>
          </a:prstGeom>
          <a:solidFill>
            <a:srgbClr val="B01C2E"/>
          </a:solidFill>
          <a:ln>
            <a:solidFill>
              <a:srgbClr val="999999"/>
            </a:solidFill>
          </a:ln>
        </p:spPr>
        <p:txBody>
          <a:bodyPr lIns="0" tIns="0" rIns="0" bIns="0" anchor="ctr"/>
          <a:lstStyle>
            <a:lvl1pPr marL="0" indent="0" algn="ctr">
              <a:spcBef>
                <a:spcPts val="0"/>
              </a:spcBef>
              <a:buNone/>
              <a:defRPr sz="1200" b="1">
                <a:solidFill>
                  <a:srgbClr val="FFFFFF"/>
                </a:solidFill>
              </a:defRPr>
            </a:lvl1pPr>
          </a:lstStyle>
          <a:p>
            <a:pPr lvl="0"/>
            <a:r>
              <a:rPr lang="en-US"/>
              <a:t>Click to edit Master text styles</a:t>
            </a:r>
          </a:p>
        </p:txBody>
      </p:sp>
      <p:sp>
        <p:nvSpPr>
          <p:cNvPr id="39" name="Text Placeholder 22"/>
          <p:cNvSpPr>
            <a:spLocks noGrp="1"/>
          </p:cNvSpPr>
          <p:nvPr>
            <p:ph type="body" sz="quarter" idx="32"/>
          </p:nvPr>
        </p:nvSpPr>
        <p:spPr>
          <a:xfrm>
            <a:off x="2514600" y="3747822"/>
            <a:ext cx="237744" cy="256032"/>
          </a:xfrm>
          <a:prstGeom prst="rect">
            <a:avLst/>
          </a:prstGeom>
          <a:solidFill>
            <a:srgbClr val="B01C2E"/>
          </a:solidFill>
          <a:ln>
            <a:solidFill>
              <a:srgbClr val="999999"/>
            </a:solidFill>
          </a:ln>
        </p:spPr>
        <p:txBody>
          <a:bodyPr lIns="0" tIns="0" rIns="0" bIns="0" anchor="ctr"/>
          <a:lstStyle>
            <a:lvl1pPr marL="0" indent="0" algn="ctr">
              <a:spcBef>
                <a:spcPts val="0"/>
              </a:spcBef>
              <a:buNone/>
              <a:defRPr sz="1200" b="1">
                <a:solidFill>
                  <a:srgbClr val="FFFFFF"/>
                </a:solidFill>
              </a:defRPr>
            </a:lvl1pPr>
          </a:lstStyle>
          <a:p>
            <a:pPr lvl="0"/>
            <a:r>
              <a:rPr lang="en-US"/>
              <a:t>Click to edit Master text styles</a:t>
            </a:r>
          </a:p>
        </p:txBody>
      </p:sp>
      <p:sp>
        <p:nvSpPr>
          <p:cNvPr id="40" name="Text Placeholder 22"/>
          <p:cNvSpPr>
            <a:spLocks noGrp="1"/>
          </p:cNvSpPr>
          <p:nvPr>
            <p:ph type="body" sz="quarter" idx="33"/>
          </p:nvPr>
        </p:nvSpPr>
        <p:spPr>
          <a:xfrm>
            <a:off x="2514600" y="4336696"/>
            <a:ext cx="237744" cy="256032"/>
          </a:xfrm>
          <a:prstGeom prst="rect">
            <a:avLst/>
          </a:prstGeom>
          <a:solidFill>
            <a:srgbClr val="B01C2E"/>
          </a:solidFill>
          <a:ln>
            <a:solidFill>
              <a:srgbClr val="999999"/>
            </a:solidFill>
          </a:ln>
        </p:spPr>
        <p:txBody>
          <a:bodyPr lIns="0" tIns="0" rIns="0" bIns="0" anchor="ctr"/>
          <a:lstStyle>
            <a:lvl1pPr marL="0" indent="0" algn="ctr">
              <a:spcBef>
                <a:spcPts val="0"/>
              </a:spcBef>
              <a:buNone/>
              <a:defRPr sz="1200" b="1">
                <a:solidFill>
                  <a:srgbClr val="FFFFFF"/>
                </a:solidFill>
              </a:defRPr>
            </a:lvl1pPr>
          </a:lstStyle>
          <a:p>
            <a:pPr lvl="0"/>
            <a:r>
              <a:rPr lang="en-US"/>
              <a:t>Click to edit Master text styles</a:t>
            </a:r>
          </a:p>
        </p:txBody>
      </p:sp>
      <p:sp>
        <p:nvSpPr>
          <p:cNvPr id="41" name="Text Placeholder 22"/>
          <p:cNvSpPr>
            <a:spLocks noGrp="1"/>
          </p:cNvSpPr>
          <p:nvPr>
            <p:ph type="body" sz="quarter" idx="34"/>
          </p:nvPr>
        </p:nvSpPr>
        <p:spPr>
          <a:xfrm>
            <a:off x="2514600" y="4925568"/>
            <a:ext cx="237744" cy="256032"/>
          </a:xfrm>
          <a:prstGeom prst="rect">
            <a:avLst/>
          </a:prstGeom>
          <a:solidFill>
            <a:srgbClr val="B01C2E"/>
          </a:solidFill>
          <a:ln>
            <a:solidFill>
              <a:srgbClr val="999999"/>
            </a:solidFill>
          </a:ln>
        </p:spPr>
        <p:txBody>
          <a:bodyPr lIns="0" tIns="0" rIns="0" bIns="0" anchor="ctr"/>
          <a:lstStyle>
            <a:lvl1pPr marL="0" indent="0" algn="ctr">
              <a:spcBef>
                <a:spcPts val="0"/>
              </a:spcBef>
              <a:buNone/>
              <a:defRPr sz="1200" b="1">
                <a:solidFill>
                  <a:srgbClr val="FFFFFF"/>
                </a:solidFill>
              </a:defRPr>
            </a:lvl1pPr>
          </a:lstStyle>
          <a:p>
            <a:pPr lvl="0"/>
            <a:r>
              <a:rPr lang="en-US"/>
              <a:t>Click to edit Master text styles</a:t>
            </a:r>
          </a:p>
        </p:txBody>
      </p:sp>
      <p:sp>
        <p:nvSpPr>
          <p:cNvPr id="18" name="Rectangle 2"/>
          <p:cNvSpPr>
            <a:spLocks noGrp="1" noChangeArrowheads="1"/>
          </p:cNvSpPr>
          <p:nvPr>
            <p:ph type="title"/>
          </p:nvPr>
        </p:nvSpPr>
        <p:spPr bwMode="gray">
          <a:xfrm>
            <a:off x="452441" y="2"/>
            <a:ext cx="8239125" cy="898525"/>
          </a:xfrm>
          <a:prstGeom prst="rect">
            <a:avLst/>
          </a:prstGeom>
          <a:noFill/>
          <a:ln w="9525">
            <a:noFill/>
            <a:miter lim="800000"/>
            <a:headEnd/>
            <a:tailEnd/>
          </a:ln>
        </p:spPr>
        <p:txBody>
          <a:bodyPr vert="horz" wrap="square" lIns="0" tIns="0" rIns="0" bIns="0" numCol="1" anchor="b" anchorCtr="0" compatLnSpc="1">
            <a:prstTxWarp prst="textNoShape">
              <a:avLst/>
            </a:prstTxWarp>
          </a:bodyPr>
          <a:lstStyle>
            <a:lvl1pPr algn="l">
              <a:defRPr sz="1650"/>
            </a:lvl1pPr>
          </a:lstStyle>
          <a:p>
            <a:pPr lvl="0"/>
            <a:r>
              <a:rPr lang="en-US"/>
              <a:t>Click to edit Master title style</a:t>
            </a:r>
            <a:endParaRPr lang="en-US" dirty="0"/>
          </a:p>
        </p:txBody>
      </p:sp>
      <p:sp>
        <p:nvSpPr>
          <p:cNvPr id="17" name="Slide Number Placeholder 9"/>
          <p:cNvSpPr>
            <a:spLocks noGrp="1"/>
          </p:cNvSpPr>
          <p:nvPr>
            <p:ph type="sldNum" sz="quarter" idx="36"/>
          </p:nvPr>
        </p:nvSpPr>
        <p:spPr/>
        <p:txBody>
          <a:bodyPr/>
          <a:lstStyle>
            <a:lvl1pPr>
              <a:defRPr/>
            </a:lvl1pPr>
          </a:lstStyle>
          <a:p>
            <a:fld id="{6F716D94-026E-1240-A247-91A0127FD885}" type="slidenum">
              <a:rPr lang="en-US" altLang="en-US"/>
              <a:pPr/>
              <a:t>‹#›</a:t>
            </a:fld>
            <a:endParaRPr lang="en-US" altLang="en-US"/>
          </a:p>
        </p:txBody>
      </p:sp>
      <p:sp>
        <p:nvSpPr>
          <p:cNvPr id="21" name="Footer Placeholder 12"/>
          <p:cNvSpPr>
            <a:spLocks noGrp="1"/>
          </p:cNvSpPr>
          <p:nvPr>
            <p:ph type="ftr" sz="quarter" idx="37"/>
          </p:nvPr>
        </p:nvSpPr>
        <p:spPr/>
        <p:txBody>
          <a:bodyPr/>
          <a:lstStyle>
            <a:lvl1pPr>
              <a:defRPr/>
            </a:lvl1pPr>
          </a:lstStyle>
          <a:p>
            <a:pPr>
              <a:defRPr/>
            </a:pPr>
            <a:r>
              <a:rPr lang="en-US"/>
              <a:t>Ethical Debates, Econ Theories, Real-World Impacts</a:t>
            </a:r>
          </a:p>
        </p:txBody>
      </p:sp>
    </p:spTree>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preserve="1" userDrawn="1">
  <p:cSld name="Text Blocks - Horizontal chevrons with text">
    <p:spTree>
      <p:nvGrpSpPr>
        <p:cNvPr id="1" name=""/>
        <p:cNvGrpSpPr/>
        <p:nvPr/>
      </p:nvGrpSpPr>
      <p:grpSpPr>
        <a:xfrm>
          <a:off x="0" y="0"/>
          <a:ext cx="0" cy="0"/>
          <a:chOff x="0" y="0"/>
          <a:chExt cx="0" cy="0"/>
        </a:xfrm>
      </p:grpSpPr>
      <p:sp>
        <p:nvSpPr>
          <p:cNvPr id="10" name="Text Placeholder 19"/>
          <p:cNvSpPr>
            <a:spLocks noGrp="1"/>
          </p:cNvSpPr>
          <p:nvPr>
            <p:ph type="body" sz="quarter" idx="10"/>
          </p:nvPr>
        </p:nvSpPr>
        <p:spPr>
          <a:xfrm>
            <a:off x="396240" y="1600200"/>
            <a:ext cx="1828800" cy="1051560"/>
          </a:xfrm>
          <a:prstGeom prst="homePlate">
            <a:avLst>
              <a:gd name="adj" fmla="val 24892"/>
            </a:avLst>
          </a:prstGeom>
          <a:solidFill>
            <a:srgbClr val="B01C2E"/>
          </a:solidFill>
          <a:ln>
            <a:solidFill>
              <a:srgbClr val="B01C2E"/>
            </a:solidFill>
          </a:ln>
        </p:spPr>
        <p:txBody>
          <a:bodyPr anchor="ctr"/>
          <a:lstStyle>
            <a:lvl1pPr marL="0" indent="0">
              <a:buNone/>
              <a:defRPr sz="900" b="1">
                <a:solidFill>
                  <a:srgbClr val="FFFFFF"/>
                </a:solidFill>
              </a:defRPr>
            </a:lvl1pPr>
          </a:lstStyle>
          <a:p>
            <a:pPr lvl="0"/>
            <a:r>
              <a:rPr lang="en-US"/>
              <a:t>Click to edit Master text styles</a:t>
            </a:r>
          </a:p>
        </p:txBody>
      </p:sp>
      <p:sp>
        <p:nvSpPr>
          <p:cNvPr id="11" name="Text Placeholder 19"/>
          <p:cNvSpPr>
            <a:spLocks noGrp="1"/>
          </p:cNvSpPr>
          <p:nvPr>
            <p:ph type="body" sz="quarter" idx="29"/>
          </p:nvPr>
        </p:nvSpPr>
        <p:spPr>
          <a:xfrm>
            <a:off x="2621280" y="1600200"/>
            <a:ext cx="6126480" cy="1051560"/>
          </a:xfrm>
          <a:prstGeom prst="rect">
            <a:avLst/>
          </a:prstGeom>
          <a:solidFill>
            <a:srgbClr val="FFFFFF"/>
          </a:solidFill>
          <a:ln>
            <a:noFill/>
          </a:ln>
        </p:spPr>
        <p:txBody>
          <a:bodyPr wrap="square" lIns="91440" tIns="45720" rIns="45720" bIns="45720" anchor="ctr">
            <a:noAutofit/>
          </a:bodyPr>
          <a:lstStyle>
            <a:lvl1pPr marL="89154" indent="-89154">
              <a:spcBef>
                <a:spcPts val="150"/>
              </a:spcBef>
              <a:buClr>
                <a:schemeClr val="accent1"/>
              </a:buClr>
              <a:buFont typeface="Wingdings 2" pitchFamily="18" charset="2"/>
              <a:buChar char=""/>
              <a:defRPr sz="900" baseline="0">
                <a:solidFill>
                  <a:schemeClr val="tx1"/>
                </a:solidFill>
              </a:defRPr>
            </a:lvl1pPr>
            <a:lvl2pPr marL="260604" indent="-123444">
              <a:spcBef>
                <a:spcPts val="225"/>
              </a:spcBef>
              <a:buClr>
                <a:srgbClr val="B01C2E"/>
              </a:buClr>
              <a:buFont typeface="Arial" pitchFamily="34" charset="0"/>
              <a:buChar char="•"/>
              <a:defRPr sz="900" baseline="0"/>
            </a:lvl2pPr>
            <a:lvl3pPr marL="397764" indent="-130302">
              <a:buClr>
                <a:srgbClr val="B01C2E"/>
              </a:buClr>
              <a:buFont typeface="Arial" pitchFamily="34" charset="0"/>
              <a:buChar char="‒"/>
              <a:defRPr sz="900"/>
            </a:lvl3pPr>
          </a:lstStyle>
          <a:p>
            <a:pPr lvl="0"/>
            <a:r>
              <a:rPr lang="en-US"/>
              <a:t>Click to edit Master text styles</a:t>
            </a:r>
          </a:p>
          <a:p>
            <a:pPr lvl="1"/>
            <a:r>
              <a:rPr lang="en-US"/>
              <a:t>Second level</a:t>
            </a:r>
          </a:p>
          <a:p>
            <a:pPr lvl="2"/>
            <a:r>
              <a:rPr lang="en-US"/>
              <a:t>Third level</a:t>
            </a:r>
          </a:p>
        </p:txBody>
      </p:sp>
      <p:sp>
        <p:nvSpPr>
          <p:cNvPr id="17" name="Text Placeholder 19"/>
          <p:cNvSpPr>
            <a:spLocks noGrp="1"/>
          </p:cNvSpPr>
          <p:nvPr>
            <p:ph type="body" sz="quarter" idx="30"/>
          </p:nvPr>
        </p:nvSpPr>
        <p:spPr>
          <a:xfrm>
            <a:off x="396240" y="2748280"/>
            <a:ext cx="1828800" cy="1051560"/>
          </a:xfrm>
          <a:prstGeom prst="homePlate">
            <a:avLst>
              <a:gd name="adj" fmla="val 24892"/>
            </a:avLst>
          </a:prstGeom>
          <a:solidFill>
            <a:srgbClr val="B01C2E"/>
          </a:solidFill>
          <a:ln>
            <a:solidFill>
              <a:srgbClr val="B01C2E"/>
            </a:solidFill>
          </a:ln>
        </p:spPr>
        <p:txBody>
          <a:bodyPr anchor="ctr"/>
          <a:lstStyle>
            <a:lvl1pPr marL="0" indent="0">
              <a:buNone/>
              <a:defRPr lang="en-US" sz="900" b="1" kern="1200" dirty="0">
                <a:solidFill>
                  <a:srgbClr val="FFFFFF"/>
                </a:solidFill>
                <a:latin typeface="+mn-lt"/>
                <a:ea typeface="+mn-ea"/>
                <a:cs typeface="+mn-cs"/>
              </a:defRPr>
            </a:lvl1pPr>
          </a:lstStyle>
          <a:p>
            <a:pPr lvl="0"/>
            <a:r>
              <a:rPr lang="en-US"/>
              <a:t>Click to edit Master text styles</a:t>
            </a:r>
          </a:p>
        </p:txBody>
      </p:sp>
      <p:sp>
        <p:nvSpPr>
          <p:cNvPr id="18" name="Text Placeholder 19"/>
          <p:cNvSpPr>
            <a:spLocks noGrp="1"/>
          </p:cNvSpPr>
          <p:nvPr>
            <p:ph type="body" sz="quarter" idx="31"/>
          </p:nvPr>
        </p:nvSpPr>
        <p:spPr>
          <a:xfrm>
            <a:off x="2621280" y="2748280"/>
            <a:ext cx="6126480" cy="1051560"/>
          </a:xfrm>
          <a:prstGeom prst="rect">
            <a:avLst/>
          </a:prstGeom>
          <a:solidFill>
            <a:srgbClr val="FFFFFF"/>
          </a:solidFill>
          <a:ln>
            <a:noFill/>
          </a:ln>
        </p:spPr>
        <p:txBody>
          <a:bodyPr wrap="square" lIns="91440" tIns="45720" rIns="45720" bIns="45720" anchor="ctr">
            <a:noAutofit/>
          </a:bodyPr>
          <a:lstStyle>
            <a:lvl1pPr marL="89154" indent="-89154">
              <a:spcBef>
                <a:spcPts val="150"/>
              </a:spcBef>
              <a:buClr>
                <a:schemeClr val="accent1"/>
              </a:buClr>
              <a:buFont typeface="Wingdings 2" pitchFamily="18" charset="2"/>
              <a:buChar char=""/>
              <a:defRPr sz="900" baseline="0">
                <a:solidFill>
                  <a:schemeClr val="tx1"/>
                </a:solidFill>
              </a:defRPr>
            </a:lvl1pPr>
            <a:lvl2pPr marL="260604" indent="-123444">
              <a:spcBef>
                <a:spcPts val="225"/>
              </a:spcBef>
              <a:buClr>
                <a:srgbClr val="B01C2E"/>
              </a:buClr>
              <a:buFont typeface="Arial" pitchFamily="34" charset="0"/>
              <a:buChar char="•"/>
              <a:defRPr sz="900" baseline="0"/>
            </a:lvl2pPr>
            <a:lvl3pPr marL="397764" indent="-130302">
              <a:buClr>
                <a:srgbClr val="B01C2E"/>
              </a:buClr>
              <a:buFont typeface="Arial" pitchFamily="34" charset="0"/>
              <a:buChar char="‒"/>
              <a:defRPr sz="900"/>
            </a:lvl3pPr>
          </a:lstStyle>
          <a:p>
            <a:pPr lvl="0"/>
            <a:r>
              <a:rPr lang="en-US"/>
              <a:t>Click to edit Master text styles</a:t>
            </a:r>
          </a:p>
          <a:p>
            <a:pPr lvl="1"/>
            <a:r>
              <a:rPr lang="en-US"/>
              <a:t>Second level</a:t>
            </a:r>
          </a:p>
          <a:p>
            <a:pPr lvl="2"/>
            <a:r>
              <a:rPr lang="en-US"/>
              <a:t>Third level</a:t>
            </a:r>
          </a:p>
        </p:txBody>
      </p:sp>
      <p:sp>
        <p:nvSpPr>
          <p:cNvPr id="19" name="Text Placeholder 19"/>
          <p:cNvSpPr>
            <a:spLocks noGrp="1"/>
          </p:cNvSpPr>
          <p:nvPr>
            <p:ph type="body" sz="quarter" idx="32"/>
          </p:nvPr>
        </p:nvSpPr>
        <p:spPr>
          <a:xfrm>
            <a:off x="396240" y="3896360"/>
            <a:ext cx="1828800" cy="1051560"/>
          </a:xfrm>
          <a:prstGeom prst="homePlate">
            <a:avLst>
              <a:gd name="adj" fmla="val 24892"/>
            </a:avLst>
          </a:prstGeom>
          <a:solidFill>
            <a:srgbClr val="B01C2E"/>
          </a:solidFill>
          <a:ln>
            <a:solidFill>
              <a:srgbClr val="B01C2E"/>
            </a:solidFill>
          </a:ln>
        </p:spPr>
        <p:txBody>
          <a:bodyPr anchor="ctr"/>
          <a:lstStyle>
            <a:lvl1pPr marL="0" indent="0">
              <a:buNone/>
              <a:defRPr lang="en-US" sz="900" b="1" kern="1200" dirty="0">
                <a:solidFill>
                  <a:srgbClr val="FFFFFF"/>
                </a:solidFill>
                <a:latin typeface="+mn-lt"/>
                <a:ea typeface="+mn-ea"/>
                <a:cs typeface="+mn-cs"/>
              </a:defRPr>
            </a:lvl1pPr>
          </a:lstStyle>
          <a:p>
            <a:pPr lvl="0"/>
            <a:r>
              <a:rPr lang="en-US"/>
              <a:t>Click to edit Master text styles</a:t>
            </a:r>
          </a:p>
        </p:txBody>
      </p:sp>
      <p:sp>
        <p:nvSpPr>
          <p:cNvPr id="20" name="Text Placeholder 19"/>
          <p:cNvSpPr>
            <a:spLocks noGrp="1"/>
          </p:cNvSpPr>
          <p:nvPr>
            <p:ph type="body" sz="quarter" idx="33"/>
          </p:nvPr>
        </p:nvSpPr>
        <p:spPr>
          <a:xfrm>
            <a:off x="2621280" y="3896360"/>
            <a:ext cx="6126480" cy="1051560"/>
          </a:xfrm>
          <a:prstGeom prst="rect">
            <a:avLst/>
          </a:prstGeom>
          <a:solidFill>
            <a:srgbClr val="FFFFFF"/>
          </a:solidFill>
          <a:ln>
            <a:noFill/>
          </a:ln>
        </p:spPr>
        <p:txBody>
          <a:bodyPr wrap="square" lIns="91440" tIns="45720" rIns="45720" bIns="45720" anchor="ctr">
            <a:noAutofit/>
          </a:bodyPr>
          <a:lstStyle>
            <a:lvl1pPr marL="89154" indent="-89154">
              <a:spcBef>
                <a:spcPts val="150"/>
              </a:spcBef>
              <a:buClr>
                <a:schemeClr val="accent1"/>
              </a:buClr>
              <a:buFont typeface="Wingdings 2" pitchFamily="18" charset="2"/>
              <a:buChar char=""/>
              <a:defRPr sz="900" baseline="0">
                <a:solidFill>
                  <a:schemeClr val="tx1"/>
                </a:solidFill>
              </a:defRPr>
            </a:lvl1pPr>
            <a:lvl2pPr marL="260604" indent="-123444">
              <a:spcBef>
                <a:spcPts val="225"/>
              </a:spcBef>
              <a:buClr>
                <a:srgbClr val="B01C2E"/>
              </a:buClr>
              <a:buFont typeface="Arial" pitchFamily="34" charset="0"/>
              <a:buChar char="•"/>
              <a:defRPr sz="900" baseline="0"/>
            </a:lvl2pPr>
            <a:lvl3pPr marL="397764" indent="-130302">
              <a:buClr>
                <a:srgbClr val="B01C2E"/>
              </a:buClr>
              <a:buFont typeface="Arial" pitchFamily="34" charset="0"/>
              <a:buChar char="‒"/>
              <a:defRPr sz="900"/>
            </a:lvl3pPr>
          </a:lstStyle>
          <a:p>
            <a:pPr lvl="0"/>
            <a:r>
              <a:rPr lang="en-US"/>
              <a:t>Click to edit Master text styles</a:t>
            </a:r>
          </a:p>
          <a:p>
            <a:pPr lvl="1"/>
            <a:r>
              <a:rPr lang="en-US"/>
              <a:t>Second level</a:t>
            </a:r>
          </a:p>
          <a:p>
            <a:pPr lvl="2"/>
            <a:r>
              <a:rPr lang="en-US"/>
              <a:t>Third level</a:t>
            </a:r>
          </a:p>
        </p:txBody>
      </p:sp>
      <p:sp>
        <p:nvSpPr>
          <p:cNvPr id="23" name="Text Placeholder 19"/>
          <p:cNvSpPr>
            <a:spLocks noGrp="1"/>
          </p:cNvSpPr>
          <p:nvPr>
            <p:ph type="body" sz="quarter" idx="34"/>
          </p:nvPr>
        </p:nvSpPr>
        <p:spPr>
          <a:xfrm>
            <a:off x="402266" y="5044440"/>
            <a:ext cx="1828800" cy="1051560"/>
          </a:xfrm>
          <a:prstGeom prst="homePlate">
            <a:avLst>
              <a:gd name="adj" fmla="val 24892"/>
            </a:avLst>
          </a:prstGeom>
          <a:solidFill>
            <a:srgbClr val="B01C2E"/>
          </a:solidFill>
          <a:ln>
            <a:solidFill>
              <a:srgbClr val="B01C2E"/>
            </a:solidFill>
          </a:ln>
        </p:spPr>
        <p:txBody>
          <a:bodyPr anchor="ctr"/>
          <a:lstStyle>
            <a:lvl1pPr marL="0" indent="0">
              <a:buNone/>
              <a:defRPr lang="en-US" sz="900" b="1" kern="1200" dirty="0">
                <a:solidFill>
                  <a:srgbClr val="FFFFFF"/>
                </a:solidFill>
                <a:latin typeface="+mn-lt"/>
                <a:ea typeface="+mn-ea"/>
                <a:cs typeface="+mn-cs"/>
              </a:defRPr>
            </a:lvl1pPr>
          </a:lstStyle>
          <a:p>
            <a:pPr lvl="0"/>
            <a:r>
              <a:rPr lang="en-US"/>
              <a:t>Click to edit Master text styles</a:t>
            </a:r>
          </a:p>
        </p:txBody>
      </p:sp>
      <p:sp>
        <p:nvSpPr>
          <p:cNvPr id="24" name="Text Placeholder 19"/>
          <p:cNvSpPr>
            <a:spLocks noGrp="1"/>
          </p:cNvSpPr>
          <p:nvPr>
            <p:ph type="body" sz="quarter" idx="35"/>
          </p:nvPr>
        </p:nvSpPr>
        <p:spPr>
          <a:xfrm>
            <a:off x="2627306" y="5044440"/>
            <a:ext cx="6126480" cy="1051560"/>
          </a:xfrm>
          <a:prstGeom prst="rect">
            <a:avLst/>
          </a:prstGeom>
          <a:solidFill>
            <a:srgbClr val="FFFFFF"/>
          </a:solidFill>
          <a:ln>
            <a:noFill/>
          </a:ln>
        </p:spPr>
        <p:txBody>
          <a:bodyPr wrap="square" lIns="91440" tIns="45720" rIns="45720" bIns="45720" anchor="ctr">
            <a:noAutofit/>
          </a:bodyPr>
          <a:lstStyle>
            <a:lvl1pPr marL="89154" indent="-89154">
              <a:spcBef>
                <a:spcPts val="150"/>
              </a:spcBef>
              <a:buClr>
                <a:schemeClr val="accent1"/>
              </a:buClr>
              <a:buFont typeface="Wingdings 2" pitchFamily="18" charset="2"/>
              <a:buChar char=""/>
              <a:defRPr sz="900" baseline="0">
                <a:solidFill>
                  <a:schemeClr val="tx1"/>
                </a:solidFill>
              </a:defRPr>
            </a:lvl1pPr>
            <a:lvl2pPr marL="260604" indent="-123444">
              <a:spcBef>
                <a:spcPts val="225"/>
              </a:spcBef>
              <a:buClr>
                <a:srgbClr val="B01C2E"/>
              </a:buClr>
              <a:buFont typeface="Arial" pitchFamily="34" charset="0"/>
              <a:buChar char="•"/>
              <a:defRPr sz="900" baseline="0"/>
            </a:lvl2pPr>
            <a:lvl3pPr marL="397764" indent="-130302">
              <a:buClr>
                <a:srgbClr val="B01C2E"/>
              </a:buClr>
              <a:buFont typeface="Arial" pitchFamily="34" charset="0"/>
              <a:buChar char="‒"/>
              <a:defRPr sz="900"/>
            </a:lvl3pPr>
          </a:lstStyle>
          <a:p>
            <a:pPr lvl="0"/>
            <a:r>
              <a:rPr lang="en-US"/>
              <a:t>Click to edit Master text styles</a:t>
            </a:r>
          </a:p>
          <a:p>
            <a:pPr lvl="1"/>
            <a:r>
              <a:rPr lang="en-US"/>
              <a:t>Second level</a:t>
            </a:r>
          </a:p>
          <a:p>
            <a:pPr lvl="2"/>
            <a:r>
              <a:rPr lang="en-US"/>
              <a:t>Third level</a:t>
            </a:r>
          </a:p>
        </p:txBody>
      </p:sp>
      <p:sp>
        <p:nvSpPr>
          <p:cNvPr id="12" name="Rectangle 2"/>
          <p:cNvSpPr>
            <a:spLocks noGrp="1" noChangeArrowheads="1"/>
          </p:cNvSpPr>
          <p:nvPr>
            <p:ph type="title"/>
          </p:nvPr>
        </p:nvSpPr>
        <p:spPr bwMode="gray">
          <a:xfrm>
            <a:off x="452441" y="2"/>
            <a:ext cx="8239125" cy="898525"/>
          </a:xfrm>
          <a:prstGeom prst="rect">
            <a:avLst/>
          </a:prstGeom>
          <a:noFill/>
          <a:ln w="9525">
            <a:noFill/>
            <a:miter lim="800000"/>
            <a:headEnd/>
            <a:tailEnd/>
          </a:ln>
        </p:spPr>
        <p:txBody>
          <a:bodyPr vert="horz" wrap="square" lIns="0" tIns="0" rIns="0" bIns="0" numCol="1" anchor="b" anchorCtr="0" compatLnSpc="1">
            <a:prstTxWarp prst="textNoShape">
              <a:avLst/>
            </a:prstTxWarp>
          </a:bodyPr>
          <a:lstStyle>
            <a:lvl1pPr algn="l">
              <a:defRPr sz="1650"/>
            </a:lvl1pPr>
          </a:lstStyle>
          <a:p>
            <a:pPr lvl="0"/>
            <a:r>
              <a:rPr lang="en-US"/>
              <a:t>Click to edit Master title style</a:t>
            </a:r>
            <a:endParaRPr lang="en-US" dirty="0"/>
          </a:p>
        </p:txBody>
      </p:sp>
      <p:sp>
        <p:nvSpPr>
          <p:cNvPr id="13" name="Slide Number Placeholder 9"/>
          <p:cNvSpPr>
            <a:spLocks noGrp="1"/>
          </p:cNvSpPr>
          <p:nvPr>
            <p:ph type="sldNum" sz="quarter" idx="36"/>
          </p:nvPr>
        </p:nvSpPr>
        <p:spPr/>
        <p:txBody>
          <a:bodyPr/>
          <a:lstStyle>
            <a:lvl1pPr>
              <a:defRPr/>
            </a:lvl1pPr>
          </a:lstStyle>
          <a:p>
            <a:fld id="{DDD5FA0E-3EAB-CB47-B428-C2E5915BFD66}" type="slidenum">
              <a:rPr lang="en-US" altLang="en-US"/>
              <a:pPr/>
              <a:t>‹#›</a:t>
            </a:fld>
            <a:endParaRPr lang="en-US" altLang="en-US"/>
          </a:p>
        </p:txBody>
      </p:sp>
      <p:sp>
        <p:nvSpPr>
          <p:cNvPr id="14" name="Footer Placeholder 12"/>
          <p:cNvSpPr>
            <a:spLocks noGrp="1"/>
          </p:cNvSpPr>
          <p:nvPr>
            <p:ph type="ftr" sz="quarter" idx="37"/>
          </p:nvPr>
        </p:nvSpPr>
        <p:spPr/>
        <p:txBody>
          <a:bodyPr/>
          <a:lstStyle>
            <a:lvl1pPr>
              <a:defRPr/>
            </a:lvl1pPr>
          </a:lstStyle>
          <a:p>
            <a:pPr>
              <a:defRPr/>
            </a:pPr>
            <a:r>
              <a:rPr lang="en-US"/>
              <a:t>Ethical Debates, Econ Theories, Real-World Impacts</a:t>
            </a:r>
          </a:p>
        </p:txBody>
      </p:sp>
    </p:spTree>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preserve="1" userDrawn="1">
  <p:cSld name="Text Blocks - Vertical chevrons with text">
    <p:spTree>
      <p:nvGrpSpPr>
        <p:cNvPr id="1" name=""/>
        <p:cNvGrpSpPr/>
        <p:nvPr/>
      </p:nvGrpSpPr>
      <p:grpSpPr>
        <a:xfrm>
          <a:off x="0" y="0"/>
          <a:ext cx="0" cy="0"/>
          <a:chOff x="0" y="0"/>
          <a:chExt cx="0" cy="0"/>
        </a:xfrm>
      </p:grpSpPr>
      <p:sp>
        <p:nvSpPr>
          <p:cNvPr id="20" name="Text Placeholder 13"/>
          <p:cNvSpPr>
            <a:spLocks noGrp="1"/>
          </p:cNvSpPr>
          <p:nvPr>
            <p:ph type="body" sz="quarter" idx="17"/>
          </p:nvPr>
        </p:nvSpPr>
        <p:spPr>
          <a:xfrm rot="5400000">
            <a:off x="731520" y="1097281"/>
            <a:ext cx="1271016" cy="1819656"/>
          </a:xfrm>
          <a:prstGeom prst="chevron">
            <a:avLst>
              <a:gd name="adj" fmla="val 18344"/>
            </a:avLst>
          </a:prstGeom>
          <a:solidFill>
            <a:srgbClr val="B01C2E"/>
          </a:solidFill>
        </p:spPr>
        <p:txBody>
          <a:bodyPr vert="vert270" anchor="ctr"/>
          <a:lstStyle>
            <a:lvl1pPr algn="ctr">
              <a:buNone/>
              <a:defRPr sz="900" b="1">
                <a:solidFill>
                  <a:srgbClr val="FFFFFF"/>
                </a:solidFill>
              </a:defRPr>
            </a:lvl1pPr>
          </a:lstStyle>
          <a:p>
            <a:pPr lvl="0"/>
            <a:r>
              <a:rPr lang="en-US"/>
              <a:t>Click to edit Master text styles</a:t>
            </a:r>
          </a:p>
        </p:txBody>
      </p:sp>
      <p:sp>
        <p:nvSpPr>
          <p:cNvPr id="14" name="Text Placeholder 19"/>
          <p:cNvSpPr>
            <a:spLocks noGrp="1"/>
          </p:cNvSpPr>
          <p:nvPr>
            <p:ph type="body" sz="quarter" idx="29"/>
          </p:nvPr>
        </p:nvSpPr>
        <p:spPr>
          <a:xfrm>
            <a:off x="2362200" y="1371600"/>
            <a:ext cx="6217920" cy="1051560"/>
          </a:xfrm>
          <a:prstGeom prst="rect">
            <a:avLst/>
          </a:prstGeom>
          <a:solidFill>
            <a:srgbClr val="FFFFFF"/>
          </a:solidFill>
          <a:ln>
            <a:noFill/>
          </a:ln>
        </p:spPr>
        <p:txBody>
          <a:bodyPr wrap="square" lIns="91440" tIns="45720" rIns="45720" bIns="45720" anchor="ctr">
            <a:noAutofit/>
          </a:bodyPr>
          <a:lstStyle>
            <a:lvl1pPr marL="89154" indent="-89154">
              <a:spcBef>
                <a:spcPts val="150"/>
              </a:spcBef>
              <a:buClr>
                <a:schemeClr val="accent1"/>
              </a:buClr>
              <a:buFont typeface="Wingdings 2" pitchFamily="18" charset="2"/>
              <a:buChar char=""/>
              <a:defRPr sz="900" baseline="0">
                <a:solidFill>
                  <a:schemeClr val="tx1"/>
                </a:solidFill>
              </a:defRPr>
            </a:lvl1pPr>
            <a:lvl2pPr marL="260604" indent="-123444">
              <a:spcBef>
                <a:spcPts val="225"/>
              </a:spcBef>
              <a:buClr>
                <a:srgbClr val="B01C2E"/>
              </a:buClr>
              <a:buFont typeface="Arial" pitchFamily="34" charset="0"/>
              <a:buChar char="•"/>
              <a:defRPr sz="900" baseline="0"/>
            </a:lvl2pPr>
            <a:lvl3pPr marL="397764" indent="-130302">
              <a:buClr>
                <a:srgbClr val="B01C2E"/>
              </a:buClr>
              <a:buFont typeface="Arial" pitchFamily="34" charset="0"/>
              <a:buChar char="‒"/>
              <a:defRPr sz="900"/>
            </a:lvl3pPr>
          </a:lstStyle>
          <a:p>
            <a:pPr lvl="0"/>
            <a:r>
              <a:rPr lang="en-US"/>
              <a:t>Click to edit Master text styles</a:t>
            </a:r>
          </a:p>
          <a:p>
            <a:pPr lvl="1"/>
            <a:r>
              <a:rPr lang="en-US"/>
              <a:t>Second level</a:t>
            </a:r>
          </a:p>
          <a:p>
            <a:pPr lvl="2"/>
            <a:r>
              <a:rPr lang="en-US"/>
              <a:t>Third level</a:t>
            </a:r>
          </a:p>
        </p:txBody>
      </p:sp>
      <p:sp>
        <p:nvSpPr>
          <p:cNvPr id="15" name="Text Placeholder 19"/>
          <p:cNvSpPr>
            <a:spLocks noGrp="1"/>
          </p:cNvSpPr>
          <p:nvPr>
            <p:ph type="body" sz="quarter" idx="30"/>
          </p:nvPr>
        </p:nvSpPr>
        <p:spPr>
          <a:xfrm>
            <a:off x="2362200" y="2474977"/>
            <a:ext cx="6217920" cy="1051560"/>
          </a:xfrm>
          <a:prstGeom prst="rect">
            <a:avLst/>
          </a:prstGeom>
          <a:solidFill>
            <a:srgbClr val="FFFFFF"/>
          </a:solidFill>
          <a:ln>
            <a:noFill/>
          </a:ln>
        </p:spPr>
        <p:txBody>
          <a:bodyPr wrap="square" lIns="91440" tIns="45720" rIns="45720" bIns="45720" anchor="ctr">
            <a:noAutofit/>
          </a:bodyPr>
          <a:lstStyle>
            <a:lvl1pPr marL="89154" indent="-89154">
              <a:spcBef>
                <a:spcPts val="150"/>
              </a:spcBef>
              <a:buClr>
                <a:schemeClr val="accent1"/>
              </a:buClr>
              <a:buFont typeface="Wingdings 2" pitchFamily="18" charset="2"/>
              <a:buChar char=""/>
              <a:defRPr sz="900" baseline="0">
                <a:solidFill>
                  <a:schemeClr val="tx1"/>
                </a:solidFill>
              </a:defRPr>
            </a:lvl1pPr>
            <a:lvl2pPr marL="260604" indent="-123444">
              <a:spcBef>
                <a:spcPts val="225"/>
              </a:spcBef>
              <a:buClr>
                <a:srgbClr val="B01C2E"/>
              </a:buClr>
              <a:buFont typeface="Arial" pitchFamily="34" charset="0"/>
              <a:buChar char="•"/>
              <a:defRPr sz="900" baseline="0"/>
            </a:lvl2pPr>
            <a:lvl3pPr marL="397764" indent="-130302">
              <a:buClr>
                <a:srgbClr val="B01C2E"/>
              </a:buClr>
              <a:buFont typeface="Arial" pitchFamily="34" charset="0"/>
              <a:buChar char="‒"/>
              <a:defRPr sz="900"/>
            </a:lvl3pPr>
          </a:lstStyle>
          <a:p>
            <a:pPr lvl="0"/>
            <a:r>
              <a:rPr lang="en-US"/>
              <a:t>Click to edit Master text styles</a:t>
            </a:r>
          </a:p>
          <a:p>
            <a:pPr lvl="1"/>
            <a:r>
              <a:rPr lang="en-US"/>
              <a:t>Second level</a:t>
            </a:r>
          </a:p>
          <a:p>
            <a:pPr lvl="2"/>
            <a:r>
              <a:rPr lang="en-US"/>
              <a:t>Third level</a:t>
            </a:r>
          </a:p>
        </p:txBody>
      </p:sp>
      <p:sp>
        <p:nvSpPr>
          <p:cNvPr id="16" name="Text Placeholder 19"/>
          <p:cNvSpPr>
            <a:spLocks noGrp="1"/>
          </p:cNvSpPr>
          <p:nvPr>
            <p:ph type="body" sz="quarter" idx="31"/>
          </p:nvPr>
        </p:nvSpPr>
        <p:spPr>
          <a:xfrm>
            <a:off x="2362200" y="3578353"/>
            <a:ext cx="6217920" cy="1051560"/>
          </a:xfrm>
          <a:prstGeom prst="rect">
            <a:avLst/>
          </a:prstGeom>
          <a:solidFill>
            <a:srgbClr val="FFFFFF"/>
          </a:solidFill>
          <a:ln>
            <a:noFill/>
          </a:ln>
        </p:spPr>
        <p:txBody>
          <a:bodyPr wrap="square" lIns="91440" tIns="45720" rIns="45720" bIns="45720" anchor="ctr">
            <a:noAutofit/>
          </a:bodyPr>
          <a:lstStyle>
            <a:lvl1pPr marL="89154" indent="-89154">
              <a:spcBef>
                <a:spcPts val="150"/>
              </a:spcBef>
              <a:buClr>
                <a:schemeClr val="accent1"/>
              </a:buClr>
              <a:buFont typeface="Wingdings 2" pitchFamily="18" charset="2"/>
              <a:buChar char=""/>
              <a:defRPr sz="900" baseline="0">
                <a:solidFill>
                  <a:schemeClr val="tx1"/>
                </a:solidFill>
              </a:defRPr>
            </a:lvl1pPr>
            <a:lvl2pPr marL="260604" indent="-123444">
              <a:spcBef>
                <a:spcPts val="225"/>
              </a:spcBef>
              <a:buClr>
                <a:srgbClr val="B01C2E"/>
              </a:buClr>
              <a:buFont typeface="Arial" pitchFamily="34" charset="0"/>
              <a:buChar char="•"/>
              <a:defRPr sz="900" baseline="0"/>
            </a:lvl2pPr>
            <a:lvl3pPr marL="397764" indent="-130302">
              <a:buClr>
                <a:srgbClr val="B01C2E"/>
              </a:buClr>
              <a:buFont typeface="Arial" pitchFamily="34" charset="0"/>
              <a:buChar char="‒"/>
              <a:defRPr sz="900"/>
            </a:lvl3pPr>
          </a:lstStyle>
          <a:p>
            <a:pPr lvl="0"/>
            <a:r>
              <a:rPr lang="en-US"/>
              <a:t>Click to edit Master text styles</a:t>
            </a:r>
          </a:p>
          <a:p>
            <a:pPr lvl="1"/>
            <a:r>
              <a:rPr lang="en-US"/>
              <a:t>Second level</a:t>
            </a:r>
          </a:p>
          <a:p>
            <a:pPr lvl="2"/>
            <a:r>
              <a:rPr lang="en-US"/>
              <a:t>Third level</a:t>
            </a:r>
          </a:p>
        </p:txBody>
      </p:sp>
      <p:sp>
        <p:nvSpPr>
          <p:cNvPr id="17" name="Text Placeholder 19"/>
          <p:cNvSpPr>
            <a:spLocks noGrp="1"/>
          </p:cNvSpPr>
          <p:nvPr>
            <p:ph type="body" sz="quarter" idx="32"/>
          </p:nvPr>
        </p:nvSpPr>
        <p:spPr>
          <a:xfrm>
            <a:off x="2362200" y="4681728"/>
            <a:ext cx="6217920" cy="1051560"/>
          </a:xfrm>
          <a:prstGeom prst="rect">
            <a:avLst/>
          </a:prstGeom>
          <a:solidFill>
            <a:srgbClr val="FFFFFF"/>
          </a:solidFill>
          <a:ln>
            <a:noFill/>
          </a:ln>
        </p:spPr>
        <p:txBody>
          <a:bodyPr wrap="square" lIns="91440" tIns="45720" rIns="45720" bIns="45720" anchor="ctr">
            <a:noAutofit/>
          </a:bodyPr>
          <a:lstStyle>
            <a:lvl1pPr marL="89154" indent="-89154">
              <a:spcBef>
                <a:spcPts val="150"/>
              </a:spcBef>
              <a:buClr>
                <a:schemeClr val="accent1"/>
              </a:buClr>
              <a:buFont typeface="Wingdings 2" pitchFamily="18" charset="2"/>
              <a:buChar char=""/>
              <a:defRPr sz="900" baseline="0">
                <a:solidFill>
                  <a:schemeClr val="tx1"/>
                </a:solidFill>
              </a:defRPr>
            </a:lvl1pPr>
            <a:lvl2pPr marL="260604" indent="-123444">
              <a:spcBef>
                <a:spcPts val="225"/>
              </a:spcBef>
              <a:buClr>
                <a:srgbClr val="B01C2E"/>
              </a:buClr>
              <a:buFont typeface="Arial" pitchFamily="34" charset="0"/>
              <a:buChar char="•"/>
              <a:defRPr sz="900" baseline="0"/>
            </a:lvl2pPr>
            <a:lvl3pPr marL="397764" indent="-130302">
              <a:buClr>
                <a:srgbClr val="B01C2E"/>
              </a:buClr>
              <a:buFont typeface="Arial" pitchFamily="34" charset="0"/>
              <a:buChar char="‒"/>
              <a:defRPr sz="900"/>
            </a:lvl3pPr>
          </a:lstStyle>
          <a:p>
            <a:pPr lvl="0"/>
            <a:r>
              <a:rPr lang="en-US"/>
              <a:t>Click to edit Master text styles</a:t>
            </a:r>
          </a:p>
          <a:p>
            <a:pPr lvl="1"/>
            <a:r>
              <a:rPr lang="en-US"/>
              <a:t>Second level</a:t>
            </a:r>
          </a:p>
          <a:p>
            <a:pPr lvl="2"/>
            <a:r>
              <a:rPr lang="en-US"/>
              <a:t>Third level</a:t>
            </a:r>
          </a:p>
        </p:txBody>
      </p:sp>
      <p:sp>
        <p:nvSpPr>
          <p:cNvPr id="13" name="Rectangle 2"/>
          <p:cNvSpPr>
            <a:spLocks noGrp="1" noChangeArrowheads="1"/>
          </p:cNvSpPr>
          <p:nvPr>
            <p:ph type="title"/>
          </p:nvPr>
        </p:nvSpPr>
        <p:spPr bwMode="gray">
          <a:xfrm>
            <a:off x="452441" y="2"/>
            <a:ext cx="8239125" cy="898525"/>
          </a:xfrm>
          <a:prstGeom prst="rect">
            <a:avLst/>
          </a:prstGeom>
          <a:noFill/>
          <a:ln w="9525">
            <a:noFill/>
            <a:miter lim="800000"/>
            <a:headEnd/>
            <a:tailEnd/>
          </a:ln>
        </p:spPr>
        <p:txBody>
          <a:bodyPr vert="horz" wrap="square" lIns="0" tIns="0" rIns="0" bIns="0" numCol="1" anchor="b" anchorCtr="0" compatLnSpc="1">
            <a:prstTxWarp prst="textNoShape">
              <a:avLst/>
            </a:prstTxWarp>
          </a:bodyPr>
          <a:lstStyle>
            <a:lvl1pPr algn="l">
              <a:defRPr sz="1650"/>
            </a:lvl1pPr>
          </a:lstStyle>
          <a:p>
            <a:pPr lvl="0"/>
            <a:r>
              <a:rPr lang="en-US"/>
              <a:t>Click to edit Master title style</a:t>
            </a:r>
            <a:endParaRPr lang="en-US" dirty="0"/>
          </a:p>
        </p:txBody>
      </p:sp>
      <p:sp>
        <p:nvSpPr>
          <p:cNvPr id="21" name="Text Placeholder 13"/>
          <p:cNvSpPr>
            <a:spLocks noGrp="1"/>
          </p:cNvSpPr>
          <p:nvPr>
            <p:ph type="body" sz="quarter" idx="33"/>
          </p:nvPr>
        </p:nvSpPr>
        <p:spPr>
          <a:xfrm rot="5400000">
            <a:off x="731520" y="2200657"/>
            <a:ext cx="1271016" cy="1819656"/>
          </a:xfrm>
          <a:prstGeom prst="chevron">
            <a:avLst>
              <a:gd name="adj" fmla="val 18344"/>
            </a:avLst>
          </a:prstGeom>
          <a:solidFill>
            <a:srgbClr val="B01C2E"/>
          </a:solidFill>
        </p:spPr>
        <p:txBody>
          <a:bodyPr vert="vert270" anchor="ctr"/>
          <a:lstStyle>
            <a:lvl1pPr algn="ctr">
              <a:buNone/>
              <a:defRPr sz="900" b="1">
                <a:solidFill>
                  <a:srgbClr val="FFFFFF"/>
                </a:solidFill>
              </a:defRPr>
            </a:lvl1pPr>
          </a:lstStyle>
          <a:p>
            <a:pPr lvl="0"/>
            <a:r>
              <a:rPr lang="en-US"/>
              <a:t>Click to edit Master text styles</a:t>
            </a:r>
          </a:p>
        </p:txBody>
      </p:sp>
      <p:sp>
        <p:nvSpPr>
          <p:cNvPr id="22" name="Text Placeholder 13"/>
          <p:cNvSpPr>
            <a:spLocks noGrp="1"/>
          </p:cNvSpPr>
          <p:nvPr>
            <p:ph type="body" sz="quarter" idx="34"/>
          </p:nvPr>
        </p:nvSpPr>
        <p:spPr>
          <a:xfrm rot="5400000">
            <a:off x="731520" y="3304033"/>
            <a:ext cx="1271016" cy="1819656"/>
          </a:xfrm>
          <a:prstGeom prst="chevron">
            <a:avLst>
              <a:gd name="adj" fmla="val 18344"/>
            </a:avLst>
          </a:prstGeom>
          <a:solidFill>
            <a:srgbClr val="B01C2E"/>
          </a:solidFill>
        </p:spPr>
        <p:txBody>
          <a:bodyPr vert="vert270" anchor="ctr"/>
          <a:lstStyle>
            <a:lvl1pPr algn="ctr">
              <a:buNone/>
              <a:defRPr sz="900" b="1">
                <a:solidFill>
                  <a:srgbClr val="FFFFFF"/>
                </a:solidFill>
              </a:defRPr>
            </a:lvl1pPr>
          </a:lstStyle>
          <a:p>
            <a:pPr lvl="0"/>
            <a:r>
              <a:rPr lang="en-US"/>
              <a:t>Click to edit Master text styles</a:t>
            </a:r>
          </a:p>
        </p:txBody>
      </p:sp>
      <p:sp>
        <p:nvSpPr>
          <p:cNvPr id="23" name="Text Placeholder 13"/>
          <p:cNvSpPr>
            <a:spLocks noGrp="1"/>
          </p:cNvSpPr>
          <p:nvPr>
            <p:ph type="body" sz="quarter" idx="35"/>
          </p:nvPr>
        </p:nvSpPr>
        <p:spPr>
          <a:xfrm rot="5400000">
            <a:off x="731520" y="4407408"/>
            <a:ext cx="1271016" cy="1819656"/>
          </a:xfrm>
          <a:prstGeom prst="chevron">
            <a:avLst>
              <a:gd name="adj" fmla="val 18344"/>
            </a:avLst>
          </a:prstGeom>
          <a:solidFill>
            <a:srgbClr val="B01C2E"/>
          </a:solidFill>
        </p:spPr>
        <p:txBody>
          <a:bodyPr vert="vert270" anchor="ctr"/>
          <a:lstStyle>
            <a:lvl1pPr algn="ctr">
              <a:buNone/>
              <a:defRPr sz="900" b="1">
                <a:solidFill>
                  <a:srgbClr val="FFFFFF"/>
                </a:solidFill>
              </a:defRPr>
            </a:lvl1pPr>
          </a:lstStyle>
          <a:p>
            <a:pPr lvl="0"/>
            <a:r>
              <a:rPr lang="en-US"/>
              <a:t>Click to edit Master text styles</a:t>
            </a:r>
          </a:p>
        </p:txBody>
      </p:sp>
      <p:sp>
        <p:nvSpPr>
          <p:cNvPr id="11" name="Slide Number Placeholder 9"/>
          <p:cNvSpPr>
            <a:spLocks noGrp="1"/>
          </p:cNvSpPr>
          <p:nvPr>
            <p:ph type="sldNum" sz="quarter" idx="36"/>
          </p:nvPr>
        </p:nvSpPr>
        <p:spPr/>
        <p:txBody>
          <a:bodyPr/>
          <a:lstStyle>
            <a:lvl1pPr>
              <a:defRPr/>
            </a:lvl1pPr>
          </a:lstStyle>
          <a:p>
            <a:fld id="{4835DA82-056E-9542-8819-BE1B86DFF077}" type="slidenum">
              <a:rPr lang="en-US" altLang="en-US"/>
              <a:pPr/>
              <a:t>‹#›</a:t>
            </a:fld>
            <a:endParaRPr lang="en-US" altLang="en-US"/>
          </a:p>
        </p:txBody>
      </p:sp>
      <p:sp>
        <p:nvSpPr>
          <p:cNvPr id="12" name="Footer Placeholder 12"/>
          <p:cNvSpPr>
            <a:spLocks noGrp="1"/>
          </p:cNvSpPr>
          <p:nvPr>
            <p:ph type="ftr" sz="quarter" idx="37"/>
          </p:nvPr>
        </p:nvSpPr>
        <p:spPr/>
        <p:txBody>
          <a:bodyPr/>
          <a:lstStyle>
            <a:lvl1pPr>
              <a:defRPr/>
            </a:lvl1pPr>
          </a:lstStyle>
          <a:p>
            <a:pPr>
              <a:defRPr/>
            </a:pPr>
            <a:r>
              <a:rPr lang="en-US"/>
              <a:t>Ethical Debates, Econ Theories, Real-World Impacts</a:t>
            </a:r>
          </a:p>
        </p:txBody>
      </p:sp>
    </p:spTree>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preserve="1" userDrawn="1">
  <p:cSld name="Matrix">
    <p:spTree>
      <p:nvGrpSpPr>
        <p:cNvPr id="1" name=""/>
        <p:cNvGrpSpPr/>
        <p:nvPr/>
      </p:nvGrpSpPr>
      <p:grpSpPr>
        <a:xfrm>
          <a:off x="0" y="0"/>
          <a:ext cx="0" cy="0"/>
          <a:chOff x="0" y="0"/>
          <a:chExt cx="0" cy="0"/>
        </a:xfrm>
      </p:grpSpPr>
      <p:sp>
        <p:nvSpPr>
          <p:cNvPr id="11" name="AutoShape 8"/>
          <p:cNvSpPr>
            <a:spLocks noChangeArrowheads="1"/>
          </p:cNvSpPr>
          <p:nvPr userDrawn="1"/>
        </p:nvSpPr>
        <p:spPr bwMode="auto">
          <a:xfrm rot="5400000">
            <a:off x="5297488" y="3346450"/>
            <a:ext cx="4406900" cy="1371600"/>
          </a:xfrm>
          <a:prstGeom prst="homePlate">
            <a:avLst>
              <a:gd name="adj" fmla="val 19772"/>
            </a:avLst>
          </a:prstGeom>
          <a:gradFill flip="none" rotWithShape="1">
            <a:gsLst>
              <a:gs pos="0">
                <a:schemeClr val="tx1">
                  <a:tint val="66000"/>
                  <a:satMod val="160000"/>
                </a:schemeClr>
              </a:gs>
              <a:gs pos="50000">
                <a:schemeClr val="tx1">
                  <a:tint val="44500"/>
                  <a:satMod val="160000"/>
                </a:schemeClr>
              </a:gs>
              <a:gs pos="100000">
                <a:schemeClr val="tx1">
                  <a:tint val="23500"/>
                  <a:satMod val="160000"/>
                </a:schemeClr>
              </a:gs>
            </a:gsLst>
            <a:lin ang="0" scaled="1"/>
            <a:tileRect/>
          </a:gradFill>
          <a:ln w="6350">
            <a:noFill/>
            <a:miter lim="800000"/>
            <a:headEnd/>
            <a:tailEnd/>
          </a:ln>
          <a:effectLst/>
        </p:spPr>
        <p:txBody>
          <a:bodyPr lIns="54000" tIns="54000" rIns="54000" bIns="54000" anchor="ctr"/>
          <a:lstStyle/>
          <a:p>
            <a:pPr>
              <a:defRPr/>
            </a:pPr>
            <a:endParaRPr lang="en-US" sz="1350">
              <a:latin typeface="Arial" charset="0"/>
              <a:ea typeface="+mn-ea"/>
            </a:endParaRPr>
          </a:p>
        </p:txBody>
      </p:sp>
      <p:sp>
        <p:nvSpPr>
          <p:cNvPr id="12" name="AutoShape 4"/>
          <p:cNvSpPr>
            <a:spLocks noChangeArrowheads="1"/>
          </p:cNvSpPr>
          <p:nvPr userDrawn="1"/>
        </p:nvSpPr>
        <p:spPr bwMode="auto">
          <a:xfrm rot="5400000">
            <a:off x="-760413" y="3351213"/>
            <a:ext cx="4416425" cy="1371600"/>
          </a:xfrm>
          <a:prstGeom prst="homePlate">
            <a:avLst>
              <a:gd name="adj" fmla="val 19749"/>
            </a:avLst>
          </a:prstGeom>
          <a:gradFill flip="none" rotWithShape="1">
            <a:gsLst>
              <a:gs pos="0">
                <a:schemeClr val="tx1">
                  <a:tint val="66000"/>
                  <a:satMod val="160000"/>
                </a:schemeClr>
              </a:gs>
              <a:gs pos="50000">
                <a:schemeClr val="tx1">
                  <a:tint val="44500"/>
                  <a:satMod val="160000"/>
                </a:schemeClr>
              </a:gs>
              <a:gs pos="100000">
                <a:schemeClr val="tx1">
                  <a:tint val="23500"/>
                  <a:satMod val="160000"/>
                </a:schemeClr>
              </a:gs>
            </a:gsLst>
            <a:lin ang="0" scaled="1"/>
            <a:tileRect/>
          </a:gradFill>
          <a:ln w="6350">
            <a:noFill/>
            <a:miter lim="800000"/>
            <a:headEnd/>
            <a:tailEnd/>
          </a:ln>
          <a:effectLst/>
        </p:spPr>
        <p:txBody>
          <a:bodyPr lIns="54000" tIns="54000" rIns="54000" bIns="54000" anchor="ctr"/>
          <a:lstStyle/>
          <a:p>
            <a:pPr>
              <a:defRPr/>
            </a:pPr>
            <a:endParaRPr lang="en-US" sz="1350">
              <a:latin typeface="Arial" charset="0"/>
              <a:ea typeface="+mn-ea"/>
            </a:endParaRPr>
          </a:p>
        </p:txBody>
      </p:sp>
      <p:sp>
        <p:nvSpPr>
          <p:cNvPr id="13" name="AutoShape 5"/>
          <p:cNvSpPr>
            <a:spLocks noChangeArrowheads="1"/>
          </p:cNvSpPr>
          <p:nvPr userDrawn="1"/>
        </p:nvSpPr>
        <p:spPr bwMode="auto">
          <a:xfrm rot="5400000">
            <a:off x="754063" y="3351213"/>
            <a:ext cx="4416425" cy="1371600"/>
          </a:xfrm>
          <a:prstGeom prst="homePlate">
            <a:avLst>
              <a:gd name="adj" fmla="val 19749"/>
            </a:avLst>
          </a:prstGeom>
          <a:gradFill flip="none" rotWithShape="1">
            <a:gsLst>
              <a:gs pos="0">
                <a:schemeClr val="tx1">
                  <a:tint val="66000"/>
                  <a:satMod val="160000"/>
                </a:schemeClr>
              </a:gs>
              <a:gs pos="50000">
                <a:schemeClr val="tx1">
                  <a:tint val="44500"/>
                  <a:satMod val="160000"/>
                </a:schemeClr>
              </a:gs>
              <a:gs pos="100000">
                <a:schemeClr val="tx1">
                  <a:tint val="23500"/>
                  <a:satMod val="160000"/>
                </a:schemeClr>
              </a:gs>
            </a:gsLst>
            <a:lin ang="0" scaled="1"/>
            <a:tileRect/>
          </a:gradFill>
          <a:ln w="6350">
            <a:noFill/>
            <a:miter lim="800000"/>
            <a:headEnd/>
            <a:tailEnd/>
          </a:ln>
          <a:effectLst/>
        </p:spPr>
        <p:txBody>
          <a:bodyPr lIns="54000" tIns="54000" rIns="54000" bIns="54000" anchor="ctr"/>
          <a:lstStyle/>
          <a:p>
            <a:pPr>
              <a:defRPr/>
            </a:pPr>
            <a:endParaRPr lang="en-US" sz="1350">
              <a:latin typeface="Arial" charset="0"/>
              <a:ea typeface="+mn-ea"/>
            </a:endParaRPr>
          </a:p>
        </p:txBody>
      </p:sp>
      <p:sp>
        <p:nvSpPr>
          <p:cNvPr id="14" name="AutoShape 6"/>
          <p:cNvSpPr>
            <a:spLocks noChangeArrowheads="1"/>
          </p:cNvSpPr>
          <p:nvPr userDrawn="1"/>
        </p:nvSpPr>
        <p:spPr bwMode="auto">
          <a:xfrm rot="5400000">
            <a:off x="2266951" y="3351213"/>
            <a:ext cx="4416425" cy="1371600"/>
          </a:xfrm>
          <a:prstGeom prst="homePlate">
            <a:avLst>
              <a:gd name="adj" fmla="val 19772"/>
            </a:avLst>
          </a:prstGeom>
          <a:gradFill flip="none" rotWithShape="1">
            <a:gsLst>
              <a:gs pos="0">
                <a:schemeClr val="tx1">
                  <a:tint val="66000"/>
                  <a:satMod val="160000"/>
                </a:schemeClr>
              </a:gs>
              <a:gs pos="50000">
                <a:schemeClr val="tx1">
                  <a:tint val="44500"/>
                  <a:satMod val="160000"/>
                </a:schemeClr>
              </a:gs>
              <a:gs pos="100000">
                <a:schemeClr val="tx1">
                  <a:tint val="23500"/>
                  <a:satMod val="160000"/>
                </a:schemeClr>
              </a:gs>
            </a:gsLst>
            <a:lin ang="0" scaled="1"/>
            <a:tileRect/>
          </a:gradFill>
          <a:ln w="6350">
            <a:noFill/>
            <a:miter lim="800000"/>
            <a:headEnd/>
            <a:tailEnd/>
          </a:ln>
          <a:effectLst/>
        </p:spPr>
        <p:txBody>
          <a:bodyPr lIns="54000" tIns="54000" rIns="54000" bIns="54000" anchor="ctr"/>
          <a:lstStyle/>
          <a:p>
            <a:pPr>
              <a:defRPr/>
            </a:pPr>
            <a:endParaRPr lang="en-US" sz="1350">
              <a:latin typeface="Arial" charset="0"/>
              <a:ea typeface="+mn-ea"/>
            </a:endParaRPr>
          </a:p>
        </p:txBody>
      </p:sp>
      <p:sp>
        <p:nvSpPr>
          <p:cNvPr id="15" name="AutoShape 7"/>
          <p:cNvSpPr>
            <a:spLocks noChangeArrowheads="1"/>
          </p:cNvSpPr>
          <p:nvPr userDrawn="1"/>
        </p:nvSpPr>
        <p:spPr bwMode="auto">
          <a:xfrm rot="5400000">
            <a:off x="3781426" y="3351213"/>
            <a:ext cx="4416425" cy="1371600"/>
          </a:xfrm>
          <a:prstGeom prst="homePlate">
            <a:avLst>
              <a:gd name="adj" fmla="val 19749"/>
            </a:avLst>
          </a:prstGeom>
          <a:gradFill flip="none" rotWithShape="1">
            <a:gsLst>
              <a:gs pos="0">
                <a:schemeClr val="tx1">
                  <a:tint val="66000"/>
                  <a:satMod val="160000"/>
                </a:schemeClr>
              </a:gs>
              <a:gs pos="50000">
                <a:schemeClr val="tx1">
                  <a:tint val="44500"/>
                  <a:satMod val="160000"/>
                </a:schemeClr>
              </a:gs>
              <a:gs pos="100000">
                <a:schemeClr val="tx1">
                  <a:tint val="23500"/>
                  <a:satMod val="160000"/>
                </a:schemeClr>
              </a:gs>
            </a:gsLst>
            <a:lin ang="0" scaled="1"/>
            <a:tileRect/>
          </a:gradFill>
          <a:ln w="6350">
            <a:noFill/>
            <a:miter lim="800000"/>
            <a:headEnd/>
            <a:tailEnd/>
          </a:ln>
          <a:effectLst/>
        </p:spPr>
        <p:txBody>
          <a:bodyPr lIns="54000" tIns="54000" rIns="54000" bIns="54000" anchor="ctr"/>
          <a:lstStyle/>
          <a:p>
            <a:pPr>
              <a:defRPr/>
            </a:pPr>
            <a:endParaRPr lang="en-US" sz="1350">
              <a:latin typeface="Arial" charset="0"/>
              <a:ea typeface="+mn-ea"/>
            </a:endParaRPr>
          </a:p>
        </p:txBody>
      </p:sp>
      <p:sp>
        <p:nvSpPr>
          <p:cNvPr id="17" name="Text Placeholder 16"/>
          <p:cNvSpPr>
            <a:spLocks noGrp="1"/>
          </p:cNvSpPr>
          <p:nvPr>
            <p:ph type="body" sz="quarter" idx="10"/>
          </p:nvPr>
        </p:nvSpPr>
        <p:spPr>
          <a:xfrm>
            <a:off x="762000" y="1417320"/>
            <a:ext cx="1371600" cy="457200"/>
          </a:xfrm>
          <a:prstGeom prst="rect">
            <a:avLst/>
          </a:prstGeom>
          <a:solidFill>
            <a:srgbClr val="4D4D4D"/>
          </a:solidFill>
        </p:spPr>
        <p:txBody>
          <a:bodyPr anchor="ctr"/>
          <a:lstStyle>
            <a:lvl1pPr marL="0" indent="0" algn="ctr">
              <a:spcBef>
                <a:spcPts val="0"/>
              </a:spcBef>
              <a:buNone/>
              <a:defRPr sz="900" b="1">
                <a:solidFill>
                  <a:srgbClr val="FFFFFF"/>
                </a:solidFill>
              </a:defRPr>
            </a:lvl1pPr>
          </a:lstStyle>
          <a:p>
            <a:pPr lvl="0"/>
            <a:r>
              <a:rPr lang="en-US"/>
              <a:t>Click to edit Master text styles</a:t>
            </a:r>
          </a:p>
        </p:txBody>
      </p:sp>
      <p:sp>
        <p:nvSpPr>
          <p:cNvPr id="18" name="Text Placeholder 16"/>
          <p:cNvSpPr>
            <a:spLocks noGrp="1"/>
          </p:cNvSpPr>
          <p:nvPr>
            <p:ph type="body" sz="quarter" idx="11"/>
          </p:nvPr>
        </p:nvSpPr>
        <p:spPr>
          <a:xfrm>
            <a:off x="2276475" y="1417320"/>
            <a:ext cx="1371600" cy="457200"/>
          </a:xfrm>
          <a:prstGeom prst="rect">
            <a:avLst/>
          </a:prstGeom>
          <a:solidFill>
            <a:srgbClr val="4D4D4D"/>
          </a:solidFill>
        </p:spPr>
        <p:txBody>
          <a:bodyPr anchor="ctr"/>
          <a:lstStyle>
            <a:lvl1pPr marL="0" indent="0" algn="ctr">
              <a:spcBef>
                <a:spcPts val="0"/>
              </a:spcBef>
              <a:buNone/>
              <a:defRPr lang="en-US" sz="900" b="1" kern="1200" dirty="0">
                <a:solidFill>
                  <a:srgbClr val="FFFFFF"/>
                </a:solidFill>
                <a:latin typeface="+mn-lt"/>
                <a:ea typeface="+mn-ea"/>
                <a:cs typeface="+mn-cs"/>
              </a:defRPr>
            </a:lvl1pPr>
          </a:lstStyle>
          <a:p>
            <a:pPr lvl="0"/>
            <a:r>
              <a:rPr lang="en-US"/>
              <a:t>Click to edit Master text styles</a:t>
            </a:r>
          </a:p>
        </p:txBody>
      </p:sp>
      <p:sp>
        <p:nvSpPr>
          <p:cNvPr id="19" name="Text Placeholder 16"/>
          <p:cNvSpPr>
            <a:spLocks noGrp="1"/>
          </p:cNvSpPr>
          <p:nvPr>
            <p:ph type="body" sz="quarter" idx="12"/>
          </p:nvPr>
        </p:nvSpPr>
        <p:spPr>
          <a:xfrm>
            <a:off x="3789363" y="1417320"/>
            <a:ext cx="1371600" cy="457200"/>
          </a:xfrm>
          <a:prstGeom prst="rect">
            <a:avLst/>
          </a:prstGeom>
          <a:solidFill>
            <a:srgbClr val="4D4D4D"/>
          </a:solidFill>
        </p:spPr>
        <p:txBody>
          <a:bodyPr anchor="ctr"/>
          <a:lstStyle>
            <a:lvl1pPr marL="0" indent="0" algn="ctr">
              <a:spcBef>
                <a:spcPts val="0"/>
              </a:spcBef>
              <a:buNone/>
              <a:defRPr lang="en-US" sz="900" b="1" kern="1200" dirty="0">
                <a:solidFill>
                  <a:srgbClr val="FFFFFF"/>
                </a:solidFill>
                <a:latin typeface="+mn-lt"/>
                <a:ea typeface="+mn-ea"/>
                <a:cs typeface="+mn-cs"/>
              </a:defRPr>
            </a:lvl1pPr>
          </a:lstStyle>
          <a:p>
            <a:pPr lvl="0"/>
            <a:r>
              <a:rPr lang="en-US"/>
              <a:t>Click to edit Master text styles</a:t>
            </a:r>
          </a:p>
        </p:txBody>
      </p:sp>
      <p:sp>
        <p:nvSpPr>
          <p:cNvPr id="20" name="Text Placeholder 16"/>
          <p:cNvSpPr>
            <a:spLocks noGrp="1"/>
          </p:cNvSpPr>
          <p:nvPr>
            <p:ph type="body" sz="quarter" idx="13"/>
          </p:nvPr>
        </p:nvSpPr>
        <p:spPr>
          <a:xfrm>
            <a:off x="5303838" y="1417320"/>
            <a:ext cx="1371600" cy="457200"/>
          </a:xfrm>
          <a:prstGeom prst="rect">
            <a:avLst/>
          </a:prstGeom>
          <a:solidFill>
            <a:srgbClr val="4D4D4D"/>
          </a:solidFill>
        </p:spPr>
        <p:txBody>
          <a:bodyPr anchor="ctr"/>
          <a:lstStyle>
            <a:lvl1pPr marL="0" indent="0" algn="ctr">
              <a:spcBef>
                <a:spcPts val="0"/>
              </a:spcBef>
              <a:buNone/>
              <a:defRPr lang="en-US" sz="900" b="1" kern="1200" dirty="0">
                <a:solidFill>
                  <a:srgbClr val="FFFFFF"/>
                </a:solidFill>
                <a:latin typeface="+mn-lt"/>
                <a:ea typeface="+mn-ea"/>
                <a:cs typeface="+mn-cs"/>
              </a:defRPr>
            </a:lvl1pPr>
          </a:lstStyle>
          <a:p>
            <a:pPr lvl="0"/>
            <a:r>
              <a:rPr lang="en-US"/>
              <a:t>Click to edit Master text styles</a:t>
            </a:r>
          </a:p>
        </p:txBody>
      </p:sp>
      <p:sp>
        <p:nvSpPr>
          <p:cNvPr id="21" name="Text Placeholder 16"/>
          <p:cNvSpPr>
            <a:spLocks noGrp="1"/>
          </p:cNvSpPr>
          <p:nvPr>
            <p:ph type="body" sz="quarter" idx="14"/>
          </p:nvPr>
        </p:nvSpPr>
        <p:spPr>
          <a:xfrm>
            <a:off x="6815138" y="1417320"/>
            <a:ext cx="1371600" cy="457200"/>
          </a:xfrm>
          <a:prstGeom prst="rect">
            <a:avLst/>
          </a:prstGeom>
          <a:solidFill>
            <a:srgbClr val="4D4D4D"/>
          </a:solidFill>
        </p:spPr>
        <p:txBody>
          <a:bodyPr anchor="ctr"/>
          <a:lstStyle>
            <a:lvl1pPr marL="0" indent="0" algn="ctr">
              <a:spcBef>
                <a:spcPts val="0"/>
              </a:spcBef>
              <a:buNone/>
              <a:defRPr lang="en-US" sz="900" b="1" kern="1200" dirty="0">
                <a:solidFill>
                  <a:srgbClr val="FFFFFF"/>
                </a:solidFill>
                <a:latin typeface="+mn-lt"/>
                <a:ea typeface="+mn-ea"/>
                <a:cs typeface="+mn-cs"/>
              </a:defRPr>
            </a:lvl1pPr>
          </a:lstStyle>
          <a:p>
            <a:pPr lvl="0"/>
            <a:r>
              <a:rPr lang="en-US"/>
              <a:t>Click to edit Master text styles</a:t>
            </a:r>
          </a:p>
        </p:txBody>
      </p:sp>
      <p:sp>
        <p:nvSpPr>
          <p:cNvPr id="26" name="Text Placeholder 19"/>
          <p:cNvSpPr>
            <a:spLocks noGrp="1"/>
          </p:cNvSpPr>
          <p:nvPr>
            <p:ph type="body" sz="quarter" idx="15"/>
          </p:nvPr>
        </p:nvSpPr>
        <p:spPr>
          <a:xfrm>
            <a:off x="609600" y="2133601"/>
            <a:ext cx="7891272" cy="1143000"/>
          </a:xfrm>
          <a:prstGeom prst="homePlate">
            <a:avLst>
              <a:gd name="adj" fmla="val 15807"/>
            </a:avLst>
          </a:prstGeom>
          <a:solidFill>
            <a:srgbClr val="FFFFFF"/>
          </a:solidFill>
          <a:ln>
            <a:solidFill>
              <a:srgbClr val="B01C2E"/>
            </a:solidFill>
          </a:ln>
        </p:spPr>
        <p:txBody>
          <a:bodyPr wrap="square" lIns="91440" tIns="45720" rIns="45720" bIns="45720" anchor="ctr">
            <a:noAutofit/>
          </a:bodyPr>
          <a:lstStyle>
            <a:lvl1pPr marL="89154" indent="-89154">
              <a:spcBef>
                <a:spcPts val="150"/>
              </a:spcBef>
              <a:buClr>
                <a:schemeClr val="accent1"/>
              </a:buClr>
              <a:buFont typeface="Wingdings 2" pitchFamily="18" charset="2"/>
              <a:buChar char=""/>
              <a:defRPr sz="900" baseline="0">
                <a:solidFill>
                  <a:schemeClr val="tx1"/>
                </a:solidFill>
              </a:defRPr>
            </a:lvl1pPr>
            <a:lvl2pPr marL="260604" indent="-123444">
              <a:spcBef>
                <a:spcPts val="225"/>
              </a:spcBef>
              <a:buClr>
                <a:srgbClr val="B01C2E"/>
              </a:buClr>
              <a:buFont typeface="Arial" pitchFamily="34" charset="0"/>
              <a:buChar char="•"/>
              <a:defRPr sz="900" baseline="0"/>
            </a:lvl2pPr>
            <a:lvl3pPr marL="397764" indent="-130302">
              <a:buClr>
                <a:srgbClr val="B01C2E"/>
              </a:buClr>
              <a:buFont typeface="Arial" pitchFamily="34" charset="0"/>
              <a:buChar char="‒"/>
              <a:defRPr sz="900"/>
            </a:lvl3pPr>
            <a:lvl4pPr marL="514350">
              <a:buClr>
                <a:srgbClr val="B01C2E"/>
              </a:buClr>
              <a:buFont typeface="Arial" pitchFamily="34" charset="0"/>
              <a:buChar char="–"/>
              <a:defRPr sz="900"/>
            </a:lvl4pPr>
          </a:lstStyle>
          <a:p>
            <a:pPr lvl="0"/>
            <a:r>
              <a:rPr lang="en-US"/>
              <a:t>Click to edit Master text styles</a:t>
            </a:r>
          </a:p>
          <a:p>
            <a:pPr lvl="1"/>
            <a:r>
              <a:rPr lang="en-US"/>
              <a:t>Second level</a:t>
            </a:r>
          </a:p>
          <a:p>
            <a:pPr lvl="2"/>
            <a:r>
              <a:rPr lang="en-US"/>
              <a:t>Third level</a:t>
            </a:r>
          </a:p>
        </p:txBody>
      </p:sp>
      <p:sp>
        <p:nvSpPr>
          <p:cNvPr id="31" name="Text Placeholder 19"/>
          <p:cNvSpPr>
            <a:spLocks noGrp="1"/>
          </p:cNvSpPr>
          <p:nvPr>
            <p:ph type="body" sz="quarter" idx="21"/>
          </p:nvPr>
        </p:nvSpPr>
        <p:spPr>
          <a:xfrm>
            <a:off x="609600" y="3390901"/>
            <a:ext cx="7891272" cy="1143000"/>
          </a:xfrm>
          <a:prstGeom prst="homePlate">
            <a:avLst>
              <a:gd name="adj" fmla="val 15807"/>
            </a:avLst>
          </a:prstGeom>
          <a:solidFill>
            <a:srgbClr val="FFFFFF"/>
          </a:solidFill>
          <a:ln>
            <a:solidFill>
              <a:srgbClr val="B01C2E"/>
            </a:solidFill>
          </a:ln>
        </p:spPr>
        <p:txBody>
          <a:bodyPr wrap="square" lIns="91440" tIns="45720" rIns="45720" bIns="45720" anchor="ctr">
            <a:noAutofit/>
          </a:bodyPr>
          <a:lstStyle>
            <a:lvl1pPr marL="89154" indent="-89154">
              <a:spcBef>
                <a:spcPts val="150"/>
              </a:spcBef>
              <a:buClr>
                <a:schemeClr val="accent1"/>
              </a:buClr>
              <a:buFont typeface="Wingdings 2" pitchFamily="18" charset="2"/>
              <a:buChar char=""/>
              <a:defRPr sz="900" baseline="0">
                <a:solidFill>
                  <a:schemeClr val="tx1"/>
                </a:solidFill>
              </a:defRPr>
            </a:lvl1pPr>
            <a:lvl2pPr marL="260604" indent="-123444">
              <a:spcBef>
                <a:spcPts val="225"/>
              </a:spcBef>
              <a:buClr>
                <a:srgbClr val="B01C2E"/>
              </a:buClr>
              <a:buFont typeface="Arial" pitchFamily="34" charset="0"/>
              <a:buChar char="•"/>
              <a:defRPr sz="900" baseline="0"/>
            </a:lvl2pPr>
            <a:lvl3pPr marL="397764" indent="-130302">
              <a:buClr>
                <a:srgbClr val="B01C2E"/>
              </a:buClr>
              <a:buFont typeface="Arial" pitchFamily="34" charset="0"/>
              <a:buChar char="‒"/>
              <a:defRPr sz="900"/>
            </a:lvl3pPr>
            <a:lvl4pPr>
              <a:defRPr lang="en-US" sz="900" kern="1200" dirty="0">
                <a:solidFill>
                  <a:schemeClr val="tx1"/>
                </a:solidFill>
                <a:latin typeface="+mn-lt"/>
                <a:ea typeface="+mn-ea"/>
                <a:cs typeface="+mn-cs"/>
              </a:defRPr>
            </a:lvl4pPr>
          </a:lstStyle>
          <a:p>
            <a:pPr lvl="0"/>
            <a:r>
              <a:rPr lang="en-US"/>
              <a:t>Click to edit Master text styles</a:t>
            </a:r>
          </a:p>
          <a:p>
            <a:pPr lvl="1"/>
            <a:r>
              <a:rPr lang="en-US"/>
              <a:t>Second level</a:t>
            </a:r>
          </a:p>
          <a:p>
            <a:pPr lvl="2"/>
            <a:r>
              <a:rPr lang="en-US"/>
              <a:t>Third level</a:t>
            </a:r>
          </a:p>
        </p:txBody>
      </p:sp>
      <p:sp>
        <p:nvSpPr>
          <p:cNvPr id="32" name="Text Placeholder 19"/>
          <p:cNvSpPr>
            <a:spLocks noGrp="1"/>
          </p:cNvSpPr>
          <p:nvPr>
            <p:ph type="body" sz="quarter" idx="22"/>
          </p:nvPr>
        </p:nvSpPr>
        <p:spPr>
          <a:xfrm>
            <a:off x="609600" y="4648200"/>
            <a:ext cx="7891272" cy="1143000"/>
          </a:xfrm>
          <a:prstGeom prst="homePlate">
            <a:avLst>
              <a:gd name="adj" fmla="val 15807"/>
            </a:avLst>
          </a:prstGeom>
          <a:solidFill>
            <a:srgbClr val="FFFFFF"/>
          </a:solidFill>
          <a:ln>
            <a:solidFill>
              <a:srgbClr val="B01C2E"/>
            </a:solidFill>
          </a:ln>
        </p:spPr>
        <p:txBody>
          <a:bodyPr wrap="square" lIns="91440" tIns="45720" rIns="45720" bIns="45720" anchor="ctr">
            <a:noAutofit/>
          </a:bodyPr>
          <a:lstStyle>
            <a:lvl1pPr marL="89154" indent="-89154">
              <a:spcBef>
                <a:spcPts val="150"/>
              </a:spcBef>
              <a:buClr>
                <a:schemeClr val="accent1"/>
              </a:buClr>
              <a:buFont typeface="Wingdings 2" pitchFamily="18" charset="2"/>
              <a:buChar char=""/>
              <a:defRPr sz="900" baseline="0">
                <a:solidFill>
                  <a:schemeClr val="tx1"/>
                </a:solidFill>
              </a:defRPr>
            </a:lvl1pPr>
            <a:lvl2pPr marL="260604" indent="-123444">
              <a:spcBef>
                <a:spcPts val="225"/>
              </a:spcBef>
              <a:buClr>
                <a:srgbClr val="B01C2E"/>
              </a:buClr>
              <a:buFont typeface="Arial" pitchFamily="34" charset="0"/>
              <a:buChar char="•"/>
              <a:defRPr sz="900" baseline="0"/>
            </a:lvl2pPr>
            <a:lvl3pPr marL="397764" indent="-130302">
              <a:buClr>
                <a:srgbClr val="B01C2E"/>
              </a:buClr>
              <a:buFont typeface="Arial" pitchFamily="34" charset="0"/>
              <a:buChar char="‒"/>
              <a:defRPr sz="900"/>
            </a:lvl3pPr>
            <a:lvl4pPr>
              <a:defRPr lang="en-US" sz="900" kern="1200" dirty="0">
                <a:solidFill>
                  <a:schemeClr val="tx1"/>
                </a:solidFill>
                <a:latin typeface="+mn-lt"/>
                <a:ea typeface="+mn-ea"/>
                <a:cs typeface="+mn-cs"/>
              </a:defRPr>
            </a:lvl4pPr>
          </a:lstStyle>
          <a:p>
            <a:pPr lvl="0"/>
            <a:r>
              <a:rPr lang="en-US"/>
              <a:t>Click to edit Master text styles</a:t>
            </a:r>
          </a:p>
          <a:p>
            <a:pPr lvl="1"/>
            <a:r>
              <a:rPr lang="en-US"/>
              <a:t>Second level</a:t>
            </a:r>
          </a:p>
          <a:p>
            <a:pPr lvl="2"/>
            <a:r>
              <a:rPr lang="en-US"/>
              <a:t>Third level</a:t>
            </a:r>
          </a:p>
        </p:txBody>
      </p:sp>
      <p:sp>
        <p:nvSpPr>
          <p:cNvPr id="23" name="Rectangle 2"/>
          <p:cNvSpPr>
            <a:spLocks noGrp="1" noChangeArrowheads="1"/>
          </p:cNvSpPr>
          <p:nvPr>
            <p:ph type="title"/>
          </p:nvPr>
        </p:nvSpPr>
        <p:spPr bwMode="gray">
          <a:xfrm>
            <a:off x="452441" y="2"/>
            <a:ext cx="8239125" cy="898525"/>
          </a:xfrm>
          <a:prstGeom prst="rect">
            <a:avLst/>
          </a:prstGeom>
          <a:noFill/>
          <a:ln w="9525">
            <a:noFill/>
            <a:miter lim="800000"/>
            <a:headEnd/>
            <a:tailEnd/>
          </a:ln>
        </p:spPr>
        <p:txBody>
          <a:bodyPr vert="horz" wrap="square" lIns="0" tIns="0" rIns="0" bIns="0" numCol="1" anchor="b" anchorCtr="0" compatLnSpc="1">
            <a:prstTxWarp prst="textNoShape">
              <a:avLst/>
            </a:prstTxWarp>
          </a:bodyPr>
          <a:lstStyle>
            <a:lvl1pPr algn="l">
              <a:defRPr sz="1650"/>
            </a:lvl1pPr>
          </a:lstStyle>
          <a:p>
            <a:pPr lvl="0"/>
            <a:r>
              <a:rPr lang="en-US"/>
              <a:t>Click to edit Master title style</a:t>
            </a:r>
            <a:endParaRPr lang="en-US" dirty="0"/>
          </a:p>
        </p:txBody>
      </p:sp>
      <p:sp>
        <p:nvSpPr>
          <p:cNvPr id="16" name="Slide Number Placeholder 9"/>
          <p:cNvSpPr>
            <a:spLocks noGrp="1"/>
          </p:cNvSpPr>
          <p:nvPr>
            <p:ph type="sldNum" sz="quarter" idx="23"/>
          </p:nvPr>
        </p:nvSpPr>
        <p:spPr/>
        <p:txBody>
          <a:bodyPr/>
          <a:lstStyle>
            <a:lvl1pPr>
              <a:defRPr/>
            </a:lvl1pPr>
          </a:lstStyle>
          <a:p>
            <a:fld id="{4755A724-3117-D848-90FF-6F79FEC20653}" type="slidenum">
              <a:rPr lang="en-US" altLang="en-US"/>
              <a:pPr/>
              <a:t>‹#›</a:t>
            </a:fld>
            <a:endParaRPr lang="en-US" altLang="en-US"/>
          </a:p>
        </p:txBody>
      </p:sp>
      <p:sp>
        <p:nvSpPr>
          <p:cNvPr id="22" name="Footer Placeholder 21"/>
          <p:cNvSpPr>
            <a:spLocks noGrp="1"/>
          </p:cNvSpPr>
          <p:nvPr>
            <p:ph type="ftr" sz="quarter" idx="24"/>
          </p:nvPr>
        </p:nvSpPr>
        <p:spPr/>
        <p:txBody>
          <a:bodyPr/>
          <a:lstStyle>
            <a:lvl1pPr>
              <a:defRPr smtClean="0"/>
            </a:lvl1pPr>
          </a:lstStyle>
          <a:p>
            <a:pPr>
              <a:defRPr/>
            </a:pPr>
            <a:r>
              <a:rPr lang="en-US"/>
              <a:t>Ethical Debates, Econ Theories, Real-World Impacts</a:t>
            </a:r>
          </a:p>
        </p:txBody>
      </p:sp>
    </p:spTree>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preserve="1" userDrawn="1">
  <p:cSld name="Text Blocks - Chevrons resulting From">
    <p:spTree>
      <p:nvGrpSpPr>
        <p:cNvPr id="1" name=""/>
        <p:cNvGrpSpPr/>
        <p:nvPr/>
      </p:nvGrpSpPr>
      <p:grpSpPr>
        <a:xfrm>
          <a:off x="0" y="0"/>
          <a:ext cx="0" cy="0"/>
          <a:chOff x="0" y="0"/>
          <a:chExt cx="0" cy="0"/>
        </a:xfrm>
      </p:grpSpPr>
      <p:sp>
        <p:nvSpPr>
          <p:cNvPr id="21" name="Text Placeholder 12"/>
          <p:cNvSpPr>
            <a:spLocks noGrp="1"/>
          </p:cNvSpPr>
          <p:nvPr>
            <p:ph type="body" sz="quarter" idx="18"/>
          </p:nvPr>
        </p:nvSpPr>
        <p:spPr>
          <a:xfrm>
            <a:off x="3273552" y="1444752"/>
            <a:ext cx="2596896" cy="3968496"/>
          </a:xfrm>
          <a:prstGeom prst="rect">
            <a:avLst/>
          </a:prstGeom>
        </p:spPr>
        <p:txBody>
          <a:bodyPr wrap="square" lIns="640080" rIns="640080" anchor="ctr" anchorCtr="1">
            <a:noAutofit/>
          </a:bodyPr>
          <a:lstStyle>
            <a:lvl1pPr marL="0" indent="0" algn="ctr">
              <a:spcBef>
                <a:spcPts val="0"/>
              </a:spcBef>
              <a:spcAft>
                <a:spcPts val="0"/>
              </a:spcAft>
              <a:buNone/>
              <a:defRPr sz="900" b="1"/>
            </a:lvl1pPr>
          </a:lstStyle>
          <a:p>
            <a:pPr lvl="0"/>
            <a:r>
              <a:rPr lang="en-US"/>
              <a:t>Click to edit Master text styles</a:t>
            </a:r>
          </a:p>
        </p:txBody>
      </p:sp>
      <p:sp>
        <p:nvSpPr>
          <p:cNvPr id="14" name="Text Placeholder 19"/>
          <p:cNvSpPr>
            <a:spLocks noGrp="1"/>
          </p:cNvSpPr>
          <p:nvPr>
            <p:ph type="body" sz="quarter" idx="15"/>
          </p:nvPr>
        </p:nvSpPr>
        <p:spPr>
          <a:xfrm>
            <a:off x="5370576" y="1524000"/>
            <a:ext cx="3163824" cy="731520"/>
          </a:xfrm>
          <a:prstGeom prst="homePlate">
            <a:avLst>
              <a:gd name="adj" fmla="val 33249"/>
            </a:avLst>
          </a:prstGeom>
          <a:noFill/>
          <a:ln>
            <a:solidFill>
              <a:srgbClr val="B01C2E"/>
            </a:solidFill>
          </a:ln>
        </p:spPr>
        <p:txBody>
          <a:bodyPr wrap="square" lIns="91440" tIns="45720" rIns="182880" bIns="45720" anchor="ctr">
            <a:noAutofit/>
          </a:bodyPr>
          <a:lstStyle>
            <a:lvl1pPr marL="89154" indent="-89154">
              <a:spcBef>
                <a:spcPts val="150"/>
              </a:spcBef>
              <a:buClr>
                <a:schemeClr val="accent1"/>
              </a:buClr>
              <a:buFont typeface="Wingdings 2" pitchFamily="18" charset="2"/>
              <a:buChar char=""/>
              <a:defRPr sz="900" baseline="0">
                <a:solidFill>
                  <a:schemeClr val="tx1"/>
                </a:solidFill>
              </a:defRPr>
            </a:lvl1pPr>
            <a:lvl2pPr marL="260604" indent="-123444">
              <a:spcBef>
                <a:spcPts val="225"/>
              </a:spcBef>
              <a:buClr>
                <a:srgbClr val="B01C2E"/>
              </a:buClr>
              <a:buFont typeface="Arial" pitchFamily="34" charset="0"/>
              <a:buChar char="•"/>
              <a:defRPr sz="900" baseline="0"/>
            </a:lvl2pPr>
            <a:lvl3pPr marL="397764" indent="-130302">
              <a:buClr>
                <a:srgbClr val="B01C2E"/>
              </a:buClr>
              <a:buFont typeface="Arial" pitchFamily="34" charset="0"/>
              <a:buChar char="‒"/>
              <a:defRPr sz="900"/>
            </a:lvl3pPr>
          </a:lstStyle>
          <a:p>
            <a:pPr lvl="0"/>
            <a:r>
              <a:rPr lang="en-US"/>
              <a:t>Click to edit Master text styles</a:t>
            </a:r>
          </a:p>
          <a:p>
            <a:pPr lvl="1"/>
            <a:r>
              <a:rPr lang="en-US"/>
              <a:t>Second level</a:t>
            </a:r>
          </a:p>
          <a:p>
            <a:pPr lvl="2"/>
            <a:r>
              <a:rPr lang="en-US"/>
              <a:t>Third level</a:t>
            </a:r>
          </a:p>
        </p:txBody>
      </p:sp>
      <p:sp>
        <p:nvSpPr>
          <p:cNvPr id="18" name="Text Placeholder 19"/>
          <p:cNvSpPr>
            <a:spLocks noGrp="1"/>
          </p:cNvSpPr>
          <p:nvPr>
            <p:ph type="body" sz="quarter" idx="31"/>
          </p:nvPr>
        </p:nvSpPr>
        <p:spPr>
          <a:xfrm flipH="1">
            <a:off x="609600" y="1524000"/>
            <a:ext cx="3163824" cy="731520"/>
          </a:xfrm>
          <a:prstGeom prst="homePlate">
            <a:avLst>
              <a:gd name="adj" fmla="val 33249"/>
            </a:avLst>
          </a:prstGeom>
          <a:noFill/>
          <a:ln>
            <a:solidFill>
              <a:srgbClr val="B01C2E"/>
            </a:solidFill>
          </a:ln>
        </p:spPr>
        <p:txBody>
          <a:bodyPr wrap="square" lIns="182880" tIns="45720" rIns="91440" bIns="45720" anchor="ctr">
            <a:noAutofit/>
          </a:bodyPr>
          <a:lstStyle>
            <a:lvl1pPr marL="89154" indent="-89154">
              <a:spcBef>
                <a:spcPts val="150"/>
              </a:spcBef>
              <a:buClr>
                <a:schemeClr val="accent1"/>
              </a:buClr>
              <a:buFont typeface="Wingdings 2" pitchFamily="18" charset="2"/>
              <a:buChar char=""/>
              <a:defRPr sz="900" baseline="0">
                <a:solidFill>
                  <a:schemeClr val="tx1"/>
                </a:solidFill>
              </a:defRPr>
            </a:lvl1pPr>
            <a:lvl2pPr marL="260604" indent="-123444">
              <a:spcBef>
                <a:spcPts val="225"/>
              </a:spcBef>
              <a:buClr>
                <a:srgbClr val="B01C2E"/>
              </a:buClr>
              <a:buFont typeface="Arial" pitchFamily="34" charset="0"/>
              <a:buChar char="•"/>
              <a:defRPr sz="900" baseline="0"/>
            </a:lvl2pPr>
            <a:lvl3pPr marL="397764" indent="-130302">
              <a:buClr>
                <a:srgbClr val="B01C2E"/>
              </a:buClr>
              <a:buFont typeface="Arial" pitchFamily="34" charset="0"/>
              <a:buChar char="‒"/>
              <a:defRPr sz="900"/>
            </a:lvl3pPr>
          </a:lstStyle>
          <a:p>
            <a:pPr lvl="0"/>
            <a:r>
              <a:rPr lang="en-US"/>
              <a:t>Click to edit Master text styles</a:t>
            </a:r>
          </a:p>
          <a:p>
            <a:pPr lvl="1"/>
            <a:r>
              <a:rPr lang="en-US"/>
              <a:t>Second level</a:t>
            </a:r>
          </a:p>
          <a:p>
            <a:pPr lvl="2"/>
            <a:r>
              <a:rPr lang="en-US"/>
              <a:t>Third level</a:t>
            </a:r>
          </a:p>
        </p:txBody>
      </p:sp>
      <p:sp>
        <p:nvSpPr>
          <p:cNvPr id="19" name="Text Placeholder 19"/>
          <p:cNvSpPr>
            <a:spLocks noGrp="1"/>
          </p:cNvSpPr>
          <p:nvPr>
            <p:ph type="body" sz="quarter" idx="32"/>
          </p:nvPr>
        </p:nvSpPr>
        <p:spPr>
          <a:xfrm>
            <a:off x="5370576" y="2550160"/>
            <a:ext cx="3163824" cy="731520"/>
          </a:xfrm>
          <a:prstGeom prst="homePlate">
            <a:avLst>
              <a:gd name="adj" fmla="val 33249"/>
            </a:avLst>
          </a:prstGeom>
          <a:noFill/>
          <a:ln>
            <a:solidFill>
              <a:srgbClr val="B01C2E"/>
            </a:solidFill>
          </a:ln>
        </p:spPr>
        <p:txBody>
          <a:bodyPr wrap="square" lIns="91440" tIns="45720" rIns="182880" bIns="45720" anchor="ctr">
            <a:noAutofit/>
          </a:bodyPr>
          <a:lstStyle>
            <a:lvl1pPr marL="89154" indent="-89154">
              <a:spcBef>
                <a:spcPts val="150"/>
              </a:spcBef>
              <a:buClr>
                <a:schemeClr val="accent1"/>
              </a:buClr>
              <a:buFont typeface="Wingdings 2" pitchFamily="18" charset="2"/>
              <a:buChar char=""/>
              <a:defRPr sz="900" baseline="0">
                <a:solidFill>
                  <a:schemeClr val="tx1"/>
                </a:solidFill>
              </a:defRPr>
            </a:lvl1pPr>
            <a:lvl2pPr marL="260604" indent="-123444">
              <a:spcBef>
                <a:spcPts val="225"/>
              </a:spcBef>
              <a:buClr>
                <a:srgbClr val="B01C2E"/>
              </a:buClr>
              <a:buFont typeface="Arial" pitchFamily="34" charset="0"/>
              <a:buChar char="•"/>
              <a:defRPr sz="900" baseline="0"/>
            </a:lvl2pPr>
            <a:lvl3pPr marL="397764" indent="-130302">
              <a:buClr>
                <a:srgbClr val="B01C2E"/>
              </a:buClr>
              <a:buFont typeface="Arial" pitchFamily="34" charset="0"/>
              <a:buChar char="‒"/>
              <a:defRPr sz="900"/>
            </a:lvl3pPr>
          </a:lstStyle>
          <a:p>
            <a:pPr lvl="0"/>
            <a:r>
              <a:rPr lang="en-US"/>
              <a:t>Click to edit Master text styles</a:t>
            </a:r>
          </a:p>
          <a:p>
            <a:pPr lvl="1"/>
            <a:r>
              <a:rPr lang="en-US"/>
              <a:t>Second level</a:t>
            </a:r>
          </a:p>
          <a:p>
            <a:pPr lvl="2"/>
            <a:r>
              <a:rPr lang="en-US"/>
              <a:t>Third level</a:t>
            </a:r>
          </a:p>
        </p:txBody>
      </p:sp>
      <p:sp>
        <p:nvSpPr>
          <p:cNvPr id="20" name="Text Placeholder 19"/>
          <p:cNvSpPr>
            <a:spLocks noGrp="1"/>
          </p:cNvSpPr>
          <p:nvPr>
            <p:ph type="body" sz="quarter" idx="33"/>
          </p:nvPr>
        </p:nvSpPr>
        <p:spPr>
          <a:xfrm flipH="1">
            <a:off x="609600" y="2550160"/>
            <a:ext cx="3163824" cy="731520"/>
          </a:xfrm>
          <a:prstGeom prst="homePlate">
            <a:avLst>
              <a:gd name="adj" fmla="val 33249"/>
            </a:avLst>
          </a:prstGeom>
          <a:noFill/>
          <a:ln>
            <a:solidFill>
              <a:srgbClr val="B01C2E"/>
            </a:solidFill>
          </a:ln>
        </p:spPr>
        <p:txBody>
          <a:bodyPr wrap="square" lIns="182880" tIns="45720" rIns="91440" bIns="45720" anchor="ctr">
            <a:noAutofit/>
          </a:bodyPr>
          <a:lstStyle>
            <a:lvl1pPr marL="89154" indent="-89154">
              <a:spcBef>
                <a:spcPts val="150"/>
              </a:spcBef>
              <a:buClr>
                <a:schemeClr val="accent1"/>
              </a:buClr>
              <a:buFont typeface="Wingdings 2" pitchFamily="18" charset="2"/>
              <a:buChar char=""/>
              <a:defRPr sz="900" baseline="0">
                <a:solidFill>
                  <a:schemeClr val="tx1"/>
                </a:solidFill>
              </a:defRPr>
            </a:lvl1pPr>
            <a:lvl2pPr marL="260604" indent="-123444">
              <a:spcBef>
                <a:spcPts val="225"/>
              </a:spcBef>
              <a:buClr>
                <a:srgbClr val="B01C2E"/>
              </a:buClr>
              <a:buFont typeface="Arial" pitchFamily="34" charset="0"/>
              <a:buChar char="•"/>
              <a:defRPr sz="900" baseline="0"/>
            </a:lvl2pPr>
            <a:lvl3pPr marL="397764" indent="-130302">
              <a:buClr>
                <a:srgbClr val="B01C2E"/>
              </a:buClr>
              <a:buFont typeface="Arial" pitchFamily="34" charset="0"/>
              <a:buChar char="‒"/>
              <a:defRPr sz="900"/>
            </a:lvl3pPr>
          </a:lstStyle>
          <a:p>
            <a:pPr lvl="0"/>
            <a:r>
              <a:rPr lang="en-US"/>
              <a:t>Click to edit Master text styles</a:t>
            </a:r>
          </a:p>
          <a:p>
            <a:pPr lvl="1"/>
            <a:r>
              <a:rPr lang="en-US"/>
              <a:t>Second level</a:t>
            </a:r>
          </a:p>
          <a:p>
            <a:pPr lvl="2"/>
            <a:r>
              <a:rPr lang="en-US"/>
              <a:t>Third level</a:t>
            </a:r>
          </a:p>
        </p:txBody>
      </p:sp>
      <p:sp>
        <p:nvSpPr>
          <p:cNvPr id="28" name="Text Placeholder 19"/>
          <p:cNvSpPr>
            <a:spLocks noGrp="1"/>
          </p:cNvSpPr>
          <p:nvPr>
            <p:ph type="body" sz="quarter" idx="34"/>
          </p:nvPr>
        </p:nvSpPr>
        <p:spPr>
          <a:xfrm>
            <a:off x="5370576" y="3576320"/>
            <a:ext cx="3163824" cy="731520"/>
          </a:xfrm>
          <a:prstGeom prst="homePlate">
            <a:avLst>
              <a:gd name="adj" fmla="val 33249"/>
            </a:avLst>
          </a:prstGeom>
          <a:noFill/>
          <a:ln>
            <a:solidFill>
              <a:srgbClr val="B01C2E"/>
            </a:solidFill>
          </a:ln>
        </p:spPr>
        <p:txBody>
          <a:bodyPr wrap="square" lIns="91440" tIns="45720" rIns="182880" bIns="45720" anchor="ctr">
            <a:noAutofit/>
          </a:bodyPr>
          <a:lstStyle>
            <a:lvl1pPr marL="89154" indent="-89154">
              <a:spcBef>
                <a:spcPts val="150"/>
              </a:spcBef>
              <a:buClr>
                <a:schemeClr val="accent1"/>
              </a:buClr>
              <a:buFont typeface="Wingdings 2" pitchFamily="18" charset="2"/>
              <a:buChar char=""/>
              <a:defRPr sz="900" baseline="0">
                <a:solidFill>
                  <a:schemeClr val="tx1"/>
                </a:solidFill>
              </a:defRPr>
            </a:lvl1pPr>
            <a:lvl2pPr marL="260604" indent="-123444">
              <a:spcBef>
                <a:spcPts val="225"/>
              </a:spcBef>
              <a:buClr>
                <a:srgbClr val="B01C2E"/>
              </a:buClr>
              <a:buFont typeface="Arial" pitchFamily="34" charset="0"/>
              <a:buChar char="•"/>
              <a:defRPr sz="900" baseline="0"/>
            </a:lvl2pPr>
            <a:lvl3pPr marL="397764" indent="-130302">
              <a:buClr>
                <a:srgbClr val="B01C2E"/>
              </a:buClr>
              <a:buFont typeface="Arial" pitchFamily="34" charset="0"/>
              <a:buChar char="‒"/>
              <a:defRPr sz="900"/>
            </a:lvl3pPr>
          </a:lstStyle>
          <a:p>
            <a:pPr lvl="0"/>
            <a:r>
              <a:rPr lang="en-US"/>
              <a:t>Click to edit Master text styles</a:t>
            </a:r>
          </a:p>
          <a:p>
            <a:pPr lvl="1"/>
            <a:r>
              <a:rPr lang="en-US"/>
              <a:t>Second level</a:t>
            </a:r>
          </a:p>
          <a:p>
            <a:pPr lvl="2"/>
            <a:r>
              <a:rPr lang="en-US"/>
              <a:t>Third level</a:t>
            </a:r>
          </a:p>
        </p:txBody>
      </p:sp>
      <p:sp>
        <p:nvSpPr>
          <p:cNvPr id="32" name="Text Placeholder 19"/>
          <p:cNvSpPr>
            <a:spLocks noGrp="1"/>
          </p:cNvSpPr>
          <p:nvPr>
            <p:ph type="body" sz="quarter" idx="35"/>
          </p:nvPr>
        </p:nvSpPr>
        <p:spPr>
          <a:xfrm flipH="1">
            <a:off x="609600" y="3576320"/>
            <a:ext cx="3163824" cy="731520"/>
          </a:xfrm>
          <a:prstGeom prst="homePlate">
            <a:avLst>
              <a:gd name="adj" fmla="val 33249"/>
            </a:avLst>
          </a:prstGeom>
          <a:noFill/>
          <a:ln>
            <a:solidFill>
              <a:srgbClr val="B01C2E"/>
            </a:solidFill>
          </a:ln>
        </p:spPr>
        <p:txBody>
          <a:bodyPr wrap="square" lIns="182880" tIns="45720" rIns="91440" bIns="45720" anchor="ctr">
            <a:noAutofit/>
          </a:bodyPr>
          <a:lstStyle>
            <a:lvl1pPr marL="89154" indent="-89154">
              <a:spcBef>
                <a:spcPts val="150"/>
              </a:spcBef>
              <a:buClr>
                <a:schemeClr val="accent1"/>
              </a:buClr>
              <a:buFont typeface="Wingdings 2" pitchFamily="18" charset="2"/>
              <a:buChar char=""/>
              <a:defRPr sz="900" baseline="0">
                <a:solidFill>
                  <a:schemeClr val="tx1"/>
                </a:solidFill>
              </a:defRPr>
            </a:lvl1pPr>
            <a:lvl2pPr marL="260604" indent="-123444">
              <a:spcBef>
                <a:spcPts val="225"/>
              </a:spcBef>
              <a:buClr>
                <a:srgbClr val="B01C2E"/>
              </a:buClr>
              <a:buFont typeface="Arial" pitchFamily="34" charset="0"/>
              <a:buChar char="•"/>
              <a:defRPr sz="900" baseline="0"/>
            </a:lvl2pPr>
            <a:lvl3pPr marL="397764" indent="-130302">
              <a:buClr>
                <a:srgbClr val="B01C2E"/>
              </a:buClr>
              <a:buFont typeface="Arial" pitchFamily="34" charset="0"/>
              <a:buChar char="‒"/>
              <a:defRPr sz="900"/>
            </a:lvl3pPr>
          </a:lstStyle>
          <a:p>
            <a:pPr lvl="0"/>
            <a:r>
              <a:rPr lang="en-US"/>
              <a:t>Click to edit Master text styles</a:t>
            </a:r>
          </a:p>
          <a:p>
            <a:pPr lvl="1"/>
            <a:r>
              <a:rPr lang="en-US"/>
              <a:t>Second level</a:t>
            </a:r>
          </a:p>
          <a:p>
            <a:pPr lvl="2"/>
            <a:r>
              <a:rPr lang="en-US"/>
              <a:t>Third level</a:t>
            </a:r>
          </a:p>
        </p:txBody>
      </p:sp>
      <p:sp>
        <p:nvSpPr>
          <p:cNvPr id="33" name="Text Placeholder 19"/>
          <p:cNvSpPr>
            <a:spLocks noGrp="1"/>
          </p:cNvSpPr>
          <p:nvPr>
            <p:ph type="body" sz="quarter" idx="36"/>
          </p:nvPr>
        </p:nvSpPr>
        <p:spPr>
          <a:xfrm>
            <a:off x="5370576" y="4602480"/>
            <a:ext cx="3163824" cy="731520"/>
          </a:xfrm>
          <a:prstGeom prst="homePlate">
            <a:avLst>
              <a:gd name="adj" fmla="val 33249"/>
            </a:avLst>
          </a:prstGeom>
          <a:noFill/>
          <a:ln>
            <a:solidFill>
              <a:srgbClr val="B01C2E"/>
            </a:solidFill>
          </a:ln>
        </p:spPr>
        <p:txBody>
          <a:bodyPr wrap="square" lIns="91440" tIns="45720" rIns="182880" bIns="45720" anchor="ctr">
            <a:noAutofit/>
          </a:bodyPr>
          <a:lstStyle>
            <a:lvl1pPr marL="89154" indent="-89154">
              <a:spcBef>
                <a:spcPts val="150"/>
              </a:spcBef>
              <a:buClr>
                <a:schemeClr val="accent1"/>
              </a:buClr>
              <a:buFont typeface="Wingdings 2" pitchFamily="18" charset="2"/>
              <a:buChar char=""/>
              <a:defRPr sz="900" baseline="0">
                <a:solidFill>
                  <a:schemeClr val="tx1"/>
                </a:solidFill>
              </a:defRPr>
            </a:lvl1pPr>
            <a:lvl2pPr marL="260604" indent="-123444">
              <a:spcBef>
                <a:spcPts val="225"/>
              </a:spcBef>
              <a:buClr>
                <a:srgbClr val="B01C2E"/>
              </a:buClr>
              <a:buFont typeface="Arial" pitchFamily="34" charset="0"/>
              <a:buChar char="•"/>
              <a:defRPr sz="900" baseline="0"/>
            </a:lvl2pPr>
            <a:lvl3pPr marL="397764" indent="-130302">
              <a:buClr>
                <a:srgbClr val="B01C2E"/>
              </a:buClr>
              <a:buFont typeface="Arial" pitchFamily="34" charset="0"/>
              <a:buChar char="‒"/>
              <a:defRPr sz="900"/>
            </a:lvl3pPr>
          </a:lstStyle>
          <a:p>
            <a:pPr lvl="0"/>
            <a:r>
              <a:rPr lang="en-US"/>
              <a:t>Click to edit Master text styles</a:t>
            </a:r>
          </a:p>
          <a:p>
            <a:pPr lvl="1"/>
            <a:r>
              <a:rPr lang="en-US"/>
              <a:t>Second level</a:t>
            </a:r>
          </a:p>
          <a:p>
            <a:pPr lvl="2"/>
            <a:r>
              <a:rPr lang="en-US"/>
              <a:t>Third level</a:t>
            </a:r>
          </a:p>
        </p:txBody>
      </p:sp>
      <p:sp>
        <p:nvSpPr>
          <p:cNvPr id="34" name="Text Placeholder 19"/>
          <p:cNvSpPr>
            <a:spLocks noGrp="1"/>
          </p:cNvSpPr>
          <p:nvPr>
            <p:ph type="body" sz="quarter" idx="37"/>
          </p:nvPr>
        </p:nvSpPr>
        <p:spPr>
          <a:xfrm flipH="1">
            <a:off x="609600" y="4602480"/>
            <a:ext cx="3163824" cy="731520"/>
          </a:xfrm>
          <a:prstGeom prst="homePlate">
            <a:avLst>
              <a:gd name="adj" fmla="val 33249"/>
            </a:avLst>
          </a:prstGeom>
          <a:noFill/>
          <a:ln>
            <a:solidFill>
              <a:srgbClr val="B01C2E"/>
            </a:solidFill>
          </a:ln>
        </p:spPr>
        <p:txBody>
          <a:bodyPr wrap="square" lIns="182880" tIns="45720" rIns="91440" bIns="45720" anchor="ctr">
            <a:noAutofit/>
          </a:bodyPr>
          <a:lstStyle>
            <a:lvl1pPr marL="89154" indent="-89154">
              <a:spcBef>
                <a:spcPts val="150"/>
              </a:spcBef>
              <a:buClr>
                <a:schemeClr val="accent1"/>
              </a:buClr>
              <a:buFont typeface="Wingdings 2" pitchFamily="18" charset="2"/>
              <a:buChar char=""/>
              <a:defRPr sz="900" baseline="0">
                <a:solidFill>
                  <a:schemeClr val="tx1"/>
                </a:solidFill>
              </a:defRPr>
            </a:lvl1pPr>
            <a:lvl2pPr marL="260604" indent="-123444">
              <a:spcBef>
                <a:spcPts val="225"/>
              </a:spcBef>
              <a:buClr>
                <a:srgbClr val="B01C2E"/>
              </a:buClr>
              <a:buFont typeface="Arial" pitchFamily="34" charset="0"/>
              <a:buChar char="•"/>
              <a:defRPr sz="900" baseline="0"/>
            </a:lvl2pPr>
            <a:lvl3pPr marL="397764" indent="-130302">
              <a:buClr>
                <a:srgbClr val="B01C2E"/>
              </a:buClr>
              <a:buFont typeface="Arial" pitchFamily="34" charset="0"/>
              <a:buChar char="‒"/>
              <a:defRPr sz="900"/>
            </a:lvl3pPr>
          </a:lstStyle>
          <a:p>
            <a:pPr lvl="0"/>
            <a:r>
              <a:rPr lang="en-US"/>
              <a:t>Click to edit Master text styles</a:t>
            </a:r>
          </a:p>
          <a:p>
            <a:pPr lvl="1"/>
            <a:r>
              <a:rPr lang="en-US"/>
              <a:t>Second level</a:t>
            </a:r>
          </a:p>
          <a:p>
            <a:pPr lvl="2"/>
            <a:r>
              <a:rPr lang="en-US"/>
              <a:t>Third level</a:t>
            </a:r>
          </a:p>
        </p:txBody>
      </p:sp>
      <p:sp>
        <p:nvSpPr>
          <p:cNvPr id="13" name="Rectangle 2"/>
          <p:cNvSpPr>
            <a:spLocks noGrp="1" noChangeArrowheads="1"/>
          </p:cNvSpPr>
          <p:nvPr>
            <p:ph type="title"/>
          </p:nvPr>
        </p:nvSpPr>
        <p:spPr bwMode="gray">
          <a:xfrm>
            <a:off x="452441" y="2"/>
            <a:ext cx="8239125" cy="898525"/>
          </a:xfrm>
          <a:prstGeom prst="rect">
            <a:avLst/>
          </a:prstGeom>
          <a:noFill/>
          <a:ln w="9525">
            <a:noFill/>
            <a:miter lim="800000"/>
            <a:headEnd/>
            <a:tailEnd/>
          </a:ln>
        </p:spPr>
        <p:txBody>
          <a:bodyPr vert="horz" wrap="square" lIns="0" tIns="0" rIns="0" bIns="0" numCol="1" anchor="b" anchorCtr="0" compatLnSpc="1">
            <a:prstTxWarp prst="textNoShape">
              <a:avLst/>
            </a:prstTxWarp>
          </a:bodyPr>
          <a:lstStyle>
            <a:lvl1pPr algn="l">
              <a:defRPr sz="1650"/>
            </a:lvl1pPr>
          </a:lstStyle>
          <a:p>
            <a:pPr lvl="0"/>
            <a:r>
              <a:rPr lang="en-US"/>
              <a:t>Click to edit Master title style</a:t>
            </a:r>
            <a:endParaRPr lang="en-US" dirty="0"/>
          </a:p>
        </p:txBody>
      </p:sp>
      <p:sp>
        <p:nvSpPr>
          <p:cNvPr id="12" name="Slide Number Placeholder 9"/>
          <p:cNvSpPr>
            <a:spLocks noGrp="1"/>
          </p:cNvSpPr>
          <p:nvPr>
            <p:ph type="sldNum" sz="quarter" idx="38"/>
          </p:nvPr>
        </p:nvSpPr>
        <p:spPr/>
        <p:txBody>
          <a:bodyPr/>
          <a:lstStyle>
            <a:lvl1pPr>
              <a:defRPr/>
            </a:lvl1pPr>
          </a:lstStyle>
          <a:p>
            <a:fld id="{BA6B416F-5AE6-D74C-AE38-5D34E63DFA9A}" type="slidenum">
              <a:rPr lang="en-US" altLang="en-US"/>
              <a:pPr/>
              <a:t>‹#›</a:t>
            </a:fld>
            <a:endParaRPr lang="en-US" altLang="en-US"/>
          </a:p>
        </p:txBody>
      </p:sp>
      <p:sp>
        <p:nvSpPr>
          <p:cNvPr id="15" name="Footer Placeholder 12"/>
          <p:cNvSpPr>
            <a:spLocks noGrp="1"/>
          </p:cNvSpPr>
          <p:nvPr>
            <p:ph type="ftr" sz="quarter" idx="39"/>
          </p:nvPr>
        </p:nvSpPr>
        <p:spPr/>
        <p:txBody>
          <a:bodyPr/>
          <a:lstStyle>
            <a:lvl1pPr>
              <a:defRPr/>
            </a:lvl1pPr>
          </a:lstStyle>
          <a:p>
            <a:pPr>
              <a:defRPr/>
            </a:pPr>
            <a:r>
              <a:rPr lang="en-US"/>
              <a:t>Ethical Debates, Econ Theories, Real-World Impacts</a:t>
            </a:r>
          </a:p>
        </p:txBody>
      </p:sp>
    </p:spTree>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preserve="1" userDrawn="1">
  <p:cSld name="Text Blocks - Chevrons leading to">
    <p:spTree>
      <p:nvGrpSpPr>
        <p:cNvPr id="1" name=""/>
        <p:cNvGrpSpPr/>
        <p:nvPr/>
      </p:nvGrpSpPr>
      <p:grpSpPr>
        <a:xfrm>
          <a:off x="0" y="0"/>
          <a:ext cx="0" cy="0"/>
          <a:chOff x="0" y="0"/>
          <a:chExt cx="0" cy="0"/>
        </a:xfrm>
      </p:grpSpPr>
      <p:sp>
        <p:nvSpPr>
          <p:cNvPr id="19" name="Text Placeholder 12"/>
          <p:cNvSpPr>
            <a:spLocks noGrp="1"/>
          </p:cNvSpPr>
          <p:nvPr>
            <p:ph type="body" sz="quarter" idx="18"/>
          </p:nvPr>
        </p:nvSpPr>
        <p:spPr>
          <a:xfrm>
            <a:off x="6248400" y="1420504"/>
            <a:ext cx="2587752" cy="4800600"/>
          </a:xfrm>
          <a:prstGeom prst="rect">
            <a:avLst/>
          </a:prstGeom>
          <a:noFill/>
          <a:ln>
            <a:solidFill>
              <a:srgbClr val="C0C0C0"/>
            </a:solidFill>
          </a:ln>
        </p:spPr>
        <p:txBody>
          <a:bodyPr wrap="square" lIns="91440" anchor="t" anchorCtr="0">
            <a:noAutofit/>
          </a:bodyPr>
          <a:lstStyle>
            <a:lvl1pPr marL="175022" indent="-175022" algn="l">
              <a:spcBef>
                <a:spcPts val="150"/>
              </a:spcBef>
              <a:buClr>
                <a:srgbClr val="B01C2E"/>
              </a:buClr>
              <a:buFont typeface="Wingdings 2" pitchFamily="18" charset="2"/>
              <a:buChar char=""/>
              <a:defRPr sz="900" baseline="0"/>
            </a:lvl1pPr>
            <a:lvl2pPr marL="253604" indent="-129779">
              <a:spcBef>
                <a:spcPts val="150"/>
              </a:spcBef>
              <a:buClr>
                <a:srgbClr val="B01C2E"/>
              </a:buClr>
              <a:buFont typeface="Arial" pitchFamily="34" charset="0"/>
              <a:buChar char="•"/>
              <a:tabLst/>
              <a:defRPr sz="900" baseline="0"/>
            </a:lvl2pPr>
            <a:lvl3pPr marL="377190" indent="-129779">
              <a:spcBef>
                <a:spcPts val="150"/>
              </a:spcBef>
              <a:buClr>
                <a:srgbClr val="B01C2E"/>
              </a:buClr>
              <a:buFont typeface="Arial" pitchFamily="34" charset="0"/>
              <a:buChar char="–"/>
              <a:defRPr sz="900" baseline="0"/>
            </a:lvl3pPr>
            <a:lvl4pPr marL="514350" indent="-130302">
              <a:spcBef>
                <a:spcPts val="150"/>
              </a:spcBef>
              <a:buClr>
                <a:srgbClr val="B01C2E"/>
              </a:buClr>
              <a:buFont typeface="Arial" pitchFamily="34" charset="0"/>
              <a:buChar char="–"/>
              <a:tabLst/>
              <a:defRPr sz="900"/>
            </a:lvl4pPr>
            <a:lvl5pPr marL="637794" indent="-130302">
              <a:spcBef>
                <a:spcPts val="150"/>
              </a:spcBef>
              <a:buClr>
                <a:srgbClr val="B01C2E"/>
              </a:buClr>
              <a:buFont typeface="Arial" pitchFamily="34" charset="0"/>
              <a:buChar char="–"/>
              <a:defRPr sz="900"/>
            </a:lvl5pPr>
            <a:lvl6pPr marL="836676">
              <a:buClr>
                <a:srgbClr val="B01C1A"/>
              </a:buClr>
              <a:buFont typeface="Arial" pitchFamily="34" charset="0"/>
              <a:buChar char="–"/>
              <a:defRPr sz="900"/>
            </a:lvl6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0" name="Text Placeholder 19"/>
          <p:cNvSpPr>
            <a:spLocks noGrp="1"/>
          </p:cNvSpPr>
          <p:nvPr>
            <p:ph type="body" sz="quarter" idx="15"/>
          </p:nvPr>
        </p:nvSpPr>
        <p:spPr>
          <a:xfrm>
            <a:off x="502920" y="1554480"/>
            <a:ext cx="5532120" cy="960120"/>
          </a:xfrm>
          <a:prstGeom prst="homePlate">
            <a:avLst>
              <a:gd name="adj" fmla="val 15807"/>
            </a:avLst>
          </a:prstGeom>
          <a:solidFill>
            <a:srgbClr val="FFFFFF"/>
          </a:solidFill>
          <a:ln>
            <a:solidFill>
              <a:srgbClr val="B01C2E"/>
            </a:solidFill>
          </a:ln>
        </p:spPr>
        <p:txBody>
          <a:bodyPr wrap="square" lIns="91440" tIns="45720" rIns="45720" bIns="45720" anchor="ctr">
            <a:noAutofit/>
          </a:bodyPr>
          <a:lstStyle>
            <a:lvl1pPr marL="89154" indent="-89154">
              <a:spcBef>
                <a:spcPts val="0"/>
              </a:spcBef>
              <a:buClr>
                <a:schemeClr val="accent1"/>
              </a:buClr>
              <a:buFont typeface="Wingdings 2" pitchFamily="18" charset="2"/>
              <a:buChar char=""/>
              <a:defRPr sz="900" baseline="0">
                <a:solidFill>
                  <a:schemeClr val="tx1"/>
                </a:solidFill>
              </a:defRPr>
            </a:lvl1pPr>
            <a:lvl2pPr marL="260604" indent="-123444">
              <a:spcBef>
                <a:spcPts val="225"/>
              </a:spcBef>
              <a:buClr>
                <a:srgbClr val="B01C2E"/>
              </a:buClr>
              <a:buFont typeface="Arial" pitchFamily="34" charset="0"/>
              <a:buChar char="•"/>
              <a:defRPr sz="900" baseline="0"/>
            </a:lvl2pPr>
            <a:lvl3pPr marL="397764" indent="-130302">
              <a:buClr>
                <a:srgbClr val="B01C2E"/>
              </a:buClr>
              <a:buFont typeface="Arial" pitchFamily="34" charset="0"/>
              <a:buChar char="‒"/>
              <a:defRPr sz="900"/>
            </a:lvl3pPr>
          </a:lstStyle>
          <a:p>
            <a:pPr lvl="0"/>
            <a:r>
              <a:rPr lang="en-US"/>
              <a:t>Click to edit Master text styles</a:t>
            </a:r>
          </a:p>
          <a:p>
            <a:pPr lvl="1"/>
            <a:r>
              <a:rPr lang="en-US"/>
              <a:t>Second level</a:t>
            </a:r>
          </a:p>
          <a:p>
            <a:pPr lvl="2"/>
            <a:r>
              <a:rPr lang="en-US"/>
              <a:t>Third level</a:t>
            </a:r>
          </a:p>
        </p:txBody>
      </p:sp>
      <p:sp>
        <p:nvSpPr>
          <p:cNvPr id="11" name="Text Placeholder 19"/>
          <p:cNvSpPr>
            <a:spLocks noGrp="1"/>
          </p:cNvSpPr>
          <p:nvPr>
            <p:ph type="body" sz="quarter" idx="21"/>
          </p:nvPr>
        </p:nvSpPr>
        <p:spPr>
          <a:xfrm>
            <a:off x="502920" y="2748280"/>
            <a:ext cx="5532120" cy="960120"/>
          </a:xfrm>
          <a:prstGeom prst="homePlate">
            <a:avLst>
              <a:gd name="adj" fmla="val 15807"/>
            </a:avLst>
          </a:prstGeom>
          <a:solidFill>
            <a:srgbClr val="FFFFFF"/>
          </a:solidFill>
          <a:ln>
            <a:solidFill>
              <a:srgbClr val="B01C2E"/>
            </a:solidFill>
          </a:ln>
        </p:spPr>
        <p:txBody>
          <a:bodyPr wrap="square" lIns="91440" tIns="45720" rIns="45720" bIns="45720" anchor="ctr">
            <a:noAutofit/>
          </a:bodyPr>
          <a:lstStyle>
            <a:lvl1pPr marL="89154" indent="-89154">
              <a:spcBef>
                <a:spcPts val="0"/>
              </a:spcBef>
              <a:buClr>
                <a:schemeClr val="accent1"/>
              </a:buClr>
              <a:buFont typeface="Wingdings 2" pitchFamily="18" charset="2"/>
              <a:buChar char=""/>
              <a:defRPr sz="900" baseline="0">
                <a:solidFill>
                  <a:schemeClr val="tx1"/>
                </a:solidFill>
              </a:defRPr>
            </a:lvl1pPr>
            <a:lvl2pPr marL="260604" indent="-123444">
              <a:spcBef>
                <a:spcPts val="225"/>
              </a:spcBef>
              <a:buClr>
                <a:srgbClr val="B01C2E"/>
              </a:buClr>
              <a:buFont typeface="Arial" pitchFamily="34" charset="0"/>
              <a:buChar char="•"/>
              <a:defRPr sz="900" baseline="0"/>
            </a:lvl2pPr>
            <a:lvl3pPr marL="397764" indent="-130302">
              <a:buClr>
                <a:srgbClr val="B01C2E"/>
              </a:buClr>
              <a:buFont typeface="Arial" pitchFamily="34" charset="0"/>
              <a:buChar char="‒"/>
              <a:defRPr sz="900"/>
            </a:lvl3pPr>
          </a:lstStyle>
          <a:p>
            <a:pPr lvl="0"/>
            <a:r>
              <a:rPr lang="en-US"/>
              <a:t>Click to edit Master text styles</a:t>
            </a:r>
          </a:p>
          <a:p>
            <a:pPr lvl="1"/>
            <a:r>
              <a:rPr lang="en-US"/>
              <a:t>Second level</a:t>
            </a:r>
          </a:p>
          <a:p>
            <a:pPr lvl="2"/>
            <a:r>
              <a:rPr lang="en-US"/>
              <a:t>Third level</a:t>
            </a:r>
          </a:p>
        </p:txBody>
      </p:sp>
      <p:sp>
        <p:nvSpPr>
          <p:cNvPr id="12" name="Text Placeholder 19"/>
          <p:cNvSpPr>
            <a:spLocks noGrp="1"/>
          </p:cNvSpPr>
          <p:nvPr>
            <p:ph type="body" sz="quarter" idx="22"/>
          </p:nvPr>
        </p:nvSpPr>
        <p:spPr>
          <a:xfrm>
            <a:off x="502920" y="3942080"/>
            <a:ext cx="5532120" cy="960120"/>
          </a:xfrm>
          <a:prstGeom prst="homePlate">
            <a:avLst>
              <a:gd name="adj" fmla="val 15807"/>
            </a:avLst>
          </a:prstGeom>
          <a:solidFill>
            <a:srgbClr val="FFFFFF"/>
          </a:solidFill>
          <a:ln>
            <a:solidFill>
              <a:srgbClr val="B01C2E"/>
            </a:solidFill>
          </a:ln>
        </p:spPr>
        <p:txBody>
          <a:bodyPr wrap="square" lIns="91440" tIns="45720" rIns="45720" bIns="45720" anchor="ctr">
            <a:noAutofit/>
          </a:bodyPr>
          <a:lstStyle>
            <a:lvl1pPr marL="89154" indent="-89154">
              <a:spcBef>
                <a:spcPts val="0"/>
              </a:spcBef>
              <a:buClr>
                <a:schemeClr val="accent1"/>
              </a:buClr>
              <a:buFont typeface="Wingdings 2" pitchFamily="18" charset="2"/>
              <a:buChar char=""/>
              <a:defRPr sz="900" baseline="0">
                <a:solidFill>
                  <a:schemeClr val="tx1"/>
                </a:solidFill>
              </a:defRPr>
            </a:lvl1pPr>
            <a:lvl2pPr marL="260604" indent="-123444">
              <a:spcBef>
                <a:spcPts val="225"/>
              </a:spcBef>
              <a:buClr>
                <a:srgbClr val="B01C2E"/>
              </a:buClr>
              <a:buFont typeface="Arial" pitchFamily="34" charset="0"/>
              <a:buChar char="•"/>
              <a:defRPr sz="900" baseline="0"/>
            </a:lvl2pPr>
            <a:lvl3pPr marL="397764" indent="-130302">
              <a:buClr>
                <a:srgbClr val="B01C2E"/>
              </a:buClr>
              <a:buFont typeface="Arial" pitchFamily="34" charset="0"/>
              <a:buChar char="‒"/>
              <a:defRPr sz="900"/>
            </a:lvl3pPr>
          </a:lstStyle>
          <a:p>
            <a:pPr lvl="0"/>
            <a:r>
              <a:rPr lang="en-US"/>
              <a:t>Click to edit Master text styles</a:t>
            </a:r>
          </a:p>
          <a:p>
            <a:pPr lvl="1"/>
            <a:r>
              <a:rPr lang="en-US"/>
              <a:t>Second level</a:t>
            </a:r>
          </a:p>
          <a:p>
            <a:pPr lvl="2"/>
            <a:r>
              <a:rPr lang="en-US"/>
              <a:t>Third level</a:t>
            </a:r>
          </a:p>
        </p:txBody>
      </p:sp>
      <p:sp>
        <p:nvSpPr>
          <p:cNvPr id="16" name="Text Placeholder 19"/>
          <p:cNvSpPr>
            <a:spLocks noGrp="1"/>
          </p:cNvSpPr>
          <p:nvPr>
            <p:ph type="body" sz="quarter" idx="23"/>
          </p:nvPr>
        </p:nvSpPr>
        <p:spPr>
          <a:xfrm>
            <a:off x="502920" y="5135880"/>
            <a:ext cx="5532120" cy="960120"/>
          </a:xfrm>
          <a:prstGeom prst="homePlate">
            <a:avLst>
              <a:gd name="adj" fmla="val 15807"/>
            </a:avLst>
          </a:prstGeom>
          <a:solidFill>
            <a:srgbClr val="FFFFFF"/>
          </a:solidFill>
          <a:ln>
            <a:solidFill>
              <a:srgbClr val="B01C2E"/>
            </a:solidFill>
          </a:ln>
        </p:spPr>
        <p:txBody>
          <a:bodyPr wrap="square" lIns="91440" tIns="45720" rIns="45720" bIns="45720" anchor="ctr">
            <a:noAutofit/>
          </a:bodyPr>
          <a:lstStyle>
            <a:lvl1pPr marL="89154" indent="-89154">
              <a:spcBef>
                <a:spcPts val="0"/>
              </a:spcBef>
              <a:buClr>
                <a:schemeClr val="accent1"/>
              </a:buClr>
              <a:buFont typeface="Wingdings 2" pitchFamily="18" charset="2"/>
              <a:buChar char=""/>
              <a:defRPr sz="900" baseline="0">
                <a:solidFill>
                  <a:schemeClr val="tx1"/>
                </a:solidFill>
              </a:defRPr>
            </a:lvl1pPr>
            <a:lvl2pPr marL="260604" indent="-123444">
              <a:spcBef>
                <a:spcPts val="225"/>
              </a:spcBef>
              <a:buClr>
                <a:srgbClr val="B01C2E"/>
              </a:buClr>
              <a:buFont typeface="Arial" pitchFamily="34" charset="0"/>
              <a:buChar char="•"/>
              <a:defRPr sz="900" baseline="0"/>
            </a:lvl2pPr>
            <a:lvl3pPr marL="397764" indent="-130302">
              <a:buClr>
                <a:srgbClr val="B01C2E"/>
              </a:buClr>
              <a:buFont typeface="Arial" pitchFamily="34" charset="0"/>
              <a:buChar char="‒"/>
              <a:defRPr sz="900"/>
            </a:lvl3pPr>
          </a:lstStyle>
          <a:p>
            <a:pPr lvl="0"/>
            <a:r>
              <a:rPr lang="en-US"/>
              <a:t>Click to edit Master text styles</a:t>
            </a:r>
          </a:p>
          <a:p>
            <a:pPr lvl="1"/>
            <a:r>
              <a:rPr lang="en-US"/>
              <a:t>Second level</a:t>
            </a:r>
          </a:p>
          <a:p>
            <a:pPr lvl="2"/>
            <a:r>
              <a:rPr lang="en-US"/>
              <a:t>Third level</a:t>
            </a:r>
          </a:p>
        </p:txBody>
      </p:sp>
      <p:sp>
        <p:nvSpPr>
          <p:cNvPr id="9" name="Rectangle 2"/>
          <p:cNvSpPr>
            <a:spLocks noGrp="1" noChangeArrowheads="1"/>
          </p:cNvSpPr>
          <p:nvPr>
            <p:ph type="title"/>
          </p:nvPr>
        </p:nvSpPr>
        <p:spPr bwMode="gray">
          <a:xfrm>
            <a:off x="452441" y="2"/>
            <a:ext cx="8239125" cy="898525"/>
          </a:xfrm>
          <a:prstGeom prst="rect">
            <a:avLst/>
          </a:prstGeom>
          <a:noFill/>
          <a:ln w="9525">
            <a:noFill/>
            <a:miter lim="800000"/>
            <a:headEnd/>
            <a:tailEnd/>
          </a:ln>
        </p:spPr>
        <p:txBody>
          <a:bodyPr vert="horz" wrap="square" lIns="0" tIns="0" rIns="0" bIns="0" numCol="1" anchor="b" anchorCtr="0" compatLnSpc="1">
            <a:prstTxWarp prst="textNoShape">
              <a:avLst/>
            </a:prstTxWarp>
          </a:bodyPr>
          <a:lstStyle>
            <a:lvl1pPr algn="l">
              <a:defRPr sz="1650"/>
            </a:lvl1pPr>
          </a:lstStyle>
          <a:p>
            <a:pPr lvl="0"/>
            <a:r>
              <a:rPr lang="en-US"/>
              <a:t>Click to edit Master title style</a:t>
            </a:r>
            <a:endParaRPr lang="en-US" dirty="0"/>
          </a:p>
        </p:txBody>
      </p:sp>
      <p:sp>
        <p:nvSpPr>
          <p:cNvPr id="8" name="Slide Number Placeholder 9"/>
          <p:cNvSpPr>
            <a:spLocks noGrp="1"/>
          </p:cNvSpPr>
          <p:nvPr>
            <p:ph type="sldNum" sz="quarter" idx="24"/>
          </p:nvPr>
        </p:nvSpPr>
        <p:spPr/>
        <p:txBody>
          <a:bodyPr/>
          <a:lstStyle>
            <a:lvl1pPr>
              <a:defRPr/>
            </a:lvl1pPr>
          </a:lstStyle>
          <a:p>
            <a:fld id="{12EFD6B5-614C-464C-AC16-8E45A0815BB5}" type="slidenum">
              <a:rPr lang="en-US" altLang="en-US"/>
              <a:pPr/>
              <a:t>‹#›</a:t>
            </a:fld>
            <a:endParaRPr lang="en-US" altLang="en-US"/>
          </a:p>
        </p:txBody>
      </p:sp>
      <p:sp>
        <p:nvSpPr>
          <p:cNvPr id="13" name="Footer Placeholder 12"/>
          <p:cNvSpPr>
            <a:spLocks noGrp="1"/>
          </p:cNvSpPr>
          <p:nvPr>
            <p:ph type="ftr" sz="quarter" idx="25"/>
          </p:nvPr>
        </p:nvSpPr>
        <p:spPr/>
        <p:txBody>
          <a:bodyPr/>
          <a:lstStyle>
            <a:lvl1pPr>
              <a:defRPr/>
            </a:lvl1pPr>
          </a:lstStyle>
          <a:p>
            <a:pPr>
              <a:defRPr/>
            </a:pPr>
            <a:r>
              <a:rPr lang="en-US"/>
              <a:t>Ethical Debates, Econ Theories, Real-World Impacts</a:t>
            </a:r>
          </a:p>
        </p:txBody>
      </p:sp>
    </p:spTree>
  </p:cSld>
  <p:clrMapOvr>
    <a:masterClrMapping/>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preserve="1" userDrawn="1">
  <p:cSld name="Phases and threads with arrows">
    <p:spTree>
      <p:nvGrpSpPr>
        <p:cNvPr id="1" name=""/>
        <p:cNvGrpSpPr/>
        <p:nvPr/>
      </p:nvGrpSpPr>
      <p:grpSpPr>
        <a:xfrm>
          <a:off x="0" y="0"/>
          <a:ext cx="0" cy="0"/>
          <a:chOff x="0" y="0"/>
          <a:chExt cx="0" cy="0"/>
        </a:xfrm>
      </p:grpSpPr>
      <p:sp>
        <p:nvSpPr>
          <p:cNvPr id="32" name="Text Placeholder 19"/>
          <p:cNvSpPr>
            <a:spLocks noGrp="1"/>
          </p:cNvSpPr>
          <p:nvPr>
            <p:ph type="body" sz="quarter" idx="15"/>
          </p:nvPr>
        </p:nvSpPr>
        <p:spPr>
          <a:xfrm>
            <a:off x="304800" y="2362200"/>
            <a:ext cx="6117336" cy="941832"/>
          </a:xfrm>
          <a:prstGeom prst="homePlate">
            <a:avLst>
              <a:gd name="adj" fmla="val 50223"/>
            </a:avLst>
          </a:prstGeom>
          <a:gradFill flip="none" rotWithShape="1">
            <a:gsLst>
              <a:gs pos="0">
                <a:srgbClr val="000000">
                  <a:tint val="66000"/>
                  <a:satMod val="160000"/>
                </a:srgbClr>
              </a:gs>
              <a:gs pos="50000">
                <a:srgbClr val="000000">
                  <a:tint val="44500"/>
                  <a:satMod val="160000"/>
                </a:srgbClr>
              </a:gs>
              <a:gs pos="100000">
                <a:srgbClr val="000000">
                  <a:tint val="23500"/>
                  <a:satMod val="160000"/>
                </a:srgbClr>
              </a:gs>
            </a:gsLst>
            <a:lin ang="10800000" scaled="1"/>
            <a:tileRect/>
          </a:gradFill>
          <a:ln>
            <a:noFill/>
          </a:ln>
        </p:spPr>
        <p:txBody>
          <a:bodyPr wrap="square" lIns="91440" tIns="45720" rIns="5029200" bIns="45720" anchor="ctr">
            <a:noAutofit/>
          </a:bodyPr>
          <a:lstStyle>
            <a:lvl1pPr marL="0" indent="0">
              <a:spcBef>
                <a:spcPts val="0"/>
              </a:spcBef>
              <a:buClr>
                <a:schemeClr val="accent1"/>
              </a:buClr>
              <a:buFont typeface="Wingdings" pitchFamily="2" charset="2"/>
              <a:buNone/>
              <a:defRPr sz="750" b="1" baseline="0">
                <a:solidFill>
                  <a:schemeClr val="tx1"/>
                </a:solidFill>
              </a:defRPr>
            </a:lvl1pPr>
            <a:lvl2pPr marL="260604" indent="-123444">
              <a:spcBef>
                <a:spcPts val="225"/>
              </a:spcBef>
              <a:buClr>
                <a:srgbClr val="B01C2E"/>
              </a:buClr>
              <a:buFont typeface="Arial" pitchFamily="34" charset="0"/>
              <a:buChar char="•"/>
              <a:defRPr sz="900" baseline="0"/>
            </a:lvl2pPr>
            <a:lvl3pPr marL="397764" indent="-130302">
              <a:buClr>
                <a:srgbClr val="B01C2E"/>
              </a:buClr>
              <a:buFont typeface="Arial" pitchFamily="34" charset="0"/>
              <a:buChar char="‒"/>
              <a:defRPr sz="900"/>
            </a:lvl3pPr>
          </a:lstStyle>
          <a:p>
            <a:pPr lvl="0"/>
            <a:r>
              <a:rPr lang="en-US"/>
              <a:t>Click to edit Master text styles</a:t>
            </a:r>
          </a:p>
        </p:txBody>
      </p:sp>
      <p:sp>
        <p:nvSpPr>
          <p:cNvPr id="33" name="Text Placeholder 19"/>
          <p:cNvSpPr>
            <a:spLocks noGrp="1"/>
          </p:cNvSpPr>
          <p:nvPr>
            <p:ph type="body" sz="quarter" idx="33"/>
          </p:nvPr>
        </p:nvSpPr>
        <p:spPr>
          <a:xfrm>
            <a:off x="304800" y="3491484"/>
            <a:ext cx="6096000" cy="941832"/>
          </a:xfrm>
          <a:prstGeom prst="homePlate">
            <a:avLst>
              <a:gd name="adj" fmla="val 50223"/>
            </a:avLst>
          </a:prstGeom>
          <a:gradFill flip="none" rotWithShape="1">
            <a:gsLst>
              <a:gs pos="0">
                <a:srgbClr val="000000">
                  <a:tint val="66000"/>
                  <a:satMod val="160000"/>
                </a:srgbClr>
              </a:gs>
              <a:gs pos="50000">
                <a:srgbClr val="000000">
                  <a:tint val="44500"/>
                  <a:satMod val="160000"/>
                </a:srgbClr>
              </a:gs>
              <a:gs pos="100000">
                <a:srgbClr val="000000">
                  <a:tint val="23500"/>
                  <a:satMod val="160000"/>
                </a:srgbClr>
              </a:gs>
            </a:gsLst>
            <a:lin ang="10800000" scaled="1"/>
            <a:tileRect/>
          </a:gradFill>
          <a:ln>
            <a:noFill/>
          </a:ln>
        </p:spPr>
        <p:txBody>
          <a:bodyPr wrap="square" lIns="91440" tIns="45720" rIns="5029200" bIns="45720" anchor="ctr">
            <a:noAutofit/>
          </a:bodyPr>
          <a:lstStyle>
            <a:lvl1pPr marL="0" indent="0">
              <a:spcBef>
                <a:spcPts val="0"/>
              </a:spcBef>
              <a:buClr>
                <a:schemeClr val="accent1"/>
              </a:buClr>
              <a:buFont typeface="Wingdings" pitchFamily="2" charset="2"/>
              <a:buNone/>
              <a:defRPr sz="750" b="1" baseline="0">
                <a:solidFill>
                  <a:schemeClr val="tx1"/>
                </a:solidFill>
              </a:defRPr>
            </a:lvl1pPr>
            <a:lvl2pPr marL="260604" indent="-123444">
              <a:spcBef>
                <a:spcPts val="225"/>
              </a:spcBef>
              <a:buClr>
                <a:srgbClr val="B01C2E"/>
              </a:buClr>
              <a:buFont typeface="Arial" pitchFamily="34" charset="0"/>
              <a:buChar char="•"/>
              <a:defRPr sz="900" baseline="0"/>
            </a:lvl2pPr>
            <a:lvl3pPr marL="397764" indent="-130302">
              <a:buClr>
                <a:srgbClr val="B01C2E"/>
              </a:buClr>
              <a:buFont typeface="Arial" pitchFamily="34" charset="0"/>
              <a:buChar char="‒"/>
              <a:defRPr sz="900"/>
            </a:lvl3pPr>
          </a:lstStyle>
          <a:p>
            <a:pPr lvl="0"/>
            <a:r>
              <a:rPr lang="en-US"/>
              <a:t>Click to edit Master text styles</a:t>
            </a:r>
          </a:p>
        </p:txBody>
      </p:sp>
      <p:sp>
        <p:nvSpPr>
          <p:cNvPr id="36" name="Text Placeholder 19"/>
          <p:cNvSpPr>
            <a:spLocks noGrp="1"/>
          </p:cNvSpPr>
          <p:nvPr>
            <p:ph type="body" sz="quarter" idx="34"/>
          </p:nvPr>
        </p:nvSpPr>
        <p:spPr>
          <a:xfrm>
            <a:off x="304800" y="4620768"/>
            <a:ext cx="6096000" cy="941832"/>
          </a:xfrm>
          <a:prstGeom prst="homePlate">
            <a:avLst>
              <a:gd name="adj" fmla="val 50223"/>
            </a:avLst>
          </a:prstGeom>
          <a:gradFill flip="none" rotWithShape="1">
            <a:gsLst>
              <a:gs pos="0">
                <a:srgbClr val="000000">
                  <a:tint val="66000"/>
                  <a:satMod val="160000"/>
                </a:srgbClr>
              </a:gs>
              <a:gs pos="50000">
                <a:srgbClr val="000000">
                  <a:tint val="44500"/>
                  <a:satMod val="160000"/>
                </a:srgbClr>
              </a:gs>
              <a:gs pos="100000">
                <a:srgbClr val="000000">
                  <a:tint val="23500"/>
                  <a:satMod val="160000"/>
                </a:srgbClr>
              </a:gs>
            </a:gsLst>
            <a:lin ang="10800000" scaled="1"/>
            <a:tileRect/>
          </a:gradFill>
          <a:ln>
            <a:noFill/>
          </a:ln>
        </p:spPr>
        <p:txBody>
          <a:bodyPr wrap="square" lIns="91440" tIns="45720" rIns="5029200" bIns="45720" anchor="ctr">
            <a:noAutofit/>
          </a:bodyPr>
          <a:lstStyle>
            <a:lvl1pPr marL="0" indent="0">
              <a:spcBef>
                <a:spcPts val="0"/>
              </a:spcBef>
              <a:buClr>
                <a:schemeClr val="accent1"/>
              </a:buClr>
              <a:buFont typeface="Wingdings" pitchFamily="2" charset="2"/>
              <a:buNone/>
              <a:defRPr sz="750" b="1" baseline="0">
                <a:solidFill>
                  <a:schemeClr val="tx1"/>
                </a:solidFill>
              </a:defRPr>
            </a:lvl1pPr>
            <a:lvl2pPr marL="260604" indent="-123444">
              <a:spcBef>
                <a:spcPts val="225"/>
              </a:spcBef>
              <a:buClr>
                <a:srgbClr val="B01C2E"/>
              </a:buClr>
              <a:buFont typeface="Arial" pitchFamily="34" charset="0"/>
              <a:buChar char="•"/>
              <a:defRPr sz="900" baseline="0"/>
            </a:lvl2pPr>
            <a:lvl3pPr marL="397764" indent="-130302">
              <a:buClr>
                <a:srgbClr val="B01C2E"/>
              </a:buClr>
              <a:buFont typeface="Arial" pitchFamily="34" charset="0"/>
              <a:buChar char="‒"/>
              <a:defRPr sz="900"/>
            </a:lvl3pPr>
          </a:lstStyle>
          <a:p>
            <a:pPr lvl="0"/>
            <a:r>
              <a:rPr lang="en-US"/>
              <a:t>Click to edit Master text styles</a:t>
            </a:r>
          </a:p>
        </p:txBody>
      </p:sp>
      <p:sp>
        <p:nvSpPr>
          <p:cNvPr id="26" name="Text Placeholder 25"/>
          <p:cNvSpPr>
            <a:spLocks noGrp="1"/>
          </p:cNvSpPr>
          <p:nvPr>
            <p:ph type="body" sz="quarter" idx="21"/>
          </p:nvPr>
        </p:nvSpPr>
        <p:spPr>
          <a:xfrm>
            <a:off x="6411433" y="1417320"/>
            <a:ext cx="2103120" cy="429768"/>
          </a:xfrm>
          <a:prstGeom prst="rect">
            <a:avLst/>
          </a:prstGeom>
          <a:solidFill>
            <a:srgbClr val="B01C2E"/>
          </a:solidFill>
          <a:ln>
            <a:solidFill>
              <a:srgbClr val="B01C2E"/>
            </a:solidFill>
          </a:ln>
        </p:spPr>
        <p:txBody>
          <a:bodyPr anchor="ctr"/>
          <a:lstStyle>
            <a:lvl1pPr algn="ctr">
              <a:buNone/>
              <a:defRPr sz="900" b="1">
                <a:solidFill>
                  <a:srgbClr val="FFFFFF"/>
                </a:solidFill>
              </a:defRPr>
            </a:lvl1pPr>
          </a:lstStyle>
          <a:p>
            <a:pPr lvl="0"/>
            <a:r>
              <a:rPr lang="en-US"/>
              <a:t>Click to edit Master text styles</a:t>
            </a:r>
          </a:p>
        </p:txBody>
      </p:sp>
      <p:sp>
        <p:nvSpPr>
          <p:cNvPr id="17" name="Text Placeholder 12"/>
          <p:cNvSpPr>
            <a:spLocks noGrp="1"/>
          </p:cNvSpPr>
          <p:nvPr>
            <p:ph type="body" sz="quarter" idx="27"/>
          </p:nvPr>
        </p:nvSpPr>
        <p:spPr>
          <a:xfrm>
            <a:off x="4391025" y="2136788"/>
            <a:ext cx="1481328" cy="3657600"/>
          </a:xfrm>
          <a:prstGeom prst="rect">
            <a:avLst/>
          </a:prstGeom>
          <a:solidFill>
            <a:srgbClr val="FFFFFF"/>
          </a:solidFill>
          <a:ln>
            <a:solidFill>
              <a:srgbClr val="C0C0C0"/>
            </a:solidFill>
          </a:ln>
        </p:spPr>
        <p:txBody>
          <a:bodyPr wrap="square" lIns="91440" anchor="t" anchorCtr="0">
            <a:noAutofit/>
          </a:bodyPr>
          <a:lstStyle>
            <a:lvl1pPr marL="175022" indent="-175022" algn="l">
              <a:spcBef>
                <a:spcPts val="150"/>
              </a:spcBef>
              <a:buClr>
                <a:srgbClr val="B01C2E"/>
              </a:buClr>
              <a:buFont typeface="Wingdings 2" pitchFamily="18" charset="2"/>
              <a:buChar char=""/>
              <a:defRPr sz="750" baseline="0"/>
            </a:lvl1pPr>
            <a:lvl2pPr marL="253604" indent="-129779">
              <a:spcBef>
                <a:spcPts val="150"/>
              </a:spcBef>
              <a:buClr>
                <a:srgbClr val="B01C2E"/>
              </a:buClr>
              <a:buFont typeface="Arial" pitchFamily="34" charset="0"/>
              <a:buChar char="•"/>
              <a:tabLst/>
              <a:defRPr sz="750" baseline="0"/>
            </a:lvl2pPr>
            <a:lvl3pPr marL="377190" indent="-129779">
              <a:spcBef>
                <a:spcPts val="150"/>
              </a:spcBef>
              <a:buClr>
                <a:srgbClr val="B01C2E"/>
              </a:buClr>
              <a:buFont typeface="Arial" pitchFamily="34" charset="0"/>
              <a:buChar char="–"/>
              <a:defRPr sz="750" baseline="0"/>
            </a:lvl3pPr>
            <a:lvl4pPr marL="514350" indent="-130302">
              <a:spcBef>
                <a:spcPts val="150"/>
              </a:spcBef>
              <a:buClr>
                <a:srgbClr val="B01C2E"/>
              </a:buClr>
              <a:buFont typeface="Arial" pitchFamily="34" charset="0"/>
              <a:buChar char="–"/>
              <a:tabLst/>
              <a:defRPr sz="750"/>
            </a:lvl4pPr>
            <a:lvl5pPr marL="637794" indent="-130302">
              <a:spcBef>
                <a:spcPts val="150"/>
              </a:spcBef>
              <a:buClr>
                <a:srgbClr val="B01C2E"/>
              </a:buClr>
              <a:buFont typeface="Arial" pitchFamily="34" charset="0"/>
              <a:buChar char="–"/>
              <a:defRPr sz="75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8" name="Text Placeholder 12"/>
          <p:cNvSpPr>
            <a:spLocks noGrp="1"/>
          </p:cNvSpPr>
          <p:nvPr>
            <p:ph type="body" sz="quarter" idx="28"/>
          </p:nvPr>
        </p:nvSpPr>
        <p:spPr>
          <a:xfrm>
            <a:off x="2774061" y="2136788"/>
            <a:ext cx="1481328" cy="3657600"/>
          </a:xfrm>
          <a:prstGeom prst="rect">
            <a:avLst/>
          </a:prstGeom>
          <a:solidFill>
            <a:srgbClr val="FFFFFF"/>
          </a:solidFill>
          <a:ln>
            <a:solidFill>
              <a:srgbClr val="C0C0C0"/>
            </a:solidFill>
          </a:ln>
        </p:spPr>
        <p:txBody>
          <a:bodyPr wrap="square" lIns="91440" anchor="t" anchorCtr="0">
            <a:noAutofit/>
          </a:bodyPr>
          <a:lstStyle>
            <a:lvl1pPr marL="175022" indent="-175022" algn="l">
              <a:spcBef>
                <a:spcPts val="150"/>
              </a:spcBef>
              <a:buClr>
                <a:srgbClr val="B01C2E"/>
              </a:buClr>
              <a:buFont typeface="Wingdings 2" pitchFamily="18" charset="2"/>
              <a:buChar char=""/>
              <a:defRPr sz="750" baseline="0"/>
            </a:lvl1pPr>
            <a:lvl2pPr marL="253604" indent="-129779">
              <a:spcBef>
                <a:spcPts val="150"/>
              </a:spcBef>
              <a:buClr>
                <a:srgbClr val="B01C2E"/>
              </a:buClr>
              <a:buFont typeface="Arial" pitchFamily="34" charset="0"/>
              <a:buChar char="•"/>
              <a:tabLst/>
              <a:defRPr sz="750" baseline="0"/>
            </a:lvl2pPr>
            <a:lvl3pPr marL="377190" indent="-129779">
              <a:spcBef>
                <a:spcPts val="150"/>
              </a:spcBef>
              <a:buClr>
                <a:srgbClr val="B01C2E"/>
              </a:buClr>
              <a:buFont typeface="Arial" pitchFamily="34" charset="0"/>
              <a:buChar char="–"/>
              <a:defRPr sz="750" baseline="0"/>
            </a:lvl3pPr>
            <a:lvl4pPr marL="514350" indent="-130302">
              <a:spcBef>
                <a:spcPts val="150"/>
              </a:spcBef>
              <a:buClr>
                <a:srgbClr val="B01C2E"/>
              </a:buClr>
              <a:buFont typeface="Arial" pitchFamily="34" charset="0"/>
              <a:buChar char="–"/>
              <a:tabLst/>
              <a:defRPr sz="750"/>
            </a:lvl4pPr>
            <a:lvl5pPr marL="637794" indent="-130302">
              <a:spcBef>
                <a:spcPts val="150"/>
              </a:spcBef>
              <a:buClr>
                <a:srgbClr val="B01C2E"/>
              </a:buClr>
              <a:buFont typeface="Arial" pitchFamily="34" charset="0"/>
              <a:buChar char="–"/>
              <a:defRPr sz="75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9" name="Text Placeholder 12"/>
          <p:cNvSpPr>
            <a:spLocks noGrp="1"/>
          </p:cNvSpPr>
          <p:nvPr>
            <p:ph type="body" sz="quarter" idx="29"/>
          </p:nvPr>
        </p:nvSpPr>
        <p:spPr>
          <a:xfrm>
            <a:off x="1157097" y="2136788"/>
            <a:ext cx="1481328" cy="3657600"/>
          </a:xfrm>
          <a:prstGeom prst="rect">
            <a:avLst/>
          </a:prstGeom>
          <a:solidFill>
            <a:srgbClr val="FFFFFF"/>
          </a:solidFill>
          <a:ln>
            <a:solidFill>
              <a:srgbClr val="C0C0C0"/>
            </a:solidFill>
          </a:ln>
        </p:spPr>
        <p:txBody>
          <a:bodyPr wrap="square" lIns="91440" anchor="t" anchorCtr="0">
            <a:noAutofit/>
          </a:bodyPr>
          <a:lstStyle>
            <a:lvl1pPr marL="175022" indent="-175022" algn="l">
              <a:spcBef>
                <a:spcPts val="150"/>
              </a:spcBef>
              <a:buClr>
                <a:srgbClr val="B01C2E"/>
              </a:buClr>
              <a:buFont typeface="Wingdings 2" pitchFamily="18" charset="2"/>
              <a:buChar char=""/>
              <a:defRPr sz="750" baseline="0"/>
            </a:lvl1pPr>
            <a:lvl2pPr marL="253604" indent="-129779">
              <a:spcBef>
                <a:spcPts val="150"/>
              </a:spcBef>
              <a:buClr>
                <a:srgbClr val="B01C2E"/>
              </a:buClr>
              <a:buFont typeface="Arial" pitchFamily="34" charset="0"/>
              <a:buChar char="•"/>
              <a:tabLst/>
              <a:defRPr sz="750" baseline="0"/>
            </a:lvl2pPr>
            <a:lvl3pPr marL="377190" indent="-129779">
              <a:spcBef>
                <a:spcPts val="150"/>
              </a:spcBef>
              <a:buClr>
                <a:srgbClr val="B01C2E"/>
              </a:buClr>
              <a:buFont typeface="Arial" pitchFamily="34" charset="0"/>
              <a:buChar char="–"/>
              <a:defRPr sz="750" baseline="0"/>
            </a:lvl3pPr>
            <a:lvl4pPr marL="514350" indent="-130302">
              <a:spcBef>
                <a:spcPts val="150"/>
              </a:spcBef>
              <a:buClr>
                <a:srgbClr val="B01C2E"/>
              </a:buClr>
              <a:buFont typeface="Arial" pitchFamily="34" charset="0"/>
              <a:buChar char="–"/>
              <a:tabLst/>
              <a:defRPr sz="750"/>
            </a:lvl4pPr>
            <a:lvl5pPr marL="637794" indent="-130302">
              <a:spcBef>
                <a:spcPts val="150"/>
              </a:spcBef>
              <a:buClr>
                <a:srgbClr val="B01C2E"/>
              </a:buClr>
              <a:buFont typeface="Arial" pitchFamily="34" charset="0"/>
              <a:buChar char="–"/>
              <a:defRPr sz="75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20" name="Text Placeholder 25"/>
          <p:cNvSpPr>
            <a:spLocks noGrp="1"/>
          </p:cNvSpPr>
          <p:nvPr>
            <p:ph type="body" sz="quarter" idx="30"/>
          </p:nvPr>
        </p:nvSpPr>
        <p:spPr>
          <a:xfrm>
            <a:off x="1157097" y="1738919"/>
            <a:ext cx="1481328" cy="384048"/>
          </a:xfrm>
          <a:prstGeom prst="rect">
            <a:avLst/>
          </a:prstGeom>
          <a:solidFill>
            <a:srgbClr val="4D4D4D"/>
          </a:solidFill>
          <a:ln>
            <a:solidFill>
              <a:srgbClr val="4D4D4D"/>
            </a:solidFill>
          </a:ln>
        </p:spPr>
        <p:txBody>
          <a:bodyPr anchor="ctr"/>
          <a:lstStyle>
            <a:lvl1pPr algn="ctr">
              <a:buNone/>
              <a:defRPr sz="750" b="1">
                <a:solidFill>
                  <a:srgbClr val="FFFFFF"/>
                </a:solidFill>
              </a:defRPr>
            </a:lvl1pPr>
          </a:lstStyle>
          <a:p>
            <a:pPr lvl="0"/>
            <a:r>
              <a:rPr lang="en-US"/>
              <a:t>Click to edit Master text styles</a:t>
            </a:r>
          </a:p>
        </p:txBody>
      </p:sp>
      <p:sp>
        <p:nvSpPr>
          <p:cNvPr id="21" name="Text Placeholder 25"/>
          <p:cNvSpPr>
            <a:spLocks noGrp="1"/>
          </p:cNvSpPr>
          <p:nvPr>
            <p:ph type="body" sz="quarter" idx="31"/>
          </p:nvPr>
        </p:nvSpPr>
        <p:spPr>
          <a:xfrm>
            <a:off x="2774061" y="1738919"/>
            <a:ext cx="1481328" cy="384048"/>
          </a:xfrm>
          <a:prstGeom prst="rect">
            <a:avLst/>
          </a:prstGeom>
          <a:solidFill>
            <a:srgbClr val="4D4D4D"/>
          </a:solidFill>
          <a:ln>
            <a:solidFill>
              <a:srgbClr val="4D4D4D"/>
            </a:solidFill>
          </a:ln>
        </p:spPr>
        <p:txBody>
          <a:bodyPr anchor="ctr"/>
          <a:lstStyle>
            <a:lvl1pPr algn="ctr">
              <a:buNone/>
              <a:defRPr sz="750" b="1">
                <a:solidFill>
                  <a:srgbClr val="FFFFFF"/>
                </a:solidFill>
              </a:defRPr>
            </a:lvl1pPr>
          </a:lstStyle>
          <a:p>
            <a:pPr lvl="0"/>
            <a:r>
              <a:rPr lang="en-US"/>
              <a:t>Click to edit Master text styles</a:t>
            </a:r>
          </a:p>
        </p:txBody>
      </p:sp>
      <p:sp>
        <p:nvSpPr>
          <p:cNvPr id="25" name="Text Placeholder 25"/>
          <p:cNvSpPr>
            <a:spLocks noGrp="1"/>
          </p:cNvSpPr>
          <p:nvPr>
            <p:ph type="body" sz="quarter" idx="32"/>
          </p:nvPr>
        </p:nvSpPr>
        <p:spPr>
          <a:xfrm>
            <a:off x="4391025" y="1738919"/>
            <a:ext cx="1481328" cy="384048"/>
          </a:xfrm>
          <a:prstGeom prst="rect">
            <a:avLst/>
          </a:prstGeom>
          <a:solidFill>
            <a:srgbClr val="4D4D4D"/>
          </a:solidFill>
          <a:ln>
            <a:solidFill>
              <a:srgbClr val="4D4D4D"/>
            </a:solidFill>
          </a:ln>
        </p:spPr>
        <p:txBody>
          <a:bodyPr anchor="ctr"/>
          <a:lstStyle>
            <a:lvl1pPr algn="ctr">
              <a:buNone/>
              <a:defRPr sz="750" b="1">
                <a:solidFill>
                  <a:srgbClr val="FFFFFF"/>
                </a:solidFill>
              </a:defRPr>
            </a:lvl1pPr>
          </a:lstStyle>
          <a:p>
            <a:pPr lvl="0"/>
            <a:r>
              <a:rPr lang="en-US"/>
              <a:t>Click to edit Master text styles</a:t>
            </a:r>
          </a:p>
        </p:txBody>
      </p:sp>
      <p:sp>
        <p:nvSpPr>
          <p:cNvPr id="15" name="Rectangle 2"/>
          <p:cNvSpPr>
            <a:spLocks noGrp="1" noChangeArrowheads="1"/>
          </p:cNvSpPr>
          <p:nvPr>
            <p:ph type="title"/>
          </p:nvPr>
        </p:nvSpPr>
        <p:spPr bwMode="gray">
          <a:xfrm>
            <a:off x="452441" y="2"/>
            <a:ext cx="8239125" cy="898525"/>
          </a:xfrm>
          <a:prstGeom prst="rect">
            <a:avLst/>
          </a:prstGeom>
          <a:noFill/>
          <a:ln w="9525">
            <a:noFill/>
            <a:miter lim="800000"/>
            <a:headEnd/>
            <a:tailEnd/>
          </a:ln>
        </p:spPr>
        <p:txBody>
          <a:bodyPr vert="horz" wrap="square" lIns="0" tIns="0" rIns="0" bIns="0" numCol="1" anchor="b" anchorCtr="0" compatLnSpc="1">
            <a:prstTxWarp prst="textNoShape">
              <a:avLst/>
            </a:prstTxWarp>
          </a:bodyPr>
          <a:lstStyle>
            <a:lvl1pPr algn="l">
              <a:defRPr sz="1650"/>
            </a:lvl1pPr>
          </a:lstStyle>
          <a:p>
            <a:pPr lvl="0"/>
            <a:r>
              <a:rPr lang="en-US"/>
              <a:t>Click to edit Master title style</a:t>
            </a:r>
            <a:endParaRPr lang="en-US" dirty="0"/>
          </a:p>
        </p:txBody>
      </p:sp>
      <p:sp>
        <p:nvSpPr>
          <p:cNvPr id="16" name="Content Placeholder 10"/>
          <p:cNvSpPr>
            <a:spLocks noGrp="1"/>
          </p:cNvSpPr>
          <p:nvPr>
            <p:ph sz="quarter" idx="20"/>
          </p:nvPr>
        </p:nvSpPr>
        <p:spPr>
          <a:xfrm>
            <a:off x="6411433" y="1861185"/>
            <a:ext cx="2103120" cy="4206240"/>
          </a:xfrm>
          <a:prstGeom prst="rect">
            <a:avLst/>
          </a:prstGeom>
          <a:solidFill>
            <a:srgbClr val="FFFFFF"/>
          </a:solidFill>
          <a:ln>
            <a:solidFill>
              <a:srgbClr val="C0C0C0"/>
            </a:solidFill>
          </a:ln>
        </p:spPr>
        <p:txBody>
          <a:bodyPr rIns="457200"/>
          <a:lstStyle>
            <a:lvl1pPr marL="171450" indent="-171450">
              <a:spcBef>
                <a:spcPts val="18"/>
              </a:spcBef>
              <a:buClr>
                <a:schemeClr val="accent1"/>
              </a:buClr>
              <a:buFont typeface="Wingdings 2" pitchFamily="18" charset="2"/>
              <a:buChar char=""/>
              <a:defRPr sz="900"/>
            </a:lvl1pPr>
            <a:lvl2pPr marL="342900" indent="-171450">
              <a:buClr>
                <a:schemeClr val="accent1"/>
              </a:buClr>
              <a:buFont typeface="Arial" pitchFamily="34" charset="0"/>
              <a:buChar char="•"/>
              <a:defRPr sz="900"/>
            </a:lvl2pPr>
            <a:lvl3pPr marL="514350">
              <a:buClr>
                <a:schemeClr val="accent1"/>
              </a:buClr>
              <a:buFont typeface="Arial" pitchFamily="34" charset="0"/>
              <a:buChar char="–"/>
              <a:defRPr sz="900"/>
            </a:lvl3pPr>
            <a:lvl4pPr marL="685800">
              <a:buClr>
                <a:schemeClr val="accent1"/>
              </a:buClr>
              <a:buFont typeface="Arial" pitchFamily="34" charset="0"/>
              <a:buChar char="–"/>
              <a:defRPr sz="900"/>
            </a:lvl4pPr>
            <a:lvl5pPr marL="857250">
              <a:buClr>
                <a:schemeClr val="accent1"/>
              </a:buClr>
              <a:buFont typeface="Arial" pitchFamily="34" charset="0"/>
              <a:buChar char="–"/>
              <a:defRPr sz="900"/>
            </a:lvl5pPr>
          </a:lstStyle>
          <a:p>
            <a:pPr lvl="0"/>
            <a:r>
              <a:rPr lang="en-US"/>
              <a:t>Click to edit Master text styles</a:t>
            </a:r>
          </a:p>
          <a:p>
            <a:pPr lvl="1"/>
            <a:r>
              <a:rPr lang="en-US"/>
              <a:t>Second level</a:t>
            </a:r>
          </a:p>
          <a:p>
            <a:pPr lvl="2"/>
            <a:r>
              <a:rPr lang="en-US"/>
              <a:t>Third level</a:t>
            </a:r>
          </a:p>
        </p:txBody>
      </p:sp>
      <p:sp>
        <p:nvSpPr>
          <p:cNvPr id="14" name="Slide Number Placeholder 9"/>
          <p:cNvSpPr>
            <a:spLocks noGrp="1"/>
          </p:cNvSpPr>
          <p:nvPr>
            <p:ph type="sldNum" sz="quarter" idx="35"/>
          </p:nvPr>
        </p:nvSpPr>
        <p:spPr/>
        <p:txBody>
          <a:bodyPr/>
          <a:lstStyle>
            <a:lvl1pPr>
              <a:defRPr/>
            </a:lvl1pPr>
          </a:lstStyle>
          <a:p>
            <a:fld id="{08AE5534-AA48-F74E-87DE-645A72BA9DD1}" type="slidenum">
              <a:rPr lang="en-US" altLang="en-US"/>
              <a:pPr/>
              <a:t>‹#›</a:t>
            </a:fld>
            <a:endParaRPr lang="en-US" altLang="en-US"/>
          </a:p>
        </p:txBody>
      </p:sp>
      <p:sp>
        <p:nvSpPr>
          <p:cNvPr id="22" name="Footer Placeholder 12"/>
          <p:cNvSpPr>
            <a:spLocks noGrp="1"/>
          </p:cNvSpPr>
          <p:nvPr>
            <p:ph type="ftr" sz="quarter" idx="36"/>
          </p:nvPr>
        </p:nvSpPr>
        <p:spPr/>
        <p:txBody>
          <a:bodyPr/>
          <a:lstStyle>
            <a:lvl1pPr>
              <a:defRPr/>
            </a:lvl1pPr>
          </a:lstStyle>
          <a:p>
            <a:pPr>
              <a:defRPr/>
            </a:pPr>
            <a:r>
              <a:rPr lang="en-US"/>
              <a:t>Ethical Debates, Econ Theories, Real-World Impacts</a:t>
            </a:r>
          </a:p>
        </p:txBody>
      </p:sp>
    </p:spTree>
  </p:cSld>
  <p:clrMapOvr>
    <a:masterClrMapping/>
  </p:clrMapOvr>
</p:sldLayout>
</file>

<file path=ppt/slideLayouts/slideLayout33.xml><?xml version="1.0" encoding="utf-8"?>
<p:sldLayout xmlns:a="http://schemas.openxmlformats.org/drawingml/2006/main" xmlns:r="http://schemas.openxmlformats.org/officeDocument/2006/relationships" xmlns:p="http://schemas.openxmlformats.org/presentationml/2006/main" preserve="1" userDrawn="1">
  <p:cSld name="Project Phases">
    <p:spTree>
      <p:nvGrpSpPr>
        <p:cNvPr id="1" name=""/>
        <p:cNvGrpSpPr/>
        <p:nvPr/>
      </p:nvGrpSpPr>
      <p:grpSpPr>
        <a:xfrm>
          <a:off x="0" y="0"/>
          <a:ext cx="0" cy="0"/>
          <a:chOff x="0" y="0"/>
          <a:chExt cx="0" cy="0"/>
        </a:xfrm>
      </p:grpSpPr>
      <p:sp>
        <p:nvSpPr>
          <p:cNvPr id="15" name="Freeform 11"/>
          <p:cNvSpPr>
            <a:spLocks/>
          </p:cNvSpPr>
          <p:nvPr userDrawn="1"/>
        </p:nvSpPr>
        <p:spPr bwMode="auto">
          <a:xfrm>
            <a:off x="3068639" y="1981202"/>
            <a:ext cx="2536825" cy="339725"/>
          </a:xfrm>
          <a:custGeom>
            <a:avLst/>
            <a:gdLst>
              <a:gd name="T0" fmla="*/ 0 w 2536891"/>
              <a:gd name="T1" fmla="*/ 0 h 488372"/>
              <a:gd name="T2" fmla="*/ 1942613 w 2536891"/>
              <a:gd name="T3" fmla="*/ 0 h 488372"/>
              <a:gd name="T4" fmla="*/ 2455867 w 2536891"/>
              <a:gd name="T5" fmla="*/ 200 h 488372"/>
              <a:gd name="T6" fmla="*/ 2536627 w 2536891"/>
              <a:gd name="T7" fmla="*/ 114356 h 488372"/>
              <a:gd name="T8" fmla="*/ 131751 w 2536891"/>
              <a:gd name="T9" fmla="*/ 114356 h 488372"/>
              <a:gd name="T10" fmla="*/ 81090 w 2536891"/>
              <a:gd name="T11" fmla="*/ 113442 h 488372"/>
              <a:gd name="T12" fmla="*/ 0 w 2536891"/>
              <a:gd name="T13" fmla="*/ 0 h 488372"/>
              <a:gd name="T14" fmla="*/ 0 60000 65536"/>
              <a:gd name="T15" fmla="*/ 0 60000 65536"/>
              <a:gd name="T16" fmla="*/ 0 60000 65536"/>
              <a:gd name="T17" fmla="*/ 0 60000 65536"/>
              <a:gd name="T18" fmla="*/ 0 60000 65536"/>
              <a:gd name="T19" fmla="*/ 0 60000 65536"/>
              <a:gd name="T20" fmla="*/ 0 60000 65536"/>
            </a:gdLst>
            <a:ahLst/>
            <a:cxnLst>
              <a:cxn ang="T14">
                <a:pos x="T0" y="T1"/>
              </a:cxn>
              <a:cxn ang="T15">
                <a:pos x="T2" y="T3"/>
              </a:cxn>
              <a:cxn ang="T16">
                <a:pos x="T4" y="T5"/>
              </a:cxn>
              <a:cxn ang="T17">
                <a:pos x="T6" y="T7"/>
              </a:cxn>
              <a:cxn ang="T18">
                <a:pos x="T8" y="T9"/>
              </a:cxn>
              <a:cxn ang="T19">
                <a:pos x="T10" y="T11"/>
              </a:cxn>
              <a:cxn ang="T20">
                <a:pos x="T12" y="T13"/>
              </a:cxn>
            </a:cxnLst>
            <a:rect l="0" t="0" r="r" b="b"/>
            <a:pathLst>
              <a:path w="2536891" h="488372">
                <a:moveTo>
                  <a:pt x="0" y="0"/>
                </a:moveTo>
                <a:lnTo>
                  <a:pt x="1942817" y="0"/>
                </a:lnTo>
                <a:lnTo>
                  <a:pt x="2456123" y="856"/>
                </a:lnTo>
                <a:lnTo>
                  <a:pt x="2536891" y="488372"/>
                </a:lnTo>
                <a:lnTo>
                  <a:pt x="131763" y="488372"/>
                </a:lnTo>
                <a:lnTo>
                  <a:pt x="81098" y="484467"/>
                </a:lnTo>
                <a:lnTo>
                  <a:pt x="0" y="0"/>
                </a:lnTo>
                <a:close/>
              </a:path>
            </a:pathLst>
          </a:custGeom>
          <a:solidFill>
            <a:srgbClr val="4D4D4D"/>
          </a:solidFill>
          <a:ln w="6350" cap="flat" cmpd="sng">
            <a:solidFill>
              <a:srgbClr val="A9A9A9"/>
            </a:solidFill>
            <a:prstDash val="solid"/>
            <a:round/>
            <a:headEnd type="none" w="med" len="med"/>
            <a:tailEnd type="none" w="med" len="med"/>
          </a:ln>
        </p:spPr>
        <p:txBody>
          <a:bodyPr/>
          <a:lstStyle/>
          <a:p>
            <a:endParaRPr lang="en-US" sz="1350"/>
          </a:p>
        </p:txBody>
      </p:sp>
      <p:sp>
        <p:nvSpPr>
          <p:cNvPr id="17" name="Freeform 13"/>
          <p:cNvSpPr>
            <a:spLocks/>
          </p:cNvSpPr>
          <p:nvPr userDrawn="1"/>
        </p:nvSpPr>
        <p:spPr bwMode="auto">
          <a:xfrm>
            <a:off x="457201" y="1982790"/>
            <a:ext cx="2530475" cy="339725"/>
          </a:xfrm>
          <a:custGeom>
            <a:avLst/>
            <a:gdLst>
              <a:gd name="T0" fmla="*/ 0 w 2529680"/>
              <a:gd name="T1" fmla="*/ 0 h 488372"/>
              <a:gd name="T2" fmla="*/ 1945261 w 2529680"/>
              <a:gd name="T3" fmla="*/ 0 h 488372"/>
              <a:gd name="T4" fmla="*/ 2463980 w 2529680"/>
              <a:gd name="T5" fmla="*/ 200 h 488372"/>
              <a:gd name="T6" fmla="*/ 2532861 w 2529680"/>
              <a:gd name="T7" fmla="*/ 113442 h 488372"/>
              <a:gd name="T8" fmla="*/ 0 w 2529680"/>
              <a:gd name="T9" fmla="*/ 114356 h 488372"/>
              <a:gd name="T10" fmla="*/ 0 w 2529680"/>
              <a:gd name="T11" fmla="*/ 0 h 488372"/>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2529680" h="488372">
                <a:moveTo>
                  <a:pt x="0" y="0"/>
                </a:moveTo>
                <a:lnTo>
                  <a:pt x="1942817" y="0"/>
                </a:lnTo>
                <a:lnTo>
                  <a:pt x="2460885" y="856"/>
                </a:lnTo>
                <a:lnTo>
                  <a:pt x="2529680" y="484467"/>
                </a:lnTo>
                <a:lnTo>
                  <a:pt x="0" y="488372"/>
                </a:lnTo>
                <a:lnTo>
                  <a:pt x="0" y="0"/>
                </a:lnTo>
                <a:close/>
              </a:path>
            </a:pathLst>
          </a:custGeom>
          <a:solidFill>
            <a:srgbClr val="4D4D4D"/>
          </a:solidFill>
          <a:ln w="6350" cap="flat" cmpd="sng">
            <a:solidFill>
              <a:srgbClr val="A9A9A9"/>
            </a:solidFill>
            <a:prstDash val="solid"/>
            <a:round/>
            <a:headEnd type="none" w="med" len="med"/>
            <a:tailEnd type="none" w="med" len="med"/>
          </a:ln>
        </p:spPr>
        <p:txBody>
          <a:bodyPr/>
          <a:lstStyle/>
          <a:p>
            <a:endParaRPr lang="en-US" sz="1350"/>
          </a:p>
        </p:txBody>
      </p:sp>
      <p:sp>
        <p:nvSpPr>
          <p:cNvPr id="21" name="Freeform 14"/>
          <p:cNvSpPr>
            <a:spLocks/>
          </p:cNvSpPr>
          <p:nvPr userDrawn="1"/>
        </p:nvSpPr>
        <p:spPr bwMode="auto">
          <a:xfrm>
            <a:off x="5684839" y="1981202"/>
            <a:ext cx="2871787" cy="339725"/>
          </a:xfrm>
          <a:custGeom>
            <a:avLst/>
            <a:gdLst>
              <a:gd name="T0" fmla="*/ 0 w 2996886"/>
              <a:gd name="T1" fmla="*/ 0 h 488372"/>
              <a:gd name="T2" fmla="*/ 1638173 w 2996886"/>
              <a:gd name="T3" fmla="*/ 0 h 488372"/>
              <a:gd name="T4" fmla="*/ 2526959 w 2996886"/>
              <a:gd name="T5" fmla="*/ 200 h 488372"/>
              <a:gd name="T6" fmla="*/ 2525539 w 2996886"/>
              <a:gd name="T7" fmla="*/ 114356 h 488372"/>
              <a:gd name="T8" fmla="*/ 60236 w 2996886"/>
              <a:gd name="T9" fmla="*/ 114356 h 488372"/>
              <a:gd name="T10" fmla="*/ 0 w 2996886"/>
              <a:gd name="T11" fmla="*/ 0 h 488372"/>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2996886" h="488372">
                <a:moveTo>
                  <a:pt x="0" y="0"/>
                </a:moveTo>
                <a:lnTo>
                  <a:pt x="1942817" y="0"/>
                </a:lnTo>
                <a:lnTo>
                  <a:pt x="2996886" y="855"/>
                </a:lnTo>
                <a:cubicBezTo>
                  <a:pt x="2996325" y="163361"/>
                  <a:pt x="2995763" y="325866"/>
                  <a:pt x="2995202" y="488372"/>
                </a:cubicBezTo>
                <a:lnTo>
                  <a:pt x="71438" y="488372"/>
                </a:lnTo>
                <a:lnTo>
                  <a:pt x="0" y="0"/>
                </a:lnTo>
                <a:close/>
              </a:path>
            </a:pathLst>
          </a:custGeom>
          <a:solidFill>
            <a:srgbClr val="4D4D4D"/>
          </a:solidFill>
          <a:ln w="6350" cap="flat" cmpd="sng">
            <a:solidFill>
              <a:srgbClr val="A9A9A9"/>
            </a:solidFill>
            <a:prstDash val="solid"/>
            <a:round/>
            <a:headEnd type="none" w="med" len="med"/>
            <a:tailEnd type="none" w="med" len="med"/>
          </a:ln>
        </p:spPr>
        <p:txBody>
          <a:bodyPr/>
          <a:lstStyle/>
          <a:p>
            <a:endParaRPr lang="en-US" sz="1350"/>
          </a:p>
        </p:txBody>
      </p:sp>
      <p:sp>
        <p:nvSpPr>
          <p:cNvPr id="28" name="Text Placeholder 12"/>
          <p:cNvSpPr>
            <a:spLocks noGrp="1"/>
          </p:cNvSpPr>
          <p:nvPr>
            <p:ph type="body" sz="quarter" idx="16"/>
          </p:nvPr>
        </p:nvSpPr>
        <p:spPr bwMode="gray">
          <a:xfrm>
            <a:off x="5680886" y="1983087"/>
            <a:ext cx="2875741" cy="1903112"/>
          </a:xfrm>
          <a:custGeom>
            <a:avLst/>
            <a:gdLst>
              <a:gd name="connsiteX0" fmla="*/ 0 w 2674468"/>
              <a:gd name="connsiteY0" fmla="*/ 0 h 1724992"/>
              <a:gd name="connsiteX1" fmla="*/ 2472747 w 2674468"/>
              <a:gd name="connsiteY1" fmla="*/ 0 h 1724992"/>
              <a:gd name="connsiteX2" fmla="*/ 2674468 w 2674468"/>
              <a:gd name="connsiteY2" fmla="*/ 862496 h 1724992"/>
              <a:gd name="connsiteX3" fmla="*/ 2472747 w 2674468"/>
              <a:gd name="connsiteY3" fmla="*/ 1724992 h 1724992"/>
              <a:gd name="connsiteX4" fmla="*/ 0 w 2674468"/>
              <a:gd name="connsiteY4" fmla="*/ 1724992 h 1724992"/>
              <a:gd name="connsiteX5" fmla="*/ 201721 w 2674468"/>
              <a:gd name="connsiteY5" fmla="*/ 862496 h 1724992"/>
              <a:gd name="connsiteX6" fmla="*/ 0 w 2674468"/>
              <a:gd name="connsiteY6" fmla="*/ 0 h 1724992"/>
              <a:gd name="connsiteX0" fmla="*/ 0 w 2472747"/>
              <a:gd name="connsiteY0" fmla="*/ 0 h 1724992"/>
              <a:gd name="connsiteX1" fmla="*/ 2472747 w 2472747"/>
              <a:gd name="connsiteY1" fmla="*/ 0 h 1724992"/>
              <a:gd name="connsiteX2" fmla="*/ 2472747 w 2472747"/>
              <a:gd name="connsiteY2" fmla="*/ 1724992 h 1724992"/>
              <a:gd name="connsiteX3" fmla="*/ 0 w 2472747"/>
              <a:gd name="connsiteY3" fmla="*/ 1724992 h 1724992"/>
              <a:gd name="connsiteX4" fmla="*/ 201721 w 2472747"/>
              <a:gd name="connsiteY4" fmla="*/ 862496 h 1724992"/>
              <a:gd name="connsiteX5" fmla="*/ 0 w 2472747"/>
              <a:gd name="connsiteY5" fmla="*/ 0 h 1724992"/>
              <a:gd name="connsiteX0" fmla="*/ 0 w 2472747"/>
              <a:gd name="connsiteY0" fmla="*/ 0 h 1724992"/>
              <a:gd name="connsiteX1" fmla="*/ 2472747 w 2472747"/>
              <a:gd name="connsiteY1" fmla="*/ 0 h 1724992"/>
              <a:gd name="connsiteX2" fmla="*/ 2472747 w 2472747"/>
              <a:gd name="connsiteY2" fmla="*/ 1724992 h 1724992"/>
              <a:gd name="connsiteX3" fmla="*/ 0 w 2472747"/>
              <a:gd name="connsiteY3" fmla="*/ 1724992 h 1724992"/>
              <a:gd name="connsiteX4" fmla="*/ 169327 w 2472747"/>
              <a:gd name="connsiteY4" fmla="*/ 862496 h 1724992"/>
              <a:gd name="connsiteX5" fmla="*/ 0 w 2472747"/>
              <a:gd name="connsiteY5" fmla="*/ 0 h 1724992"/>
              <a:gd name="connsiteX0" fmla="*/ 0 w 2472747"/>
              <a:gd name="connsiteY0" fmla="*/ 0 h 1724992"/>
              <a:gd name="connsiteX1" fmla="*/ 2472747 w 2472747"/>
              <a:gd name="connsiteY1" fmla="*/ 0 h 1724992"/>
              <a:gd name="connsiteX2" fmla="*/ 2472747 w 2472747"/>
              <a:gd name="connsiteY2" fmla="*/ 1724992 h 1724992"/>
              <a:gd name="connsiteX3" fmla="*/ 0 w 2472747"/>
              <a:gd name="connsiteY3" fmla="*/ 1724992 h 1724992"/>
              <a:gd name="connsiteX4" fmla="*/ 169327 w 2472747"/>
              <a:gd name="connsiteY4" fmla="*/ 862496 h 1724992"/>
              <a:gd name="connsiteX5" fmla="*/ 0 w 2472747"/>
              <a:gd name="connsiteY5" fmla="*/ 0 h 1724992"/>
              <a:gd name="connsiteX0" fmla="*/ 0 w 2472747"/>
              <a:gd name="connsiteY0" fmla="*/ 0 h 1724992"/>
              <a:gd name="connsiteX1" fmla="*/ 2472747 w 2472747"/>
              <a:gd name="connsiteY1" fmla="*/ 0 h 1724992"/>
              <a:gd name="connsiteX2" fmla="*/ 2472747 w 2472747"/>
              <a:gd name="connsiteY2" fmla="*/ 1724992 h 1724992"/>
              <a:gd name="connsiteX3" fmla="*/ 0 w 2472747"/>
              <a:gd name="connsiteY3" fmla="*/ 1724992 h 1724992"/>
              <a:gd name="connsiteX4" fmla="*/ 169327 w 2472747"/>
              <a:gd name="connsiteY4" fmla="*/ 862496 h 1724992"/>
              <a:gd name="connsiteX5" fmla="*/ 0 w 2472747"/>
              <a:gd name="connsiteY5" fmla="*/ 0 h 172499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472747" h="1724992">
                <a:moveTo>
                  <a:pt x="0" y="0"/>
                </a:moveTo>
                <a:lnTo>
                  <a:pt x="2472747" y="0"/>
                </a:lnTo>
                <a:lnTo>
                  <a:pt x="2472747" y="1724992"/>
                </a:lnTo>
                <a:lnTo>
                  <a:pt x="0" y="1724992"/>
                </a:lnTo>
                <a:lnTo>
                  <a:pt x="169327" y="862496"/>
                </a:lnTo>
                <a:lnTo>
                  <a:pt x="0" y="0"/>
                </a:lnTo>
                <a:close/>
              </a:path>
            </a:pathLst>
          </a:custGeom>
          <a:noFill/>
          <a:ln w="6350">
            <a:solidFill>
              <a:srgbClr val="A9A9A9"/>
            </a:solidFill>
            <a:miter lim="800000"/>
            <a:headEnd/>
            <a:tailEnd/>
          </a:ln>
        </p:spPr>
        <p:txBody>
          <a:bodyPr lIns="411480" tIns="457200" rIns="137160" bIns="137160"/>
          <a:lstStyle>
            <a:lvl1pPr marL="128588" indent="-128588">
              <a:buClr>
                <a:srgbClr val="B01C2E"/>
              </a:buClr>
              <a:buFont typeface="Wingdings 2" pitchFamily="18" charset="2"/>
              <a:buChar char=""/>
              <a:defRPr sz="900"/>
            </a:lvl1pPr>
            <a:lvl2pPr marL="255985" indent="-127397">
              <a:buClr>
                <a:srgbClr val="B01C2E"/>
              </a:buClr>
              <a:buFont typeface="Arial" pitchFamily="34" charset="0"/>
              <a:buChar char="•"/>
              <a:defRPr sz="900"/>
            </a:lvl2pPr>
            <a:lvl3pPr marL="384572" indent="-128588">
              <a:buClr>
                <a:srgbClr val="B01C2E"/>
              </a:buClr>
              <a:buFont typeface="Arial" pitchFamily="34" charset="0"/>
              <a:buChar char="–"/>
              <a:defRPr sz="900"/>
            </a:lvl3pPr>
            <a:lvl4pPr marL="511969" indent="-127397">
              <a:buClr>
                <a:srgbClr val="B01C2E"/>
              </a:buClr>
              <a:defRPr sz="900"/>
            </a:lvl4pPr>
            <a:lvl5pPr marL="640556" indent="-128588">
              <a:buClr>
                <a:srgbClr val="B01C2E"/>
              </a:buClr>
              <a:buFont typeface="Arial" pitchFamily="34" charset="0"/>
              <a:buChar char="–"/>
              <a:defRPr sz="9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22" name="Text Placeholder 12"/>
          <p:cNvSpPr>
            <a:spLocks noGrp="1"/>
          </p:cNvSpPr>
          <p:nvPr>
            <p:ph type="body" sz="quarter" idx="33"/>
          </p:nvPr>
        </p:nvSpPr>
        <p:spPr>
          <a:xfrm>
            <a:off x="3068559" y="1983087"/>
            <a:ext cx="2674468" cy="1903112"/>
          </a:xfrm>
          <a:prstGeom prst="chevron">
            <a:avLst>
              <a:gd name="adj" fmla="val 10431"/>
            </a:avLst>
          </a:prstGeom>
          <a:ln w="6350">
            <a:solidFill>
              <a:srgbClr val="A9A9A9"/>
            </a:solidFill>
          </a:ln>
        </p:spPr>
        <p:txBody>
          <a:bodyPr lIns="137160" tIns="457200" rIns="137160" bIns="137160"/>
          <a:lstStyle>
            <a:lvl1pPr marL="128588" indent="-128588">
              <a:buClr>
                <a:srgbClr val="B01C2E"/>
              </a:buClr>
              <a:buFont typeface="Wingdings 2" pitchFamily="18" charset="2"/>
              <a:buChar char=""/>
              <a:defRPr sz="900" baseline="0"/>
            </a:lvl1pPr>
            <a:lvl2pPr marL="255985" indent="-127397">
              <a:buClr>
                <a:srgbClr val="B01C2E"/>
              </a:buClr>
              <a:buFont typeface="Arial" pitchFamily="34" charset="0"/>
              <a:buChar char="•"/>
              <a:defRPr sz="900"/>
            </a:lvl2pPr>
            <a:lvl3pPr marL="384572" indent="-128588">
              <a:buClr>
                <a:srgbClr val="B01C2E"/>
              </a:buClr>
              <a:buFont typeface="Arial" pitchFamily="34" charset="0"/>
              <a:buChar char="–"/>
              <a:defRPr sz="900"/>
            </a:lvl3pPr>
            <a:lvl4pPr marL="511969" indent="-127397">
              <a:buClr>
                <a:srgbClr val="B01C2E"/>
              </a:buClr>
              <a:defRPr sz="900"/>
            </a:lvl4pPr>
            <a:lvl5pPr marL="640556" indent="-128588">
              <a:buClr>
                <a:srgbClr val="B01C2E"/>
              </a:buClr>
              <a:buFont typeface="Arial" pitchFamily="34" charset="0"/>
              <a:buChar char="–"/>
              <a:defRPr sz="9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6" name="Text Placeholder 15"/>
          <p:cNvSpPr>
            <a:spLocks noGrp="1"/>
          </p:cNvSpPr>
          <p:nvPr>
            <p:ph type="body" sz="quarter" idx="21"/>
          </p:nvPr>
        </p:nvSpPr>
        <p:spPr>
          <a:xfrm>
            <a:off x="457200" y="4038600"/>
            <a:ext cx="8077200" cy="310896"/>
          </a:xfrm>
          <a:prstGeom prst="rect">
            <a:avLst/>
          </a:prstGeom>
          <a:solidFill>
            <a:srgbClr val="4D4D4D"/>
          </a:solidFill>
          <a:ln>
            <a:noFill/>
          </a:ln>
        </p:spPr>
        <p:txBody>
          <a:bodyPr anchor="ctr" anchorCtr="1"/>
          <a:lstStyle>
            <a:lvl1pPr marL="0" indent="0" algn="ctr">
              <a:buNone/>
              <a:defRPr sz="900" b="1">
                <a:solidFill>
                  <a:srgbClr val="FFFFFF"/>
                </a:solidFill>
              </a:defRPr>
            </a:lvl1pPr>
          </a:lstStyle>
          <a:p>
            <a:pPr lvl="0"/>
            <a:r>
              <a:rPr lang="en-US"/>
              <a:t>Click to edit Master text styles</a:t>
            </a:r>
          </a:p>
        </p:txBody>
      </p:sp>
      <p:sp>
        <p:nvSpPr>
          <p:cNvPr id="18" name="Text Placeholder 15"/>
          <p:cNvSpPr>
            <a:spLocks noGrp="1"/>
          </p:cNvSpPr>
          <p:nvPr>
            <p:ph type="body" sz="quarter" idx="23"/>
          </p:nvPr>
        </p:nvSpPr>
        <p:spPr>
          <a:xfrm>
            <a:off x="457200" y="5937504"/>
            <a:ext cx="3950208" cy="310896"/>
          </a:xfrm>
          <a:prstGeom prst="rect">
            <a:avLst/>
          </a:prstGeom>
          <a:solidFill>
            <a:srgbClr val="4D4D4D"/>
          </a:solidFill>
          <a:ln>
            <a:noFill/>
          </a:ln>
        </p:spPr>
        <p:txBody>
          <a:bodyPr anchor="ctr" anchorCtr="1"/>
          <a:lstStyle>
            <a:lvl1pPr marL="0" indent="130302" algn="l">
              <a:buClr>
                <a:schemeClr val="accent1"/>
              </a:buClr>
              <a:buFont typeface="Wingdings" pitchFamily="2" charset="2"/>
              <a:buNone/>
              <a:defRPr sz="900" b="1">
                <a:solidFill>
                  <a:srgbClr val="FFFFFF"/>
                </a:solidFill>
              </a:defRPr>
            </a:lvl1pPr>
          </a:lstStyle>
          <a:p>
            <a:pPr lvl="0"/>
            <a:r>
              <a:rPr lang="en-US"/>
              <a:t>Click to edit Master text styles</a:t>
            </a:r>
          </a:p>
        </p:txBody>
      </p:sp>
      <p:sp>
        <p:nvSpPr>
          <p:cNvPr id="19" name="Text Placeholder 15"/>
          <p:cNvSpPr>
            <a:spLocks noGrp="1"/>
          </p:cNvSpPr>
          <p:nvPr>
            <p:ph type="body" sz="quarter" idx="24"/>
          </p:nvPr>
        </p:nvSpPr>
        <p:spPr>
          <a:xfrm>
            <a:off x="4585778" y="5937504"/>
            <a:ext cx="3950208" cy="310896"/>
          </a:xfrm>
          <a:prstGeom prst="rect">
            <a:avLst/>
          </a:prstGeom>
          <a:solidFill>
            <a:srgbClr val="4D4D4D"/>
          </a:solidFill>
          <a:ln>
            <a:noFill/>
          </a:ln>
        </p:spPr>
        <p:txBody>
          <a:bodyPr anchor="ctr" anchorCtr="1"/>
          <a:lstStyle>
            <a:lvl1pPr marL="0" indent="130302" algn="l">
              <a:buClr>
                <a:schemeClr val="accent1"/>
              </a:buClr>
              <a:buFont typeface="Wingdings" pitchFamily="2" charset="2"/>
              <a:buNone/>
              <a:defRPr sz="900" b="1">
                <a:solidFill>
                  <a:srgbClr val="FFFFFF"/>
                </a:solidFill>
              </a:defRPr>
            </a:lvl1pPr>
          </a:lstStyle>
          <a:p>
            <a:pPr lvl="0"/>
            <a:r>
              <a:rPr lang="en-US"/>
              <a:t>Click to edit Master text styles</a:t>
            </a:r>
          </a:p>
        </p:txBody>
      </p:sp>
      <p:sp>
        <p:nvSpPr>
          <p:cNvPr id="26" name="Text Placeholder 12"/>
          <p:cNvSpPr>
            <a:spLocks noGrp="1"/>
          </p:cNvSpPr>
          <p:nvPr>
            <p:ph type="body" sz="quarter" idx="12"/>
          </p:nvPr>
        </p:nvSpPr>
        <p:spPr>
          <a:xfrm>
            <a:off x="457200" y="1417320"/>
            <a:ext cx="5193792" cy="457200"/>
          </a:xfrm>
          <a:prstGeom prst="homePlate">
            <a:avLst>
              <a:gd name="adj" fmla="val 33316"/>
            </a:avLst>
          </a:prstGeom>
          <a:solidFill>
            <a:srgbClr val="B01C2E"/>
          </a:solidFill>
          <a:ln w="6350">
            <a:solidFill>
              <a:srgbClr val="A9A9A9"/>
            </a:solidFill>
          </a:ln>
        </p:spPr>
        <p:txBody>
          <a:bodyPr lIns="137160" tIns="137160" rIns="274320" bIns="137160" anchor="ctr"/>
          <a:lstStyle>
            <a:lvl1pPr marL="0" indent="0" algn="ctr">
              <a:buNone/>
              <a:defRPr sz="900" b="1">
                <a:solidFill>
                  <a:schemeClr val="bg1"/>
                </a:solidFill>
              </a:defRPr>
            </a:lvl1pPr>
            <a:lvl2pPr marL="255985" indent="-127397">
              <a:defRPr sz="900"/>
            </a:lvl2pPr>
            <a:lvl3pPr marL="384572" indent="-128588">
              <a:defRPr sz="900"/>
            </a:lvl3pPr>
            <a:lvl4pPr marL="511969" indent="-127397">
              <a:defRPr sz="900"/>
            </a:lvl4pPr>
            <a:lvl5pPr marL="640556" indent="-128588">
              <a:defRPr sz="900"/>
            </a:lvl5pPr>
          </a:lstStyle>
          <a:p>
            <a:pPr lvl="0"/>
            <a:r>
              <a:rPr lang="en-US"/>
              <a:t>Click to edit Master text styles</a:t>
            </a:r>
          </a:p>
        </p:txBody>
      </p:sp>
      <p:sp>
        <p:nvSpPr>
          <p:cNvPr id="27" name="Text Placeholder 13"/>
          <p:cNvSpPr>
            <a:spLocks noGrp="1"/>
          </p:cNvSpPr>
          <p:nvPr>
            <p:ph type="body" sz="quarter" idx="17"/>
          </p:nvPr>
        </p:nvSpPr>
        <p:spPr>
          <a:xfrm>
            <a:off x="5656263" y="1417326"/>
            <a:ext cx="3035808" cy="461963"/>
          </a:xfrm>
          <a:prstGeom prst="chevron">
            <a:avLst>
              <a:gd name="adj" fmla="val 34831"/>
            </a:avLst>
          </a:prstGeom>
          <a:solidFill>
            <a:srgbClr val="B01C2E"/>
          </a:solidFill>
        </p:spPr>
        <p:txBody>
          <a:bodyPr anchor="ctr"/>
          <a:lstStyle>
            <a:lvl1pPr marL="257175" marR="0" indent="-257175" algn="ctr" defTabSz="685800" rtl="0" eaLnBrk="1" fontAlgn="auto" latinLnBrk="0" hangingPunct="1">
              <a:lnSpc>
                <a:spcPct val="100000"/>
              </a:lnSpc>
              <a:spcBef>
                <a:spcPct val="20000"/>
              </a:spcBef>
              <a:spcAft>
                <a:spcPts val="0"/>
              </a:spcAft>
              <a:buClrTx/>
              <a:buSzTx/>
              <a:buFont typeface="Arial" pitchFamily="34" charset="0"/>
              <a:buNone/>
              <a:tabLst/>
              <a:defRPr sz="900" b="1">
                <a:solidFill>
                  <a:srgbClr val="FFFFFF"/>
                </a:solidFill>
              </a:defRPr>
            </a:lvl1pPr>
          </a:lstStyle>
          <a:p>
            <a:pPr lvl="0"/>
            <a:r>
              <a:rPr lang="en-US"/>
              <a:t>Click to edit Master text styles</a:t>
            </a:r>
          </a:p>
        </p:txBody>
      </p:sp>
      <p:sp>
        <p:nvSpPr>
          <p:cNvPr id="40" name="Text Placeholder 12"/>
          <p:cNvSpPr>
            <a:spLocks noGrp="1"/>
          </p:cNvSpPr>
          <p:nvPr>
            <p:ph type="body" sz="quarter" idx="11"/>
          </p:nvPr>
        </p:nvSpPr>
        <p:spPr>
          <a:xfrm>
            <a:off x="457200" y="1983087"/>
            <a:ext cx="2674468" cy="1903112"/>
          </a:xfrm>
          <a:prstGeom prst="homePlate">
            <a:avLst>
              <a:gd name="adj" fmla="val 11448"/>
            </a:avLst>
          </a:prstGeom>
          <a:ln w="6350">
            <a:solidFill>
              <a:srgbClr val="A9A9A9"/>
            </a:solidFill>
          </a:ln>
        </p:spPr>
        <p:txBody>
          <a:bodyPr lIns="137160" tIns="457200" rIns="137160" bIns="137160"/>
          <a:lstStyle>
            <a:lvl1pPr marL="128588" indent="-128588">
              <a:buClr>
                <a:srgbClr val="B01C2E"/>
              </a:buClr>
              <a:buFont typeface="Wingdings 2" pitchFamily="18" charset="2"/>
              <a:buChar char=""/>
              <a:defRPr sz="900" baseline="0"/>
            </a:lvl1pPr>
            <a:lvl2pPr marL="255985" indent="-127397">
              <a:buClr>
                <a:srgbClr val="B01C2E"/>
              </a:buClr>
              <a:buFont typeface="Arial" pitchFamily="34" charset="0"/>
              <a:buChar char="•"/>
              <a:defRPr sz="900"/>
            </a:lvl2pPr>
            <a:lvl3pPr marL="384572" indent="-128588">
              <a:buClr>
                <a:srgbClr val="B01C2E"/>
              </a:buClr>
              <a:buFont typeface="Arial" pitchFamily="34" charset="0"/>
              <a:buChar char="–"/>
              <a:defRPr sz="900"/>
            </a:lvl3pPr>
            <a:lvl4pPr marL="511969" indent="-127397">
              <a:buClr>
                <a:srgbClr val="B01C2E"/>
              </a:buClr>
              <a:defRPr sz="900"/>
            </a:lvl4pPr>
            <a:lvl5pPr marL="640556" indent="-128588">
              <a:buClr>
                <a:srgbClr val="B01C2E"/>
              </a:buClr>
              <a:buFont typeface="Arial" pitchFamily="34" charset="0"/>
              <a:buChar char="–"/>
              <a:defRPr sz="9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1" name="Text Placeholder 29"/>
          <p:cNvSpPr>
            <a:spLocks noGrp="1"/>
          </p:cNvSpPr>
          <p:nvPr>
            <p:ph type="body" sz="quarter" idx="13"/>
          </p:nvPr>
        </p:nvSpPr>
        <p:spPr>
          <a:xfrm>
            <a:off x="457200" y="1981200"/>
            <a:ext cx="2473180" cy="320988"/>
          </a:xfrm>
          <a:prstGeom prst="rect">
            <a:avLst/>
          </a:prstGeom>
        </p:spPr>
        <p:txBody>
          <a:bodyPr lIns="91440" rIns="91440" anchor="ctr"/>
          <a:lstStyle>
            <a:lvl1pPr marL="0" indent="0" algn="ctr">
              <a:buNone/>
              <a:defRPr sz="900" b="1">
                <a:solidFill>
                  <a:schemeClr val="bg1"/>
                </a:solidFill>
              </a:defRPr>
            </a:lvl1pPr>
          </a:lstStyle>
          <a:p>
            <a:pPr lvl="0"/>
            <a:r>
              <a:rPr lang="en-US"/>
              <a:t>Click to edit Master text styles</a:t>
            </a:r>
          </a:p>
        </p:txBody>
      </p:sp>
      <p:sp>
        <p:nvSpPr>
          <p:cNvPr id="43" name="Text Placeholder 29"/>
          <p:cNvSpPr>
            <a:spLocks noGrp="1"/>
          </p:cNvSpPr>
          <p:nvPr>
            <p:ph type="body" sz="quarter" idx="15"/>
          </p:nvPr>
        </p:nvSpPr>
        <p:spPr>
          <a:xfrm>
            <a:off x="3144323" y="1988239"/>
            <a:ext cx="2387536" cy="320988"/>
          </a:xfrm>
          <a:prstGeom prst="rect">
            <a:avLst/>
          </a:prstGeom>
        </p:spPr>
        <p:txBody>
          <a:bodyPr lIns="91440" rIns="91440" anchor="ctr"/>
          <a:lstStyle>
            <a:lvl1pPr marL="0" indent="0" algn="ctr">
              <a:buNone/>
              <a:defRPr sz="900" b="1">
                <a:solidFill>
                  <a:schemeClr val="bg1"/>
                </a:solidFill>
              </a:defRPr>
            </a:lvl1pPr>
          </a:lstStyle>
          <a:p>
            <a:pPr lvl="0"/>
            <a:r>
              <a:rPr lang="en-US"/>
              <a:t>Click to edit Master text styles</a:t>
            </a:r>
          </a:p>
        </p:txBody>
      </p:sp>
      <p:sp>
        <p:nvSpPr>
          <p:cNvPr id="49" name="Content Placeholder 10"/>
          <p:cNvSpPr>
            <a:spLocks noGrp="1"/>
          </p:cNvSpPr>
          <p:nvPr>
            <p:ph sz="quarter" idx="18"/>
          </p:nvPr>
        </p:nvSpPr>
        <p:spPr>
          <a:xfrm>
            <a:off x="457200" y="4343400"/>
            <a:ext cx="8077200" cy="1481328"/>
          </a:xfrm>
          <a:prstGeom prst="rect">
            <a:avLst/>
          </a:prstGeom>
          <a:solidFill>
            <a:srgbClr val="FFFFFF"/>
          </a:solidFill>
          <a:ln>
            <a:solidFill>
              <a:srgbClr val="C0C0C0"/>
            </a:solidFill>
          </a:ln>
        </p:spPr>
        <p:txBody>
          <a:bodyPr/>
          <a:lstStyle>
            <a:lvl1pPr marL="130302" indent="-130302">
              <a:lnSpc>
                <a:spcPct val="95000"/>
              </a:lnSpc>
              <a:spcBef>
                <a:spcPts val="540"/>
              </a:spcBef>
              <a:buClr>
                <a:schemeClr val="accent1"/>
              </a:buClr>
              <a:buFont typeface="Wingdings 2" pitchFamily="18" charset="2"/>
              <a:buChar char=""/>
              <a:defRPr sz="900"/>
            </a:lvl1pPr>
            <a:lvl2pPr marL="260604" indent="-130302">
              <a:lnSpc>
                <a:spcPct val="95000"/>
              </a:lnSpc>
              <a:spcBef>
                <a:spcPts val="225"/>
              </a:spcBef>
              <a:buClr>
                <a:schemeClr val="accent1"/>
              </a:buClr>
              <a:buFont typeface="Arial" pitchFamily="34" charset="0"/>
              <a:buChar char="•"/>
              <a:defRPr sz="900"/>
            </a:lvl2pPr>
            <a:lvl3pPr marL="390906" indent="-130302">
              <a:lnSpc>
                <a:spcPct val="95000"/>
              </a:lnSpc>
              <a:spcBef>
                <a:spcPts val="225"/>
              </a:spcBef>
              <a:buClr>
                <a:schemeClr val="accent1"/>
              </a:buClr>
              <a:buFont typeface="Arial" pitchFamily="34" charset="0"/>
              <a:buChar char="–"/>
              <a:defRPr sz="900"/>
            </a:lvl3pPr>
            <a:lvl4pPr marL="514350" indent="-130302">
              <a:lnSpc>
                <a:spcPct val="95000"/>
              </a:lnSpc>
              <a:spcBef>
                <a:spcPts val="225"/>
              </a:spcBef>
              <a:buClr>
                <a:schemeClr val="accent1"/>
              </a:buClr>
              <a:buFont typeface="Arial" pitchFamily="34" charset="0"/>
              <a:buChar char="–"/>
              <a:defRPr sz="900"/>
            </a:lvl4pPr>
            <a:lvl5pPr marL="685800" indent="-130302">
              <a:lnSpc>
                <a:spcPct val="95000"/>
              </a:lnSpc>
              <a:spcBef>
                <a:spcPts val="225"/>
              </a:spcBef>
              <a:buClr>
                <a:schemeClr val="accent1"/>
              </a:buClr>
              <a:buFont typeface="Arial" pitchFamily="34" charset="0"/>
              <a:buChar char="–"/>
              <a:defRPr sz="9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29" name="Text Placeholder 29"/>
          <p:cNvSpPr>
            <a:spLocks noGrp="1"/>
          </p:cNvSpPr>
          <p:nvPr>
            <p:ph type="body" sz="quarter" idx="34"/>
          </p:nvPr>
        </p:nvSpPr>
        <p:spPr>
          <a:xfrm>
            <a:off x="5762431" y="1987175"/>
            <a:ext cx="2794197" cy="320988"/>
          </a:xfrm>
          <a:prstGeom prst="rect">
            <a:avLst/>
          </a:prstGeom>
        </p:spPr>
        <p:txBody>
          <a:bodyPr lIns="91440" rIns="91440" anchor="ctr"/>
          <a:lstStyle>
            <a:lvl1pPr marL="0" indent="0" algn="ctr">
              <a:buNone/>
              <a:defRPr sz="900" b="1">
                <a:solidFill>
                  <a:schemeClr val="bg1"/>
                </a:solidFill>
              </a:defRPr>
            </a:lvl1pPr>
          </a:lstStyle>
          <a:p>
            <a:pPr lvl="0"/>
            <a:r>
              <a:rPr lang="en-US"/>
              <a:t>Click to edit Master text styles</a:t>
            </a:r>
          </a:p>
        </p:txBody>
      </p:sp>
      <p:sp>
        <p:nvSpPr>
          <p:cNvPr id="20" name="Rectangle 2"/>
          <p:cNvSpPr>
            <a:spLocks noGrp="1" noChangeArrowheads="1"/>
          </p:cNvSpPr>
          <p:nvPr>
            <p:ph type="title"/>
          </p:nvPr>
        </p:nvSpPr>
        <p:spPr bwMode="gray">
          <a:xfrm>
            <a:off x="452441" y="2"/>
            <a:ext cx="8239125" cy="898525"/>
          </a:xfrm>
          <a:prstGeom prst="rect">
            <a:avLst/>
          </a:prstGeom>
          <a:noFill/>
          <a:ln w="9525">
            <a:noFill/>
            <a:miter lim="800000"/>
            <a:headEnd/>
            <a:tailEnd/>
          </a:ln>
        </p:spPr>
        <p:txBody>
          <a:bodyPr vert="horz" wrap="square" lIns="0" tIns="0" rIns="0" bIns="0" numCol="1" anchor="b" anchorCtr="0" compatLnSpc="1">
            <a:prstTxWarp prst="textNoShape">
              <a:avLst/>
            </a:prstTxWarp>
          </a:bodyPr>
          <a:lstStyle>
            <a:lvl1pPr algn="l">
              <a:defRPr sz="1650"/>
            </a:lvl1pPr>
          </a:lstStyle>
          <a:p>
            <a:pPr lvl="0"/>
            <a:r>
              <a:rPr lang="en-US"/>
              <a:t>Click to edit Master title style</a:t>
            </a:r>
            <a:endParaRPr lang="en-US" dirty="0"/>
          </a:p>
        </p:txBody>
      </p:sp>
      <p:sp>
        <p:nvSpPr>
          <p:cNvPr id="23" name="Slide Number Placeholder 9"/>
          <p:cNvSpPr>
            <a:spLocks noGrp="1"/>
          </p:cNvSpPr>
          <p:nvPr>
            <p:ph type="sldNum" sz="quarter" idx="35"/>
          </p:nvPr>
        </p:nvSpPr>
        <p:spPr/>
        <p:txBody>
          <a:bodyPr/>
          <a:lstStyle>
            <a:lvl1pPr>
              <a:defRPr/>
            </a:lvl1pPr>
          </a:lstStyle>
          <a:p>
            <a:fld id="{E70D8206-912D-3041-8A60-C5747B4B98EB}" type="slidenum">
              <a:rPr lang="en-US" altLang="en-US"/>
              <a:pPr/>
              <a:t>‹#›</a:t>
            </a:fld>
            <a:endParaRPr lang="en-US" altLang="en-US"/>
          </a:p>
        </p:txBody>
      </p:sp>
      <p:sp>
        <p:nvSpPr>
          <p:cNvPr id="24" name="Footer Placeholder 23"/>
          <p:cNvSpPr>
            <a:spLocks noGrp="1"/>
          </p:cNvSpPr>
          <p:nvPr>
            <p:ph type="ftr" sz="quarter" idx="36"/>
          </p:nvPr>
        </p:nvSpPr>
        <p:spPr/>
        <p:txBody>
          <a:bodyPr/>
          <a:lstStyle>
            <a:lvl1pPr>
              <a:defRPr smtClean="0"/>
            </a:lvl1pPr>
          </a:lstStyle>
          <a:p>
            <a:pPr>
              <a:defRPr/>
            </a:pPr>
            <a:r>
              <a:rPr lang="en-US"/>
              <a:t>Ethical Debates, Econ Theories, Real-World Impacts</a:t>
            </a:r>
          </a:p>
        </p:txBody>
      </p:sp>
    </p:spTree>
  </p:cSld>
  <p:clrMapOvr>
    <a:masterClrMapping/>
  </p:clrMapOvr>
</p:sldLayout>
</file>

<file path=ppt/slideLayouts/slideLayout34.xml><?xml version="1.0" encoding="utf-8"?>
<p:sldLayout xmlns:a="http://schemas.openxmlformats.org/drawingml/2006/main" xmlns:r="http://schemas.openxmlformats.org/officeDocument/2006/relationships" xmlns:p="http://schemas.openxmlformats.org/presentationml/2006/main" preserve="1" userDrawn="1">
  <p:cSld name="Text Blocks - Workstreams and outcomes">
    <p:spTree>
      <p:nvGrpSpPr>
        <p:cNvPr id="1" name=""/>
        <p:cNvGrpSpPr/>
        <p:nvPr/>
      </p:nvGrpSpPr>
      <p:grpSpPr>
        <a:xfrm>
          <a:off x="0" y="0"/>
          <a:ext cx="0" cy="0"/>
          <a:chOff x="0" y="0"/>
          <a:chExt cx="0" cy="0"/>
        </a:xfrm>
      </p:grpSpPr>
      <p:sp>
        <p:nvSpPr>
          <p:cNvPr id="33" name="Pentagon 32"/>
          <p:cNvSpPr/>
          <p:nvPr userDrawn="1"/>
        </p:nvSpPr>
        <p:spPr bwMode="auto">
          <a:xfrm>
            <a:off x="5507039" y="1755775"/>
            <a:ext cx="679450" cy="4343400"/>
          </a:xfrm>
          <a:prstGeom prst="homePlate">
            <a:avLst>
              <a:gd name="adj" fmla="val 98835"/>
            </a:avLst>
          </a:prstGeom>
          <a:gradFill flip="none" rotWithShape="1">
            <a:gsLst>
              <a:gs pos="100000">
                <a:schemeClr val="bg1">
                  <a:lumMod val="65000"/>
                </a:schemeClr>
              </a:gs>
              <a:gs pos="0">
                <a:schemeClr val="bg1">
                  <a:lumMod val="85000"/>
                </a:schemeClr>
              </a:gs>
            </a:gsLst>
            <a:lin ang="0" scaled="1"/>
            <a:tileRect/>
          </a:gradFill>
          <a:ln w="9525" cap="flat" cmpd="sng" algn="ctr">
            <a:noFill/>
            <a:prstDash val="solid"/>
            <a:round/>
            <a:headEnd type="none" w="med" len="med"/>
            <a:tailEnd type="none" w="med" len="med"/>
          </a:ln>
          <a:effectLst/>
        </p:spPr>
        <p:txBody>
          <a:bodyPr anchor="ctr"/>
          <a:lstStyle/>
          <a:p>
            <a:pPr indent="-88106" eaLnBrk="0" hangingPunct="0">
              <a:lnSpc>
                <a:spcPct val="95000"/>
              </a:lnSpc>
              <a:defRPr/>
            </a:pPr>
            <a:endParaRPr lang="en-US" sz="1350">
              <a:latin typeface="Arial" charset="0"/>
              <a:ea typeface="+mn-ea"/>
            </a:endParaRPr>
          </a:p>
        </p:txBody>
      </p:sp>
      <p:sp>
        <p:nvSpPr>
          <p:cNvPr id="6" name="Text Placeholder 2"/>
          <p:cNvSpPr>
            <a:spLocks noGrp="1"/>
          </p:cNvSpPr>
          <p:nvPr>
            <p:ph type="body" idx="38"/>
          </p:nvPr>
        </p:nvSpPr>
        <p:spPr>
          <a:xfrm>
            <a:off x="2993735" y="1290639"/>
            <a:ext cx="2377440" cy="4808536"/>
          </a:xfrm>
          <a:prstGeom prst="rect">
            <a:avLst/>
          </a:prstGeom>
          <a:solidFill>
            <a:schemeClr val="bg1">
              <a:lumMod val="95000"/>
            </a:schemeClr>
          </a:solidFill>
          <a:ln w="6350" cmpd="sng">
            <a:solidFill>
              <a:srgbClr val="C0C0C0"/>
            </a:solidFill>
            <a:prstDash val="solid"/>
          </a:ln>
        </p:spPr>
        <p:txBody>
          <a:bodyPr lIns="91440" rIns="91440" anchor="ctr"/>
          <a:lstStyle>
            <a:lvl1pPr marL="0" indent="0" algn="ctr">
              <a:buNone/>
              <a:defRPr sz="900" b="1">
                <a:solidFill>
                  <a:schemeClr val="bg1"/>
                </a:solidFill>
              </a:defRPr>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Click to edit Master text styles</a:t>
            </a:r>
          </a:p>
        </p:txBody>
      </p:sp>
      <p:sp>
        <p:nvSpPr>
          <p:cNvPr id="7" name="Text Placeholder 2"/>
          <p:cNvSpPr>
            <a:spLocks noGrp="1"/>
          </p:cNvSpPr>
          <p:nvPr>
            <p:ph type="body" idx="39"/>
          </p:nvPr>
        </p:nvSpPr>
        <p:spPr>
          <a:xfrm>
            <a:off x="477838" y="1290639"/>
            <a:ext cx="2377440" cy="4808536"/>
          </a:xfrm>
          <a:prstGeom prst="rect">
            <a:avLst/>
          </a:prstGeom>
          <a:solidFill>
            <a:schemeClr val="bg1">
              <a:lumMod val="95000"/>
            </a:schemeClr>
          </a:solidFill>
          <a:ln w="6350" cmpd="sng">
            <a:solidFill>
              <a:srgbClr val="C0C0C0"/>
            </a:solidFill>
            <a:prstDash val="solid"/>
          </a:ln>
        </p:spPr>
        <p:txBody>
          <a:bodyPr lIns="91440" rIns="91440" anchor="ctr"/>
          <a:lstStyle>
            <a:lvl1pPr marL="0" indent="0" algn="ctr">
              <a:buNone/>
              <a:defRPr sz="900" b="1">
                <a:solidFill>
                  <a:schemeClr val="bg1"/>
                </a:solidFill>
              </a:defRPr>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Click to edit Master text styles</a:t>
            </a:r>
          </a:p>
        </p:txBody>
      </p:sp>
      <p:sp>
        <p:nvSpPr>
          <p:cNvPr id="8" name="Text Placeholder 2"/>
          <p:cNvSpPr>
            <a:spLocks noGrp="1"/>
          </p:cNvSpPr>
          <p:nvPr>
            <p:ph type="body" idx="15"/>
          </p:nvPr>
        </p:nvSpPr>
        <p:spPr>
          <a:xfrm>
            <a:off x="2993735" y="1290638"/>
            <a:ext cx="2377440" cy="380392"/>
          </a:xfrm>
          <a:prstGeom prst="rect">
            <a:avLst/>
          </a:prstGeom>
          <a:solidFill>
            <a:schemeClr val="tx1">
              <a:lumMod val="50000"/>
              <a:lumOff val="50000"/>
            </a:schemeClr>
          </a:solidFill>
          <a:ln w="6350" cmpd="sng">
            <a:solidFill>
              <a:srgbClr val="C0C0C0"/>
            </a:solidFill>
            <a:prstDash val="solid"/>
          </a:ln>
        </p:spPr>
        <p:txBody>
          <a:bodyPr lIns="91440" rIns="91440" anchor="ctr"/>
          <a:lstStyle>
            <a:lvl1pPr marL="0" indent="0" algn="ctr">
              <a:buNone/>
              <a:defRPr sz="825" b="1">
                <a:solidFill>
                  <a:schemeClr val="bg1"/>
                </a:solidFill>
              </a:defRPr>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Click to edit Master text styles</a:t>
            </a:r>
          </a:p>
        </p:txBody>
      </p:sp>
      <p:sp>
        <p:nvSpPr>
          <p:cNvPr id="9" name="Text Placeholder 2"/>
          <p:cNvSpPr>
            <a:spLocks noGrp="1"/>
          </p:cNvSpPr>
          <p:nvPr>
            <p:ph type="body" idx="22"/>
          </p:nvPr>
        </p:nvSpPr>
        <p:spPr>
          <a:xfrm>
            <a:off x="6300383" y="1290638"/>
            <a:ext cx="2377440" cy="380392"/>
          </a:xfrm>
          <a:prstGeom prst="rect">
            <a:avLst/>
          </a:prstGeom>
          <a:solidFill>
            <a:schemeClr val="accent1"/>
          </a:solidFill>
          <a:ln w="6350" cmpd="sng">
            <a:solidFill>
              <a:srgbClr val="C0C0C0"/>
            </a:solidFill>
            <a:prstDash val="solid"/>
          </a:ln>
        </p:spPr>
        <p:txBody>
          <a:bodyPr lIns="91440" rIns="91440" anchor="ctr"/>
          <a:lstStyle>
            <a:lvl1pPr marL="0" indent="0" algn="ctr">
              <a:buNone/>
              <a:defRPr sz="825" b="1">
                <a:solidFill>
                  <a:schemeClr val="bg1"/>
                </a:solidFill>
              </a:defRPr>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Click to edit Master text styles</a:t>
            </a:r>
          </a:p>
        </p:txBody>
      </p:sp>
      <p:sp>
        <p:nvSpPr>
          <p:cNvPr id="10" name="Text Placeholder 2"/>
          <p:cNvSpPr>
            <a:spLocks noGrp="1"/>
          </p:cNvSpPr>
          <p:nvPr>
            <p:ph type="body" idx="30"/>
          </p:nvPr>
        </p:nvSpPr>
        <p:spPr>
          <a:xfrm>
            <a:off x="477838" y="1290638"/>
            <a:ext cx="2377440" cy="380392"/>
          </a:xfrm>
          <a:prstGeom prst="rect">
            <a:avLst/>
          </a:prstGeom>
          <a:solidFill>
            <a:srgbClr val="4D4D4D"/>
          </a:solidFill>
          <a:ln w="6350" cmpd="sng">
            <a:solidFill>
              <a:srgbClr val="C0C0C0"/>
            </a:solidFill>
            <a:prstDash val="solid"/>
          </a:ln>
        </p:spPr>
        <p:txBody>
          <a:bodyPr lIns="91440" rIns="91440" anchor="ctr"/>
          <a:lstStyle>
            <a:lvl1pPr marL="0" indent="0" algn="ctr">
              <a:buNone/>
              <a:defRPr sz="825" b="1">
                <a:solidFill>
                  <a:schemeClr val="bg1"/>
                </a:solidFill>
              </a:defRPr>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Click to edit Master text styles</a:t>
            </a:r>
          </a:p>
        </p:txBody>
      </p:sp>
      <p:sp>
        <p:nvSpPr>
          <p:cNvPr id="11" name="Text Placeholder 19"/>
          <p:cNvSpPr>
            <a:spLocks noGrp="1"/>
          </p:cNvSpPr>
          <p:nvPr>
            <p:ph type="body" sz="quarter" idx="40"/>
          </p:nvPr>
        </p:nvSpPr>
        <p:spPr>
          <a:xfrm>
            <a:off x="569278" y="1731264"/>
            <a:ext cx="2194560" cy="521208"/>
          </a:xfrm>
          <a:prstGeom prst="flowChartAlternateProcess">
            <a:avLst/>
          </a:prstGeom>
          <a:solidFill>
            <a:srgbClr val="FFFFFF"/>
          </a:solidFill>
          <a:ln>
            <a:solidFill>
              <a:srgbClr val="C0C0C0"/>
            </a:solidFill>
          </a:ln>
        </p:spPr>
        <p:txBody>
          <a:bodyPr lIns="45720" tIns="0" rIns="45720" bIns="0" anchor="ctr" anchorCtr="0"/>
          <a:lstStyle>
            <a:lvl1pPr marL="0" indent="-89154">
              <a:lnSpc>
                <a:spcPct val="95000"/>
              </a:lnSpc>
              <a:spcBef>
                <a:spcPts val="0"/>
              </a:spcBef>
              <a:buClr>
                <a:srgbClr val="B01C2E"/>
              </a:buClr>
              <a:buFont typeface="Wingdings 2" pitchFamily="18" charset="2"/>
              <a:buChar char=""/>
              <a:defRPr sz="825" baseline="0">
                <a:solidFill>
                  <a:schemeClr val="tx1"/>
                </a:solidFill>
              </a:defRPr>
            </a:lvl1pPr>
            <a:lvl2pPr marL="89154" indent="0">
              <a:spcBef>
                <a:spcPts val="225"/>
              </a:spcBef>
              <a:buNone/>
              <a:defRPr sz="900"/>
            </a:lvl2pPr>
          </a:lstStyle>
          <a:p>
            <a:pPr lvl="0"/>
            <a:r>
              <a:rPr lang="en-US"/>
              <a:t>Click to edit Master text styles</a:t>
            </a:r>
          </a:p>
        </p:txBody>
      </p:sp>
      <p:sp>
        <p:nvSpPr>
          <p:cNvPr id="12" name="Text Placeholder 19"/>
          <p:cNvSpPr>
            <a:spLocks noGrp="1"/>
          </p:cNvSpPr>
          <p:nvPr>
            <p:ph type="body" sz="quarter" idx="41"/>
          </p:nvPr>
        </p:nvSpPr>
        <p:spPr>
          <a:xfrm>
            <a:off x="569278" y="2357120"/>
            <a:ext cx="2194560" cy="521208"/>
          </a:xfrm>
          <a:prstGeom prst="flowChartAlternateProcess">
            <a:avLst/>
          </a:prstGeom>
          <a:solidFill>
            <a:srgbClr val="FFFFFF"/>
          </a:solidFill>
          <a:ln>
            <a:solidFill>
              <a:srgbClr val="C0C0C0"/>
            </a:solidFill>
          </a:ln>
        </p:spPr>
        <p:txBody>
          <a:bodyPr lIns="45720" tIns="45720" rIns="45720" bIns="45720" anchor="ctr" anchorCtr="0"/>
          <a:lstStyle>
            <a:lvl1pPr marL="89154" indent="-89154">
              <a:lnSpc>
                <a:spcPct val="95000"/>
              </a:lnSpc>
              <a:spcBef>
                <a:spcPts val="150"/>
              </a:spcBef>
              <a:buClr>
                <a:srgbClr val="B01C2E"/>
              </a:buClr>
              <a:buFont typeface="Wingdings 2" pitchFamily="18" charset="2"/>
              <a:buChar char=""/>
              <a:defRPr sz="825" baseline="0">
                <a:solidFill>
                  <a:schemeClr val="tx1"/>
                </a:solidFill>
              </a:defRPr>
            </a:lvl1pPr>
            <a:lvl2pPr marL="89154" indent="0">
              <a:spcBef>
                <a:spcPts val="225"/>
              </a:spcBef>
              <a:buNone/>
              <a:defRPr sz="900"/>
            </a:lvl2pPr>
          </a:lstStyle>
          <a:p>
            <a:pPr lvl="0"/>
            <a:r>
              <a:rPr lang="en-US"/>
              <a:t>Click to edit Master text styles</a:t>
            </a:r>
          </a:p>
        </p:txBody>
      </p:sp>
      <p:sp>
        <p:nvSpPr>
          <p:cNvPr id="13" name="Text Placeholder 19"/>
          <p:cNvSpPr>
            <a:spLocks noGrp="1"/>
          </p:cNvSpPr>
          <p:nvPr>
            <p:ph type="body" sz="quarter" idx="42"/>
          </p:nvPr>
        </p:nvSpPr>
        <p:spPr>
          <a:xfrm>
            <a:off x="569278" y="2982976"/>
            <a:ext cx="2194560" cy="521208"/>
          </a:xfrm>
          <a:prstGeom prst="flowChartAlternateProcess">
            <a:avLst/>
          </a:prstGeom>
          <a:solidFill>
            <a:srgbClr val="FFFFFF"/>
          </a:solidFill>
          <a:ln>
            <a:solidFill>
              <a:srgbClr val="C0C0C0"/>
            </a:solidFill>
          </a:ln>
        </p:spPr>
        <p:txBody>
          <a:bodyPr lIns="45720" tIns="45720" rIns="45720" bIns="45720" anchor="ctr" anchorCtr="0"/>
          <a:lstStyle>
            <a:lvl1pPr marL="89154" indent="-89154">
              <a:lnSpc>
                <a:spcPct val="95000"/>
              </a:lnSpc>
              <a:spcBef>
                <a:spcPts val="150"/>
              </a:spcBef>
              <a:buClr>
                <a:srgbClr val="B01C2E"/>
              </a:buClr>
              <a:buFont typeface="Wingdings 2" pitchFamily="18" charset="2"/>
              <a:buChar char=""/>
              <a:defRPr sz="825" baseline="0">
                <a:solidFill>
                  <a:schemeClr val="tx1"/>
                </a:solidFill>
              </a:defRPr>
            </a:lvl1pPr>
            <a:lvl2pPr marL="89154" indent="0">
              <a:spcBef>
                <a:spcPts val="225"/>
              </a:spcBef>
              <a:buNone/>
              <a:defRPr sz="900"/>
            </a:lvl2pPr>
          </a:lstStyle>
          <a:p>
            <a:pPr lvl="0"/>
            <a:r>
              <a:rPr lang="en-US"/>
              <a:t>Click to edit Master text styles</a:t>
            </a:r>
          </a:p>
        </p:txBody>
      </p:sp>
      <p:sp>
        <p:nvSpPr>
          <p:cNvPr id="14" name="Text Placeholder 19"/>
          <p:cNvSpPr>
            <a:spLocks noGrp="1"/>
          </p:cNvSpPr>
          <p:nvPr>
            <p:ph type="body" sz="quarter" idx="43"/>
          </p:nvPr>
        </p:nvSpPr>
        <p:spPr>
          <a:xfrm>
            <a:off x="569278" y="3608832"/>
            <a:ext cx="2194560" cy="521208"/>
          </a:xfrm>
          <a:prstGeom prst="flowChartAlternateProcess">
            <a:avLst/>
          </a:prstGeom>
          <a:solidFill>
            <a:srgbClr val="FFFFFF"/>
          </a:solidFill>
          <a:ln>
            <a:solidFill>
              <a:srgbClr val="C0C0C0"/>
            </a:solidFill>
          </a:ln>
        </p:spPr>
        <p:txBody>
          <a:bodyPr lIns="45720" tIns="45720" rIns="45720" bIns="45720" anchor="ctr" anchorCtr="0"/>
          <a:lstStyle>
            <a:lvl1pPr marL="89154" indent="-89154">
              <a:lnSpc>
                <a:spcPct val="95000"/>
              </a:lnSpc>
              <a:spcBef>
                <a:spcPts val="150"/>
              </a:spcBef>
              <a:buClr>
                <a:srgbClr val="B01C2E"/>
              </a:buClr>
              <a:buFont typeface="Wingdings 2" pitchFamily="18" charset="2"/>
              <a:buChar char=""/>
              <a:defRPr sz="825" baseline="0">
                <a:solidFill>
                  <a:schemeClr val="tx1"/>
                </a:solidFill>
              </a:defRPr>
            </a:lvl1pPr>
            <a:lvl2pPr marL="89154" indent="0">
              <a:spcBef>
                <a:spcPts val="225"/>
              </a:spcBef>
              <a:buNone/>
              <a:defRPr sz="900"/>
            </a:lvl2pPr>
          </a:lstStyle>
          <a:p>
            <a:pPr lvl="0"/>
            <a:r>
              <a:rPr lang="en-US"/>
              <a:t>Click to edit Master text styles</a:t>
            </a:r>
          </a:p>
        </p:txBody>
      </p:sp>
      <p:sp>
        <p:nvSpPr>
          <p:cNvPr id="15" name="Text Placeholder 19"/>
          <p:cNvSpPr>
            <a:spLocks noGrp="1"/>
          </p:cNvSpPr>
          <p:nvPr>
            <p:ph type="body" sz="quarter" idx="44"/>
          </p:nvPr>
        </p:nvSpPr>
        <p:spPr>
          <a:xfrm>
            <a:off x="569278" y="4234688"/>
            <a:ext cx="2194560" cy="521208"/>
          </a:xfrm>
          <a:prstGeom prst="flowChartAlternateProcess">
            <a:avLst/>
          </a:prstGeom>
          <a:solidFill>
            <a:srgbClr val="FFFFFF"/>
          </a:solidFill>
          <a:ln>
            <a:solidFill>
              <a:srgbClr val="C0C0C0"/>
            </a:solidFill>
          </a:ln>
        </p:spPr>
        <p:txBody>
          <a:bodyPr lIns="45720" tIns="45720" rIns="45720" bIns="45720" anchor="ctr" anchorCtr="0"/>
          <a:lstStyle>
            <a:lvl1pPr marL="89154" indent="-89154">
              <a:lnSpc>
                <a:spcPct val="95000"/>
              </a:lnSpc>
              <a:spcBef>
                <a:spcPts val="150"/>
              </a:spcBef>
              <a:buClr>
                <a:srgbClr val="B01C2E"/>
              </a:buClr>
              <a:buFont typeface="Wingdings 2" pitchFamily="18" charset="2"/>
              <a:buChar char=""/>
              <a:defRPr sz="825" baseline="0">
                <a:solidFill>
                  <a:schemeClr val="tx1"/>
                </a:solidFill>
              </a:defRPr>
            </a:lvl1pPr>
            <a:lvl2pPr marL="89154" indent="0">
              <a:spcBef>
                <a:spcPts val="225"/>
              </a:spcBef>
              <a:buNone/>
              <a:defRPr sz="900"/>
            </a:lvl2pPr>
          </a:lstStyle>
          <a:p>
            <a:pPr lvl="0"/>
            <a:r>
              <a:rPr lang="en-US"/>
              <a:t>Click to edit Master text styles</a:t>
            </a:r>
          </a:p>
        </p:txBody>
      </p:sp>
      <p:sp>
        <p:nvSpPr>
          <p:cNvPr id="16" name="Text Placeholder 19"/>
          <p:cNvSpPr>
            <a:spLocks noGrp="1"/>
          </p:cNvSpPr>
          <p:nvPr>
            <p:ph type="body" sz="quarter" idx="45"/>
          </p:nvPr>
        </p:nvSpPr>
        <p:spPr>
          <a:xfrm>
            <a:off x="569278" y="5486400"/>
            <a:ext cx="2194560" cy="521208"/>
          </a:xfrm>
          <a:prstGeom prst="flowChartAlternateProcess">
            <a:avLst/>
          </a:prstGeom>
          <a:solidFill>
            <a:srgbClr val="FFFFFF"/>
          </a:solidFill>
          <a:ln>
            <a:solidFill>
              <a:srgbClr val="C0C0C0"/>
            </a:solidFill>
          </a:ln>
        </p:spPr>
        <p:txBody>
          <a:bodyPr lIns="45720" tIns="45720" rIns="45720" bIns="45720" anchor="ctr" anchorCtr="0"/>
          <a:lstStyle>
            <a:lvl1pPr marL="89154" indent="-89154">
              <a:lnSpc>
                <a:spcPct val="95000"/>
              </a:lnSpc>
              <a:spcBef>
                <a:spcPts val="150"/>
              </a:spcBef>
              <a:buClr>
                <a:srgbClr val="B01C2E"/>
              </a:buClr>
              <a:buFont typeface="Wingdings 2" pitchFamily="18" charset="2"/>
              <a:buChar char=""/>
              <a:defRPr sz="825" baseline="0">
                <a:solidFill>
                  <a:schemeClr val="tx1"/>
                </a:solidFill>
              </a:defRPr>
            </a:lvl1pPr>
            <a:lvl2pPr marL="89154" indent="0">
              <a:spcBef>
                <a:spcPts val="225"/>
              </a:spcBef>
              <a:buNone/>
              <a:defRPr sz="900"/>
            </a:lvl2pPr>
          </a:lstStyle>
          <a:p>
            <a:pPr lvl="0"/>
            <a:r>
              <a:rPr lang="en-US"/>
              <a:t>Click to edit Master text styles</a:t>
            </a:r>
          </a:p>
        </p:txBody>
      </p:sp>
      <p:sp>
        <p:nvSpPr>
          <p:cNvPr id="17" name="Text Placeholder 19"/>
          <p:cNvSpPr>
            <a:spLocks noGrp="1"/>
          </p:cNvSpPr>
          <p:nvPr>
            <p:ph type="body" sz="quarter" idx="46"/>
          </p:nvPr>
        </p:nvSpPr>
        <p:spPr>
          <a:xfrm>
            <a:off x="569278" y="4860544"/>
            <a:ext cx="2194560" cy="521208"/>
          </a:xfrm>
          <a:prstGeom prst="flowChartAlternateProcess">
            <a:avLst/>
          </a:prstGeom>
          <a:solidFill>
            <a:srgbClr val="FFFFFF"/>
          </a:solidFill>
          <a:ln>
            <a:solidFill>
              <a:srgbClr val="C0C0C0"/>
            </a:solidFill>
          </a:ln>
        </p:spPr>
        <p:txBody>
          <a:bodyPr lIns="45720" tIns="45720" rIns="45720" bIns="45720" anchor="ctr" anchorCtr="0"/>
          <a:lstStyle>
            <a:lvl1pPr marL="89154" indent="-89154">
              <a:lnSpc>
                <a:spcPct val="95000"/>
              </a:lnSpc>
              <a:spcBef>
                <a:spcPts val="150"/>
              </a:spcBef>
              <a:buClr>
                <a:srgbClr val="B01C2E"/>
              </a:buClr>
              <a:buFont typeface="Wingdings 2" pitchFamily="18" charset="2"/>
              <a:buChar char=""/>
              <a:defRPr sz="825" baseline="0">
                <a:solidFill>
                  <a:schemeClr val="tx1"/>
                </a:solidFill>
              </a:defRPr>
            </a:lvl1pPr>
            <a:lvl2pPr marL="89154" indent="0">
              <a:spcBef>
                <a:spcPts val="225"/>
              </a:spcBef>
              <a:buNone/>
              <a:defRPr sz="900"/>
            </a:lvl2pPr>
          </a:lstStyle>
          <a:p>
            <a:pPr lvl="0"/>
            <a:r>
              <a:rPr lang="en-US"/>
              <a:t>Click to edit Master text styles</a:t>
            </a:r>
          </a:p>
        </p:txBody>
      </p:sp>
      <p:sp>
        <p:nvSpPr>
          <p:cNvPr id="18" name="Text Placeholder 19"/>
          <p:cNvSpPr>
            <a:spLocks noGrp="1"/>
          </p:cNvSpPr>
          <p:nvPr>
            <p:ph type="body" sz="quarter" idx="47"/>
          </p:nvPr>
        </p:nvSpPr>
        <p:spPr>
          <a:xfrm>
            <a:off x="3085175" y="1743456"/>
            <a:ext cx="2194560" cy="521208"/>
          </a:xfrm>
          <a:prstGeom prst="rect">
            <a:avLst/>
          </a:prstGeom>
          <a:solidFill>
            <a:srgbClr val="FFFFFF"/>
          </a:solidFill>
          <a:ln>
            <a:solidFill>
              <a:srgbClr val="C0C0C0"/>
            </a:solidFill>
          </a:ln>
        </p:spPr>
        <p:txBody>
          <a:bodyPr lIns="45720" tIns="45720" rIns="45720" bIns="45720" anchor="ctr" anchorCtr="0"/>
          <a:lstStyle>
            <a:lvl1pPr marL="89154" indent="-89154">
              <a:lnSpc>
                <a:spcPct val="95000"/>
              </a:lnSpc>
              <a:spcBef>
                <a:spcPts val="150"/>
              </a:spcBef>
              <a:buClr>
                <a:srgbClr val="B01C2E"/>
              </a:buClr>
              <a:buFont typeface="Wingdings 2" pitchFamily="18" charset="2"/>
              <a:buChar char=""/>
              <a:defRPr sz="825" baseline="0">
                <a:solidFill>
                  <a:schemeClr val="tx1"/>
                </a:solidFill>
              </a:defRPr>
            </a:lvl1pPr>
            <a:lvl2pPr marL="89154" indent="0">
              <a:spcBef>
                <a:spcPts val="225"/>
              </a:spcBef>
              <a:buNone/>
              <a:defRPr sz="900"/>
            </a:lvl2pPr>
          </a:lstStyle>
          <a:p>
            <a:pPr lvl="0"/>
            <a:r>
              <a:rPr lang="en-US"/>
              <a:t>Click to edit Master text styles</a:t>
            </a:r>
          </a:p>
        </p:txBody>
      </p:sp>
      <p:sp>
        <p:nvSpPr>
          <p:cNvPr id="19" name="Text Placeholder 19"/>
          <p:cNvSpPr>
            <a:spLocks noGrp="1"/>
          </p:cNvSpPr>
          <p:nvPr>
            <p:ph type="body" sz="quarter" idx="48"/>
          </p:nvPr>
        </p:nvSpPr>
        <p:spPr>
          <a:xfrm>
            <a:off x="3085175" y="2369312"/>
            <a:ext cx="2194560" cy="521208"/>
          </a:xfrm>
          <a:prstGeom prst="rect">
            <a:avLst/>
          </a:prstGeom>
          <a:solidFill>
            <a:srgbClr val="FFFFFF"/>
          </a:solidFill>
          <a:ln>
            <a:solidFill>
              <a:srgbClr val="C0C0C0"/>
            </a:solidFill>
          </a:ln>
        </p:spPr>
        <p:txBody>
          <a:bodyPr lIns="45720" tIns="45720" rIns="45720" bIns="45720" anchor="ctr" anchorCtr="0"/>
          <a:lstStyle>
            <a:lvl1pPr marL="89154" indent="-89154">
              <a:lnSpc>
                <a:spcPct val="95000"/>
              </a:lnSpc>
              <a:spcBef>
                <a:spcPts val="150"/>
              </a:spcBef>
              <a:buClr>
                <a:srgbClr val="B01C2E"/>
              </a:buClr>
              <a:buFont typeface="Wingdings 2" pitchFamily="18" charset="2"/>
              <a:buChar char=""/>
              <a:defRPr sz="825" baseline="0">
                <a:solidFill>
                  <a:schemeClr val="tx1"/>
                </a:solidFill>
              </a:defRPr>
            </a:lvl1pPr>
            <a:lvl2pPr marL="89154" indent="0">
              <a:spcBef>
                <a:spcPts val="225"/>
              </a:spcBef>
              <a:buNone/>
              <a:defRPr sz="900"/>
            </a:lvl2pPr>
          </a:lstStyle>
          <a:p>
            <a:pPr lvl="0"/>
            <a:r>
              <a:rPr lang="en-US"/>
              <a:t>Click to edit Master text styles</a:t>
            </a:r>
          </a:p>
        </p:txBody>
      </p:sp>
      <p:sp>
        <p:nvSpPr>
          <p:cNvPr id="20" name="Text Placeholder 19"/>
          <p:cNvSpPr>
            <a:spLocks noGrp="1"/>
          </p:cNvSpPr>
          <p:nvPr>
            <p:ph type="body" sz="quarter" idx="49"/>
          </p:nvPr>
        </p:nvSpPr>
        <p:spPr>
          <a:xfrm>
            <a:off x="3085175" y="2995168"/>
            <a:ext cx="2194560" cy="521208"/>
          </a:xfrm>
          <a:prstGeom prst="rect">
            <a:avLst/>
          </a:prstGeom>
          <a:solidFill>
            <a:srgbClr val="FFFFFF"/>
          </a:solidFill>
          <a:ln>
            <a:solidFill>
              <a:srgbClr val="C0C0C0"/>
            </a:solidFill>
          </a:ln>
        </p:spPr>
        <p:txBody>
          <a:bodyPr lIns="45720" tIns="45720" rIns="45720" bIns="45720" anchor="ctr" anchorCtr="0"/>
          <a:lstStyle>
            <a:lvl1pPr marL="89154" indent="-89154">
              <a:lnSpc>
                <a:spcPct val="95000"/>
              </a:lnSpc>
              <a:spcBef>
                <a:spcPts val="150"/>
              </a:spcBef>
              <a:buClr>
                <a:srgbClr val="B01C2E"/>
              </a:buClr>
              <a:buFont typeface="Wingdings 2" pitchFamily="18" charset="2"/>
              <a:buChar char=""/>
              <a:defRPr sz="825" baseline="0">
                <a:solidFill>
                  <a:schemeClr val="tx1"/>
                </a:solidFill>
              </a:defRPr>
            </a:lvl1pPr>
            <a:lvl2pPr marL="89154" indent="0">
              <a:spcBef>
                <a:spcPts val="225"/>
              </a:spcBef>
              <a:buNone/>
              <a:defRPr sz="900"/>
            </a:lvl2pPr>
          </a:lstStyle>
          <a:p>
            <a:pPr lvl="0"/>
            <a:r>
              <a:rPr lang="en-US"/>
              <a:t>Click to edit Master text styles</a:t>
            </a:r>
          </a:p>
        </p:txBody>
      </p:sp>
      <p:sp>
        <p:nvSpPr>
          <p:cNvPr id="21" name="Text Placeholder 19"/>
          <p:cNvSpPr>
            <a:spLocks noGrp="1"/>
          </p:cNvSpPr>
          <p:nvPr>
            <p:ph type="body" sz="quarter" idx="50"/>
          </p:nvPr>
        </p:nvSpPr>
        <p:spPr>
          <a:xfrm>
            <a:off x="3085175" y="3621024"/>
            <a:ext cx="2194560" cy="521208"/>
          </a:xfrm>
          <a:prstGeom prst="rect">
            <a:avLst/>
          </a:prstGeom>
          <a:solidFill>
            <a:srgbClr val="FFFFFF"/>
          </a:solidFill>
          <a:ln>
            <a:solidFill>
              <a:srgbClr val="C0C0C0"/>
            </a:solidFill>
          </a:ln>
        </p:spPr>
        <p:txBody>
          <a:bodyPr lIns="45720" tIns="45720" rIns="45720" bIns="45720" anchor="ctr" anchorCtr="0"/>
          <a:lstStyle>
            <a:lvl1pPr marL="89154" indent="-89154">
              <a:lnSpc>
                <a:spcPct val="95000"/>
              </a:lnSpc>
              <a:spcBef>
                <a:spcPts val="150"/>
              </a:spcBef>
              <a:buClr>
                <a:srgbClr val="B01C2E"/>
              </a:buClr>
              <a:buFont typeface="Wingdings 2" pitchFamily="18" charset="2"/>
              <a:buChar char=""/>
              <a:defRPr sz="825" baseline="0">
                <a:solidFill>
                  <a:schemeClr val="tx1"/>
                </a:solidFill>
              </a:defRPr>
            </a:lvl1pPr>
            <a:lvl2pPr marL="89154" indent="0">
              <a:spcBef>
                <a:spcPts val="225"/>
              </a:spcBef>
              <a:buNone/>
              <a:defRPr sz="900"/>
            </a:lvl2pPr>
          </a:lstStyle>
          <a:p>
            <a:pPr lvl="0"/>
            <a:r>
              <a:rPr lang="en-US"/>
              <a:t>Click to edit Master text styles</a:t>
            </a:r>
          </a:p>
        </p:txBody>
      </p:sp>
      <p:sp>
        <p:nvSpPr>
          <p:cNvPr id="22" name="Text Placeholder 19"/>
          <p:cNvSpPr>
            <a:spLocks noGrp="1"/>
          </p:cNvSpPr>
          <p:nvPr>
            <p:ph type="body" sz="quarter" idx="51"/>
          </p:nvPr>
        </p:nvSpPr>
        <p:spPr>
          <a:xfrm>
            <a:off x="3085175" y="4246880"/>
            <a:ext cx="2194560" cy="521208"/>
          </a:xfrm>
          <a:prstGeom prst="rect">
            <a:avLst/>
          </a:prstGeom>
          <a:solidFill>
            <a:srgbClr val="FFFFFF"/>
          </a:solidFill>
          <a:ln>
            <a:solidFill>
              <a:srgbClr val="C0C0C0"/>
            </a:solidFill>
          </a:ln>
        </p:spPr>
        <p:txBody>
          <a:bodyPr lIns="45720" tIns="45720" rIns="45720" bIns="45720" anchor="ctr" anchorCtr="0"/>
          <a:lstStyle>
            <a:lvl1pPr marL="89154" indent="-89154">
              <a:lnSpc>
                <a:spcPct val="95000"/>
              </a:lnSpc>
              <a:spcBef>
                <a:spcPts val="150"/>
              </a:spcBef>
              <a:buClr>
                <a:srgbClr val="B01C2E"/>
              </a:buClr>
              <a:buFont typeface="Wingdings 2" pitchFamily="18" charset="2"/>
              <a:buChar char=""/>
              <a:defRPr sz="825" baseline="0">
                <a:solidFill>
                  <a:schemeClr val="tx1"/>
                </a:solidFill>
              </a:defRPr>
            </a:lvl1pPr>
            <a:lvl2pPr marL="89154" indent="0">
              <a:spcBef>
                <a:spcPts val="225"/>
              </a:spcBef>
              <a:buNone/>
              <a:defRPr sz="900"/>
            </a:lvl2pPr>
          </a:lstStyle>
          <a:p>
            <a:pPr lvl="0"/>
            <a:r>
              <a:rPr lang="en-US"/>
              <a:t>Click to edit Master text styles</a:t>
            </a:r>
          </a:p>
        </p:txBody>
      </p:sp>
      <p:sp>
        <p:nvSpPr>
          <p:cNvPr id="23" name="Text Placeholder 19"/>
          <p:cNvSpPr>
            <a:spLocks noGrp="1"/>
          </p:cNvSpPr>
          <p:nvPr>
            <p:ph type="body" sz="quarter" idx="52"/>
          </p:nvPr>
        </p:nvSpPr>
        <p:spPr>
          <a:xfrm>
            <a:off x="3085175" y="5498592"/>
            <a:ext cx="2194560" cy="521208"/>
          </a:xfrm>
          <a:prstGeom prst="rect">
            <a:avLst/>
          </a:prstGeom>
          <a:solidFill>
            <a:srgbClr val="FFFFFF"/>
          </a:solidFill>
          <a:ln>
            <a:solidFill>
              <a:srgbClr val="C0C0C0"/>
            </a:solidFill>
          </a:ln>
        </p:spPr>
        <p:txBody>
          <a:bodyPr lIns="45720" tIns="45720" rIns="45720" bIns="45720" anchor="ctr" anchorCtr="0"/>
          <a:lstStyle>
            <a:lvl1pPr marL="89154" indent="-89154">
              <a:lnSpc>
                <a:spcPct val="95000"/>
              </a:lnSpc>
              <a:spcBef>
                <a:spcPts val="150"/>
              </a:spcBef>
              <a:buClr>
                <a:srgbClr val="B01C2E"/>
              </a:buClr>
              <a:buFont typeface="Wingdings 2" pitchFamily="18" charset="2"/>
              <a:buChar char=""/>
              <a:defRPr sz="825" baseline="0">
                <a:solidFill>
                  <a:schemeClr val="tx1"/>
                </a:solidFill>
              </a:defRPr>
            </a:lvl1pPr>
            <a:lvl2pPr marL="89154" indent="0">
              <a:spcBef>
                <a:spcPts val="225"/>
              </a:spcBef>
              <a:buNone/>
              <a:defRPr sz="900"/>
            </a:lvl2pPr>
          </a:lstStyle>
          <a:p>
            <a:pPr lvl="0"/>
            <a:r>
              <a:rPr lang="en-US"/>
              <a:t>Click to edit Master text styles</a:t>
            </a:r>
          </a:p>
        </p:txBody>
      </p:sp>
      <p:sp>
        <p:nvSpPr>
          <p:cNvPr id="24" name="Text Placeholder 19"/>
          <p:cNvSpPr>
            <a:spLocks noGrp="1"/>
          </p:cNvSpPr>
          <p:nvPr>
            <p:ph type="body" sz="quarter" idx="53"/>
          </p:nvPr>
        </p:nvSpPr>
        <p:spPr>
          <a:xfrm>
            <a:off x="3085175" y="4872736"/>
            <a:ext cx="2194560" cy="521208"/>
          </a:xfrm>
          <a:prstGeom prst="rect">
            <a:avLst/>
          </a:prstGeom>
          <a:solidFill>
            <a:srgbClr val="FFFFFF"/>
          </a:solidFill>
          <a:ln>
            <a:solidFill>
              <a:srgbClr val="C0C0C0"/>
            </a:solidFill>
          </a:ln>
        </p:spPr>
        <p:txBody>
          <a:bodyPr lIns="45720" tIns="45720" rIns="45720" bIns="45720" anchor="ctr" anchorCtr="0"/>
          <a:lstStyle>
            <a:lvl1pPr marL="89154" indent="-89154">
              <a:lnSpc>
                <a:spcPct val="95000"/>
              </a:lnSpc>
              <a:spcBef>
                <a:spcPts val="150"/>
              </a:spcBef>
              <a:buClr>
                <a:srgbClr val="B01C2E"/>
              </a:buClr>
              <a:buFont typeface="Wingdings 2" pitchFamily="18" charset="2"/>
              <a:buChar char=""/>
              <a:defRPr sz="825" baseline="0">
                <a:solidFill>
                  <a:schemeClr val="tx1"/>
                </a:solidFill>
              </a:defRPr>
            </a:lvl1pPr>
            <a:lvl2pPr marL="89154" indent="0">
              <a:spcBef>
                <a:spcPts val="225"/>
              </a:spcBef>
              <a:buNone/>
              <a:defRPr sz="900"/>
            </a:lvl2pPr>
          </a:lstStyle>
          <a:p>
            <a:pPr lvl="0"/>
            <a:r>
              <a:rPr lang="en-US"/>
              <a:t>Click to edit Master text styles</a:t>
            </a:r>
          </a:p>
        </p:txBody>
      </p:sp>
      <p:sp>
        <p:nvSpPr>
          <p:cNvPr id="25" name="Text Placeholder 19"/>
          <p:cNvSpPr>
            <a:spLocks noGrp="1"/>
          </p:cNvSpPr>
          <p:nvPr>
            <p:ph type="body" sz="quarter" idx="54"/>
          </p:nvPr>
        </p:nvSpPr>
        <p:spPr>
          <a:xfrm>
            <a:off x="6300383" y="1743456"/>
            <a:ext cx="2377440" cy="521208"/>
          </a:xfrm>
          <a:prstGeom prst="rect">
            <a:avLst/>
          </a:prstGeom>
          <a:solidFill>
            <a:srgbClr val="FFFFFF"/>
          </a:solidFill>
          <a:ln>
            <a:solidFill>
              <a:srgbClr val="C0C0C0"/>
            </a:solidFill>
          </a:ln>
        </p:spPr>
        <p:txBody>
          <a:bodyPr lIns="45720" tIns="45720" rIns="45720" bIns="45720" anchor="ctr" anchorCtr="0"/>
          <a:lstStyle>
            <a:lvl1pPr marL="89154" indent="-89154">
              <a:lnSpc>
                <a:spcPct val="95000"/>
              </a:lnSpc>
              <a:spcBef>
                <a:spcPts val="150"/>
              </a:spcBef>
              <a:buClr>
                <a:srgbClr val="B01C2E"/>
              </a:buClr>
              <a:buFont typeface="Wingdings 2" pitchFamily="18" charset="2"/>
              <a:buChar char=""/>
              <a:defRPr sz="825" baseline="0">
                <a:solidFill>
                  <a:schemeClr val="tx1"/>
                </a:solidFill>
              </a:defRPr>
            </a:lvl1pPr>
            <a:lvl2pPr marL="89154" indent="0">
              <a:spcBef>
                <a:spcPts val="225"/>
              </a:spcBef>
              <a:buNone/>
              <a:defRPr sz="900"/>
            </a:lvl2pPr>
          </a:lstStyle>
          <a:p>
            <a:pPr lvl="0"/>
            <a:r>
              <a:rPr lang="en-US"/>
              <a:t>Click to edit Master text styles</a:t>
            </a:r>
          </a:p>
        </p:txBody>
      </p:sp>
      <p:sp>
        <p:nvSpPr>
          <p:cNvPr id="26" name="Text Placeholder 19"/>
          <p:cNvSpPr>
            <a:spLocks noGrp="1"/>
          </p:cNvSpPr>
          <p:nvPr>
            <p:ph type="body" sz="quarter" idx="55"/>
          </p:nvPr>
        </p:nvSpPr>
        <p:spPr>
          <a:xfrm>
            <a:off x="6300383" y="2369312"/>
            <a:ext cx="2377440" cy="521208"/>
          </a:xfrm>
          <a:prstGeom prst="rect">
            <a:avLst/>
          </a:prstGeom>
          <a:solidFill>
            <a:srgbClr val="FFFFFF"/>
          </a:solidFill>
          <a:ln>
            <a:solidFill>
              <a:srgbClr val="C0C0C0"/>
            </a:solidFill>
          </a:ln>
        </p:spPr>
        <p:txBody>
          <a:bodyPr lIns="45720" tIns="45720" rIns="45720" bIns="45720" anchor="ctr" anchorCtr="0"/>
          <a:lstStyle>
            <a:lvl1pPr marL="89154" indent="-89154">
              <a:lnSpc>
                <a:spcPct val="95000"/>
              </a:lnSpc>
              <a:spcBef>
                <a:spcPts val="150"/>
              </a:spcBef>
              <a:buClr>
                <a:srgbClr val="B01C2E"/>
              </a:buClr>
              <a:buFont typeface="Wingdings 2" pitchFamily="18" charset="2"/>
              <a:buChar char=""/>
              <a:defRPr sz="825" baseline="0">
                <a:solidFill>
                  <a:schemeClr val="tx1"/>
                </a:solidFill>
              </a:defRPr>
            </a:lvl1pPr>
            <a:lvl2pPr marL="89154" indent="0">
              <a:spcBef>
                <a:spcPts val="225"/>
              </a:spcBef>
              <a:buNone/>
              <a:defRPr sz="900"/>
            </a:lvl2pPr>
          </a:lstStyle>
          <a:p>
            <a:pPr lvl="0"/>
            <a:r>
              <a:rPr lang="en-US"/>
              <a:t>Click to edit Master text styles</a:t>
            </a:r>
          </a:p>
        </p:txBody>
      </p:sp>
      <p:sp>
        <p:nvSpPr>
          <p:cNvPr id="27" name="Text Placeholder 19"/>
          <p:cNvSpPr>
            <a:spLocks noGrp="1"/>
          </p:cNvSpPr>
          <p:nvPr>
            <p:ph type="body" sz="quarter" idx="56"/>
          </p:nvPr>
        </p:nvSpPr>
        <p:spPr>
          <a:xfrm>
            <a:off x="6300383" y="2995168"/>
            <a:ext cx="2377440" cy="521208"/>
          </a:xfrm>
          <a:prstGeom prst="rect">
            <a:avLst/>
          </a:prstGeom>
          <a:solidFill>
            <a:srgbClr val="FFFFFF"/>
          </a:solidFill>
          <a:ln>
            <a:solidFill>
              <a:srgbClr val="C0C0C0"/>
            </a:solidFill>
          </a:ln>
        </p:spPr>
        <p:txBody>
          <a:bodyPr lIns="45720" tIns="45720" rIns="45720" bIns="45720" anchor="ctr" anchorCtr="0"/>
          <a:lstStyle>
            <a:lvl1pPr marL="89154" indent="-89154">
              <a:lnSpc>
                <a:spcPct val="95000"/>
              </a:lnSpc>
              <a:spcBef>
                <a:spcPts val="150"/>
              </a:spcBef>
              <a:buClr>
                <a:srgbClr val="B01C2E"/>
              </a:buClr>
              <a:buFont typeface="Wingdings 2" pitchFamily="18" charset="2"/>
              <a:buChar char=""/>
              <a:defRPr sz="825" baseline="0">
                <a:solidFill>
                  <a:schemeClr val="tx1"/>
                </a:solidFill>
              </a:defRPr>
            </a:lvl1pPr>
            <a:lvl2pPr marL="89154" indent="0">
              <a:spcBef>
                <a:spcPts val="225"/>
              </a:spcBef>
              <a:buNone/>
              <a:defRPr sz="900"/>
            </a:lvl2pPr>
          </a:lstStyle>
          <a:p>
            <a:pPr lvl="0"/>
            <a:r>
              <a:rPr lang="en-US"/>
              <a:t>Click to edit Master text styles</a:t>
            </a:r>
          </a:p>
        </p:txBody>
      </p:sp>
      <p:sp>
        <p:nvSpPr>
          <p:cNvPr id="28" name="Text Placeholder 19"/>
          <p:cNvSpPr>
            <a:spLocks noGrp="1"/>
          </p:cNvSpPr>
          <p:nvPr>
            <p:ph type="body" sz="quarter" idx="57"/>
          </p:nvPr>
        </p:nvSpPr>
        <p:spPr>
          <a:xfrm>
            <a:off x="6300383" y="3621024"/>
            <a:ext cx="2377440" cy="521208"/>
          </a:xfrm>
          <a:prstGeom prst="rect">
            <a:avLst/>
          </a:prstGeom>
          <a:solidFill>
            <a:srgbClr val="FFFFFF"/>
          </a:solidFill>
          <a:ln>
            <a:solidFill>
              <a:srgbClr val="C0C0C0"/>
            </a:solidFill>
          </a:ln>
        </p:spPr>
        <p:txBody>
          <a:bodyPr lIns="45720" tIns="45720" rIns="45720" bIns="45720" anchor="ctr" anchorCtr="0"/>
          <a:lstStyle>
            <a:lvl1pPr marL="89154" indent="-89154">
              <a:lnSpc>
                <a:spcPct val="95000"/>
              </a:lnSpc>
              <a:spcBef>
                <a:spcPts val="150"/>
              </a:spcBef>
              <a:buClr>
                <a:srgbClr val="B01C2E"/>
              </a:buClr>
              <a:buFont typeface="Wingdings 2" pitchFamily="18" charset="2"/>
              <a:buChar char=""/>
              <a:defRPr sz="825" baseline="0">
                <a:solidFill>
                  <a:schemeClr val="tx1"/>
                </a:solidFill>
              </a:defRPr>
            </a:lvl1pPr>
            <a:lvl2pPr marL="89154" indent="0">
              <a:spcBef>
                <a:spcPts val="225"/>
              </a:spcBef>
              <a:buNone/>
              <a:defRPr sz="900"/>
            </a:lvl2pPr>
          </a:lstStyle>
          <a:p>
            <a:pPr lvl="0"/>
            <a:r>
              <a:rPr lang="en-US"/>
              <a:t>Click to edit Master text styles</a:t>
            </a:r>
          </a:p>
        </p:txBody>
      </p:sp>
      <p:sp>
        <p:nvSpPr>
          <p:cNvPr id="29" name="Text Placeholder 19"/>
          <p:cNvSpPr>
            <a:spLocks noGrp="1"/>
          </p:cNvSpPr>
          <p:nvPr>
            <p:ph type="body" sz="quarter" idx="58"/>
          </p:nvPr>
        </p:nvSpPr>
        <p:spPr>
          <a:xfrm>
            <a:off x="6300383" y="4246880"/>
            <a:ext cx="2377440" cy="521208"/>
          </a:xfrm>
          <a:prstGeom prst="rect">
            <a:avLst/>
          </a:prstGeom>
          <a:solidFill>
            <a:srgbClr val="FFFFFF"/>
          </a:solidFill>
          <a:ln>
            <a:solidFill>
              <a:srgbClr val="C0C0C0"/>
            </a:solidFill>
          </a:ln>
        </p:spPr>
        <p:txBody>
          <a:bodyPr lIns="45720" tIns="45720" rIns="45720" bIns="45720" anchor="ctr" anchorCtr="0"/>
          <a:lstStyle>
            <a:lvl1pPr marL="89154" indent="-89154">
              <a:lnSpc>
                <a:spcPct val="95000"/>
              </a:lnSpc>
              <a:spcBef>
                <a:spcPts val="150"/>
              </a:spcBef>
              <a:buClr>
                <a:srgbClr val="B01C2E"/>
              </a:buClr>
              <a:buFont typeface="Wingdings 2" pitchFamily="18" charset="2"/>
              <a:buChar char=""/>
              <a:defRPr sz="825" baseline="0">
                <a:solidFill>
                  <a:schemeClr val="tx1"/>
                </a:solidFill>
              </a:defRPr>
            </a:lvl1pPr>
            <a:lvl2pPr marL="89154" indent="0">
              <a:spcBef>
                <a:spcPts val="225"/>
              </a:spcBef>
              <a:buNone/>
              <a:defRPr sz="900"/>
            </a:lvl2pPr>
          </a:lstStyle>
          <a:p>
            <a:pPr lvl="0"/>
            <a:r>
              <a:rPr lang="en-US"/>
              <a:t>Click to edit Master text styles</a:t>
            </a:r>
          </a:p>
        </p:txBody>
      </p:sp>
      <p:sp>
        <p:nvSpPr>
          <p:cNvPr id="30" name="Text Placeholder 19"/>
          <p:cNvSpPr>
            <a:spLocks noGrp="1"/>
          </p:cNvSpPr>
          <p:nvPr>
            <p:ph type="body" sz="quarter" idx="59"/>
          </p:nvPr>
        </p:nvSpPr>
        <p:spPr>
          <a:xfrm>
            <a:off x="6300383" y="5498592"/>
            <a:ext cx="2377440" cy="521208"/>
          </a:xfrm>
          <a:prstGeom prst="rect">
            <a:avLst/>
          </a:prstGeom>
          <a:solidFill>
            <a:srgbClr val="FFFFFF"/>
          </a:solidFill>
          <a:ln>
            <a:solidFill>
              <a:srgbClr val="C0C0C0"/>
            </a:solidFill>
          </a:ln>
        </p:spPr>
        <p:txBody>
          <a:bodyPr lIns="45720" tIns="45720" rIns="45720" bIns="45720" anchor="ctr" anchorCtr="0"/>
          <a:lstStyle>
            <a:lvl1pPr marL="89154" indent="-89154">
              <a:lnSpc>
                <a:spcPct val="95000"/>
              </a:lnSpc>
              <a:spcBef>
                <a:spcPts val="150"/>
              </a:spcBef>
              <a:buClr>
                <a:srgbClr val="B01C2E"/>
              </a:buClr>
              <a:buFont typeface="Wingdings 2" pitchFamily="18" charset="2"/>
              <a:buChar char=""/>
              <a:defRPr sz="825" baseline="0">
                <a:solidFill>
                  <a:schemeClr val="tx1"/>
                </a:solidFill>
              </a:defRPr>
            </a:lvl1pPr>
            <a:lvl2pPr marL="89154" indent="0">
              <a:spcBef>
                <a:spcPts val="225"/>
              </a:spcBef>
              <a:buNone/>
              <a:defRPr sz="900"/>
            </a:lvl2pPr>
          </a:lstStyle>
          <a:p>
            <a:pPr lvl="0"/>
            <a:r>
              <a:rPr lang="en-US"/>
              <a:t>Click to edit Master text styles</a:t>
            </a:r>
          </a:p>
        </p:txBody>
      </p:sp>
      <p:sp>
        <p:nvSpPr>
          <p:cNvPr id="31" name="Text Placeholder 19"/>
          <p:cNvSpPr>
            <a:spLocks noGrp="1"/>
          </p:cNvSpPr>
          <p:nvPr>
            <p:ph type="body" sz="quarter" idx="60"/>
          </p:nvPr>
        </p:nvSpPr>
        <p:spPr>
          <a:xfrm>
            <a:off x="6300383" y="4872736"/>
            <a:ext cx="2377440" cy="521208"/>
          </a:xfrm>
          <a:prstGeom prst="rect">
            <a:avLst/>
          </a:prstGeom>
          <a:solidFill>
            <a:srgbClr val="FFFFFF"/>
          </a:solidFill>
          <a:ln>
            <a:solidFill>
              <a:srgbClr val="C0C0C0"/>
            </a:solidFill>
          </a:ln>
        </p:spPr>
        <p:txBody>
          <a:bodyPr lIns="45720" tIns="45720" rIns="45720" bIns="45720" anchor="ctr" anchorCtr="0"/>
          <a:lstStyle>
            <a:lvl1pPr marL="89154" indent="-89154">
              <a:lnSpc>
                <a:spcPct val="95000"/>
              </a:lnSpc>
              <a:spcBef>
                <a:spcPts val="150"/>
              </a:spcBef>
              <a:buClr>
                <a:srgbClr val="B01C2E"/>
              </a:buClr>
              <a:buFont typeface="Wingdings 2" pitchFamily="18" charset="2"/>
              <a:buChar char=""/>
              <a:defRPr sz="825" baseline="0">
                <a:solidFill>
                  <a:schemeClr val="tx1"/>
                </a:solidFill>
              </a:defRPr>
            </a:lvl1pPr>
            <a:lvl2pPr marL="89154" indent="0">
              <a:spcBef>
                <a:spcPts val="225"/>
              </a:spcBef>
              <a:buNone/>
              <a:defRPr sz="900"/>
            </a:lvl2pPr>
          </a:lstStyle>
          <a:p>
            <a:pPr lvl="0"/>
            <a:r>
              <a:rPr lang="en-US"/>
              <a:t>Click to edit Master text styles</a:t>
            </a:r>
          </a:p>
        </p:txBody>
      </p:sp>
      <p:sp>
        <p:nvSpPr>
          <p:cNvPr id="32" name="Rectangle 2"/>
          <p:cNvSpPr>
            <a:spLocks noGrp="1" noChangeArrowheads="1"/>
          </p:cNvSpPr>
          <p:nvPr>
            <p:ph type="title"/>
          </p:nvPr>
        </p:nvSpPr>
        <p:spPr bwMode="gray">
          <a:xfrm>
            <a:off x="452441" y="2"/>
            <a:ext cx="8239125" cy="898525"/>
          </a:xfrm>
          <a:prstGeom prst="rect">
            <a:avLst/>
          </a:prstGeom>
          <a:noFill/>
          <a:ln w="9525">
            <a:noFill/>
            <a:miter lim="800000"/>
            <a:headEnd/>
            <a:tailEnd/>
          </a:ln>
        </p:spPr>
        <p:txBody>
          <a:bodyPr vert="horz" wrap="square" lIns="0" tIns="0" rIns="0" bIns="0" numCol="1" anchor="b" anchorCtr="0" compatLnSpc="1">
            <a:prstTxWarp prst="textNoShape">
              <a:avLst/>
            </a:prstTxWarp>
          </a:bodyPr>
          <a:lstStyle>
            <a:lvl1pPr algn="l">
              <a:defRPr sz="1650"/>
            </a:lvl1pPr>
          </a:lstStyle>
          <a:p>
            <a:pPr lvl="0"/>
            <a:r>
              <a:rPr lang="en-US"/>
              <a:t>Click to edit Master title style</a:t>
            </a:r>
            <a:endParaRPr lang="en-US" dirty="0"/>
          </a:p>
        </p:txBody>
      </p:sp>
      <p:sp>
        <p:nvSpPr>
          <p:cNvPr id="34" name="Slide Number Placeholder 9"/>
          <p:cNvSpPr>
            <a:spLocks noGrp="1"/>
          </p:cNvSpPr>
          <p:nvPr>
            <p:ph type="sldNum" sz="quarter" idx="61"/>
          </p:nvPr>
        </p:nvSpPr>
        <p:spPr/>
        <p:txBody>
          <a:bodyPr/>
          <a:lstStyle>
            <a:lvl1pPr>
              <a:defRPr/>
            </a:lvl1pPr>
          </a:lstStyle>
          <a:p>
            <a:fld id="{250D9D91-D592-1043-AF8D-0FC015913F1E}" type="slidenum">
              <a:rPr lang="en-US" altLang="en-US"/>
              <a:pPr/>
              <a:t>‹#›</a:t>
            </a:fld>
            <a:endParaRPr lang="en-US" altLang="en-US"/>
          </a:p>
        </p:txBody>
      </p:sp>
      <p:sp>
        <p:nvSpPr>
          <p:cNvPr id="35" name="Footer Placeholder 33"/>
          <p:cNvSpPr>
            <a:spLocks noGrp="1"/>
          </p:cNvSpPr>
          <p:nvPr>
            <p:ph type="ftr" sz="quarter" idx="62"/>
          </p:nvPr>
        </p:nvSpPr>
        <p:spPr/>
        <p:txBody>
          <a:bodyPr/>
          <a:lstStyle>
            <a:lvl1pPr>
              <a:defRPr smtClean="0"/>
            </a:lvl1pPr>
          </a:lstStyle>
          <a:p>
            <a:pPr>
              <a:defRPr/>
            </a:pPr>
            <a:r>
              <a:rPr lang="en-US"/>
              <a:t>Ethical Debates, Econ Theories, Real-World Impacts</a:t>
            </a:r>
          </a:p>
        </p:txBody>
      </p:sp>
    </p:spTree>
  </p:cSld>
  <p:clrMapOvr>
    <a:masterClrMapping/>
  </p:clrMapOvr>
</p:sldLayout>
</file>

<file path=ppt/slideLayouts/slideLayout35.xml><?xml version="1.0" encoding="utf-8"?>
<p:sldLayout xmlns:a="http://schemas.openxmlformats.org/drawingml/2006/main" xmlns:r="http://schemas.openxmlformats.org/officeDocument/2006/relationships" xmlns:p="http://schemas.openxmlformats.org/presentationml/2006/main" preserve="1" userDrawn="1">
  <p:cSld name="Text Blocks - Elements Leading To">
    <p:spTree>
      <p:nvGrpSpPr>
        <p:cNvPr id="1" name=""/>
        <p:cNvGrpSpPr/>
        <p:nvPr/>
      </p:nvGrpSpPr>
      <p:grpSpPr>
        <a:xfrm>
          <a:off x="0" y="0"/>
          <a:ext cx="0" cy="0"/>
          <a:chOff x="0" y="0"/>
          <a:chExt cx="0" cy="0"/>
        </a:xfrm>
      </p:grpSpPr>
      <p:sp>
        <p:nvSpPr>
          <p:cNvPr id="15" name="Pentagon 14"/>
          <p:cNvSpPr/>
          <p:nvPr userDrawn="1"/>
        </p:nvSpPr>
        <p:spPr bwMode="auto">
          <a:xfrm>
            <a:off x="5349876" y="1497015"/>
            <a:ext cx="679450" cy="4352925"/>
          </a:xfrm>
          <a:prstGeom prst="homePlate">
            <a:avLst>
              <a:gd name="adj" fmla="val 98835"/>
            </a:avLst>
          </a:prstGeom>
          <a:gradFill flip="none" rotWithShape="1">
            <a:gsLst>
              <a:gs pos="100000">
                <a:schemeClr val="bg1">
                  <a:lumMod val="65000"/>
                </a:schemeClr>
              </a:gs>
              <a:gs pos="0">
                <a:schemeClr val="bg1">
                  <a:lumMod val="85000"/>
                </a:schemeClr>
              </a:gs>
            </a:gsLst>
            <a:lin ang="0" scaled="1"/>
            <a:tileRect/>
          </a:gradFill>
          <a:ln w="9525" cap="flat" cmpd="sng" algn="ctr">
            <a:noFill/>
            <a:prstDash val="solid"/>
            <a:round/>
            <a:headEnd type="none" w="med" len="med"/>
            <a:tailEnd type="none" w="med" len="med"/>
          </a:ln>
          <a:effectLst/>
        </p:spPr>
        <p:txBody>
          <a:bodyPr/>
          <a:lstStyle/>
          <a:p>
            <a:pPr eaLnBrk="0" hangingPunct="0">
              <a:defRPr/>
            </a:pPr>
            <a:endParaRPr lang="en-US" sz="1350">
              <a:latin typeface="Arial" charset="0"/>
              <a:ea typeface="+mn-ea"/>
            </a:endParaRPr>
          </a:p>
        </p:txBody>
      </p:sp>
      <p:sp>
        <p:nvSpPr>
          <p:cNvPr id="7" name="Text Placeholder 8"/>
          <p:cNvSpPr>
            <a:spLocks noGrp="1"/>
          </p:cNvSpPr>
          <p:nvPr>
            <p:ph type="body" sz="quarter" idx="21"/>
          </p:nvPr>
        </p:nvSpPr>
        <p:spPr>
          <a:xfrm rot="5400000">
            <a:off x="7082028" y="330708"/>
            <a:ext cx="640080" cy="2569464"/>
          </a:xfrm>
          <a:prstGeom prst="homePlate">
            <a:avLst>
              <a:gd name="adj" fmla="val 32482"/>
            </a:avLst>
          </a:prstGeom>
          <a:solidFill>
            <a:srgbClr val="B01C2E"/>
          </a:solidFill>
        </p:spPr>
        <p:txBody>
          <a:bodyPr vert="vert270" anchor="ctr"/>
          <a:lstStyle>
            <a:lvl1pPr marL="0" indent="0" algn="ctr">
              <a:lnSpc>
                <a:spcPts val="1050"/>
              </a:lnSpc>
              <a:spcBef>
                <a:spcPts val="0"/>
              </a:spcBef>
              <a:buNone/>
              <a:defRPr sz="900" b="1">
                <a:solidFill>
                  <a:schemeClr val="bg1"/>
                </a:solidFill>
              </a:defRPr>
            </a:lvl1pPr>
            <a:lvl2pPr indent="0" algn="ctr">
              <a:spcBef>
                <a:spcPts val="0"/>
              </a:spcBef>
              <a:buNone/>
              <a:defRPr sz="900" b="1"/>
            </a:lvl2pPr>
            <a:lvl3pPr indent="0" algn="ctr">
              <a:spcBef>
                <a:spcPts val="0"/>
              </a:spcBef>
              <a:buNone/>
              <a:defRPr sz="900" b="1"/>
            </a:lvl3pPr>
            <a:lvl4pPr indent="0" algn="ctr">
              <a:spcBef>
                <a:spcPts val="0"/>
              </a:spcBef>
              <a:buNone/>
              <a:defRPr sz="900" b="1"/>
            </a:lvl4pPr>
            <a:lvl5pPr indent="0" algn="ctr">
              <a:spcBef>
                <a:spcPts val="0"/>
              </a:spcBef>
              <a:buNone/>
              <a:defRPr sz="900" b="1"/>
            </a:lvl5pPr>
          </a:lstStyle>
          <a:p>
            <a:pPr lvl="0"/>
            <a:r>
              <a:rPr lang="en-US"/>
              <a:t>Click to edit Master text styles</a:t>
            </a:r>
          </a:p>
        </p:txBody>
      </p:sp>
      <p:sp>
        <p:nvSpPr>
          <p:cNvPr id="8" name="Text Placeholder 12"/>
          <p:cNvSpPr>
            <a:spLocks noGrp="1"/>
          </p:cNvSpPr>
          <p:nvPr>
            <p:ph type="body" sz="quarter" idx="18"/>
          </p:nvPr>
        </p:nvSpPr>
        <p:spPr>
          <a:xfrm>
            <a:off x="6117336" y="1981200"/>
            <a:ext cx="2569464" cy="4114800"/>
          </a:xfrm>
          <a:prstGeom prst="rect">
            <a:avLst/>
          </a:prstGeom>
          <a:noFill/>
          <a:ln>
            <a:solidFill>
              <a:srgbClr val="C0C0C0"/>
            </a:solidFill>
          </a:ln>
        </p:spPr>
        <p:txBody>
          <a:bodyPr wrap="square" lIns="91440" anchor="t" anchorCtr="0">
            <a:noAutofit/>
          </a:bodyPr>
          <a:lstStyle>
            <a:lvl1pPr marL="175022" indent="-175022" algn="l">
              <a:spcBef>
                <a:spcPts val="150"/>
              </a:spcBef>
              <a:buClr>
                <a:srgbClr val="B01C2E"/>
              </a:buClr>
              <a:buFont typeface="Wingdings" pitchFamily="2" charset="2"/>
              <a:buChar char="§"/>
              <a:defRPr sz="900" b="1" baseline="0"/>
            </a:lvl1pPr>
            <a:lvl2pPr marL="253604" indent="-129779">
              <a:spcBef>
                <a:spcPts val="150"/>
              </a:spcBef>
              <a:buClr>
                <a:srgbClr val="B01C2E"/>
              </a:buClr>
              <a:buFont typeface="Arial" pitchFamily="34" charset="0"/>
              <a:buChar char="•"/>
              <a:tabLst/>
              <a:defRPr sz="900" b="1" baseline="0"/>
            </a:lvl2pPr>
            <a:lvl3pPr marL="377190" indent="-129779">
              <a:spcBef>
                <a:spcPts val="150"/>
              </a:spcBef>
              <a:buClr>
                <a:srgbClr val="B01C2E"/>
              </a:buClr>
              <a:buFont typeface="Arial" pitchFamily="34" charset="0"/>
              <a:buChar char="–"/>
              <a:defRPr sz="900" b="1" baseline="0"/>
            </a:lvl3pPr>
            <a:lvl4pPr marL="514350" indent="-130302">
              <a:spcBef>
                <a:spcPts val="150"/>
              </a:spcBef>
              <a:buClr>
                <a:srgbClr val="B01C2E"/>
              </a:buClr>
              <a:buFont typeface="Arial" pitchFamily="34" charset="0"/>
              <a:buChar char="–"/>
              <a:tabLst/>
              <a:defRPr sz="900" b="1"/>
            </a:lvl4pPr>
            <a:lvl5pPr marL="637794" indent="-130302">
              <a:spcBef>
                <a:spcPts val="150"/>
              </a:spcBef>
              <a:buClr>
                <a:srgbClr val="B01C2E"/>
              </a:buClr>
              <a:buFont typeface="Arial" pitchFamily="34" charset="0"/>
              <a:buChar char="–"/>
              <a:defRPr sz="900" b="1"/>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9" name="Content Placeholder 3"/>
          <p:cNvSpPr>
            <a:spLocks noGrp="1"/>
          </p:cNvSpPr>
          <p:nvPr>
            <p:ph sz="half" idx="12"/>
          </p:nvPr>
        </p:nvSpPr>
        <p:spPr>
          <a:xfrm>
            <a:off x="381003" y="1497017"/>
            <a:ext cx="1513753" cy="1376085"/>
          </a:xfrm>
          <a:prstGeom prst="rect">
            <a:avLst/>
          </a:prstGeom>
          <a:solidFill>
            <a:schemeClr val="bg1"/>
          </a:solidFill>
          <a:ln w="6350">
            <a:solidFill>
              <a:srgbClr val="C0C0C0"/>
            </a:solidFill>
          </a:ln>
        </p:spPr>
        <p:txBody>
          <a:bodyPr lIns="91440" tIns="91440" rIns="91440" bIns="91440" anchor="ctr"/>
          <a:lstStyle>
            <a:lvl1pPr marL="132160" indent="-132160">
              <a:lnSpc>
                <a:spcPct val="95000"/>
              </a:lnSpc>
              <a:spcBef>
                <a:spcPts val="0"/>
              </a:spcBef>
              <a:buClr>
                <a:srgbClr val="B01C2E"/>
              </a:buClr>
              <a:buFont typeface="Wingdings 2" pitchFamily="18" charset="2"/>
              <a:buChar char=""/>
              <a:defRPr sz="900" baseline="0"/>
            </a:lvl1pPr>
            <a:lvl2pPr marL="257175" indent="-125016">
              <a:lnSpc>
                <a:spcPct val="95000"/>
              </a:lnSpc>
              <a:buClr>
                <a:srgbClr val="B01C2E"/>
              </a:buClr>
              <a:buSzPct val="125000"/>
              <a:buFont typeface="Arial" pitchFamily="34" charset="0"/>
              <a:buChar char="–"/>
              <a:defRPr sz="900"/>
            </a:lvl2pPr>
            <a:lvl3pPr marL="389335" indent="-132160">
              <a:buClr>
                <a:srgbClr val="B01C2E"/>
              </a:buClr>
              <a:buFont typeface="Arial" pitchFamily="34" charset="0"/>
              <a:buChar char="–"/>
              <a:defRPr sz="900"/>
            </a:lvl3pPr>
            <a:lvl4pPr marL="514350" indent="-125016">
              <a:buClr>
                <a:srgbClr val="B01C2E"/>
              </a:buClr>
              <a:defRPr sz="900"/>
            </a:lvl4pPr>
            <a:lvl5pPr marL="685800" indent="-125016">
              <a:defRPr sz="9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p:txBody>
      </p:sp>
      <p:sp>
        <p:nvSpPr>
          <p:cNvPr id="10" name="Content Placeholder 3"/>
          <p:cNvSpPr>
            <a:spLocks noGrp="1"/>
          </p:cNvSpPr>
          <p:nvPr>
            <p:ph sz="half" idx="22"/>
          </p:nvPr>
        </p:nvSpPr>
        <p:spPr>
          <a:xfrm>
            <a:off x="381003" y="2985439"/>
            <a:ext cx="1513753" cy="1376085"/>
          </a:xfrm>
          <a:prstGeom prst="rect">
            <a:avLst/>
          </a:prstGeom>
          <a:solidFill>
            <a:schemeClr val="bg1"/>
          </a:solidFill>
          <a:ln w="6350">
            <a:solidFill>
              <a:srgbClr val="C0C0C0"/>
            </a:solidFill>
          </a:ln>
        </p:spPr>
        <p:txBody>
          <a:bodyPr lIns="91440" tIns="91440" rIns="91440" bIns="91440" anchor="ctr"/>
          <a:lstStyle>
            <a:lvl1pPr marL="132160" indent="-132160">
              <a:lnSpc>
                <a:spcPct val="95000"/>
              </a:lnSpc>
              <a:spcBef>
                <a:spcPts val="0"/>
              </a:spcBef>
              <a:buClr>
                <a:srgbClr val="B01C2E"/>
              </a:buClr>
              <a:buFont typeface="Wingdings 2" pitchFamily="18" charset="2"/>
              <a:buChar char=""/>
              <a:defRPr sz="900" baseline="0"/>
            </a:lvl1pPr>
            <a:lvl2pPr marL="257175" indent="-125016">
              <a:lnSpc>
                <a:spcPct val="95000"/>
              </a:lnSpc>
              <a:buClr>
                <a:srgbClr val="B01C2E"/>
              </a:buClr>
              <a:buSzPct val="125000"/>
              <a:buFont typeface="Arial" pitchFamily="34" charset="0"/>
              <a:buChar char="–"/>
              <a:defRPr sz="900"/>
            </a:lvl2pPr>
            <a:lvl3pPr marL="389335" indent="-132160">
              <a:buClr>
                <a:srgbClr val="B01C2E"/>
              </a:buClr>
              <a:buFont typeface="Arial" pitchFamily="34" charset="0"/>
              <a:buChar char="–"/>
              <a:defRPr sz="900"/>
            </a:lvl3pPr>
            <a:lvl4pPr marL="514350" indent="-125016">
              <a:buClr>
                <a:srgbClr val="B01C2E"/>
              </a:buClr>
              <a:defRPr sz="900"/>
            </a:lvl4pPr>
            <a:lvl5pPr marL="685800" indent="-125016">
              <a:defRPr sz="9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p:txBody>
      </p:sp>
      <p:sp>
        <p:nvSpPr>
          <p:cNvPr id="11" name="Content Placeholder 3"/>
          <p:cNvSpPr>
            <a:spLocks noGrp="1"/>
          </p:cNvSpPr>
          <p:nvPr>
            <p:ph sz="half" idx="23"/>
          </p:nvPr>
        </p:nvSpPr>
        <p:spPr>
          <a:xfrm>
            <a:off x="381003" y="4473859"/>
            <a:ext cx="1513753" cy="1376085"/>
          </a:xfrm>
          <a:prstGeom prst="rect">
            <a:avLst/>
          </a:prstGeom>
          <a:solidFill>
            <a:schemeClr val="bg1"/>
          </a:solidFill>
          <a:ln w="6350">
            <a:solidFill>
              <a:srgbClr val="C0C0C0"/>
            </a:solidFill>
          </a:ln>
        </p:spPr>
        <p:txBody>
          <a:bodyPr lIns="91440" tIns="91440" rIns="91440" bIns="91440" anchor="ctr"/>
          <a:lstStyle>
            <a:lvl1pPr marL="132160" indent="-132160">
              <a:lnSpc>
                <a:spcPct val="95000"/>
              </a:lnSpc>
              <a:spcBef>
                <a:spcPts val="0"/>
              </a:spcBef>
              <a:buClr>
                <a:srgbClr val="B01C2E"/>
              </a:buClr>
              <a:buFont typeface="Wingdings 2" pitchFamily="18" charset="2"/>
              <a:buChar char=""/>
              <a:defRPr sz="900" baseline="0"/>
            </a:lvl1pPr>
            <a:lvl2pPr marL="257175" indent="-125016">
              <a:lnSpc>
                <a:spcPct val="95000"/>
              </a:lnSpc>
              <a:buClr>
                <a:srgbClr val="B01C2E"/>
              </a:buClr>
              <a:buSzPct val="125000"/>
              <a:buFont typeface="Arial" pitchFamily="34" charset="0"/>
              <a:buChar char="–"/>
              <a:defRPr sz="900"/>
            </a:lvl2pPr>
            <a:lvl3pPr marL="389335" indent="-132160">
              <a:buClr>
                <a:srgbClr val="B01C2E"/>
              </a:buClr>
              <a:buFont typeface="Arial" pitchFamily="34" charset="0"/>
              <a:buChar char="–"/>
              <a:defRPr sz="900"/>
            </a:lvl3pPr>
            <a:lvl4pPr marL="514350" indent="-125016">
              <a:buClr>
                <a:srgbClr val="B01C2E"/>
              </a:buClr>
              <a:defRPr sz="900"/>
            </a:lvl4pPr>
            <a:lvl5pPr marL="685800" indent="-125016">
              <a:defRPr sz="9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p:txBody>
      </p:sp>
      <p:sp>
        <p:nvSpPr>
          <p:cNvPr id="12" name="Content Placeholder 3"/>
          <p:cNvSpPr>
            <a:spLocks noGrp="1"/>
          </p:cNvSpPr>
          <p:nvPr>
            <p:ph sz="half" idx="24"/>
          </p:nvPr>
        </p:nvSpPr>
        <p:spPr>
          <a:xfrm>
            <a:off x="2057403" y="1497017"/>
            <a:ext cx="1513753" cy="1376085"/>
          </a:xfrm>
          <a:prstGeom prst="rect">
            <a:avLst/>
          </a:prstGeom>
          <a:solidFill>
            <a:schemeClr val="bg1"/>
          </a:solidFill>
          <a:ln w="6350">
            <a:solidFill>
              <a:srgbClr val="C0C0C0"/>
            </a:solidFill>
          </a:ln>
        </p:spPr>
        <p:txBody>
          <a:bodyPr lIns="91440" tIns="91440" rIns="91440" bIns="91440" anchor="ctr"/>
          <a:lstStyle>
            <a:lvl1pPr marL="132160" indent="-132160">
              <a:lnSpc>
                <a:spcPct val="95000"/>
              </a:lnSpc>
              <a:spcBef>
                <a:spcPts val="0"/>
              </a:spcBef>
              <a:buClr>
                <a:srgbClr val="B01C2E"/>
              </a:buClr>
              <a:buFont typeface="Wingdings 2" pitchFamily="18" charset="2"/>
              <a:buChar char=""/>
              <a:defRPr sz="900" baseline="0"/>
            </a:lvl1pPr>
            <a:lvl2pPr marL="257175" indent="-125016">
              <a:lnSpc>
                <a:spcPct val="95000"/>
              </a:lnSpc>
              <a:buClr>
                <a:srgbClr val="B01C2E"/>
              </a:buClr>
              <a:buSzPct val="125000"/>
              <a:buFont typeface="Arial" pitchFamily="34" charset="0"/>
              <a:buChar char="–"/>
              <a:defRPr sz="900"/>
            </a:lvl2pPr>
            <a:lvl3pPr marL="389335" indent="-132160">
              <a:buClr>
                <a:srgbClr val="B01C2E"/>
              </a:buClr>
              <a:buFont typeface="Arial" pitchFamily="34" charset="0"/>
              <a:buChar char="–"/>
              <a:defRPr sz="900"/>
            </a:lvl3pPr>
            <a:lvl4pPr marL="514350" indent="-125016">
              <a:buClr>
                <a:srgbClr val="B01C2E"/>
              </a:buClr>
              <a:defRPr sz="900"/>
            </a:lvl4pPr>
            <a:lvl5pPr marL="685800" indent="-125016">
              <a:defRPr sz="9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p:txBody>
      </p:sp>
      <p:sp>
        <p:nvSpPr>
          <p:cNvPr id="13" name="Content Placeholder 3"/>
          <p:cNvSpPr>
            <a:spLocks noGrp="1"/>
          </p:cNvSpPr>
          <p:nvPr>
            <p:ph sz="half" idx="25"/>
          </p:nvPr>
        </p:nvSpPr>
        <p:spPr>
          <a:xfrm>
            <a:off x="2057403" y="2985439"/>
            <a:ext cx="1513753" cy="1376085"/>
          </a:xfrm>
          <a:prstGeom prst="rect">
            <a:avLst/>
          </a:prstGeom>
          <a:solidFill>
            <a:schemeClr val="bg1"/>
          </a:solidFill>
          <a:ln w="6350">
            <a:solidFill>
              <a:srgbClr val="C0C0C0"/>
            </a:solidFill>
          </a:ln>
        </p:spPr>
        <p:txBody>
          <a:bodyPr lIns="91440" tIns="91440" rIns="91440" bIns="91440" anchor="ctr"/>
          <a:lstStyle>
            <a:lvl1pPr marL="132160" indent="-132160">
              <a:lnSpc>
                <a:spcPct val="95000"/>
              </a:lnSpc>
              <a:spcBef>
                <a:spcPts val="0"/>
              </a:spcBef>
              <a:buClr>
                <a:srgbClr val="B01C2E"/>
              </a:buClr>
              <a:buFont typeface="Wingdings 2" pitchFamily="18" charset="2"/>
              <a:buChar char=""/>
              <a:defRPr sz="900" baseline="0"/>
            </a:lvl1pPr>
            <a:lvl2pPr marL="257175" indent="-125016">
              <a:lnSpc>
                <a:spcPct val="95000"/>
              </a:lnSpc>
              <a:buClr>
                <a:srgbClr val="B01C2E"/>
              </a:buClr>
              <a:buSzPct val="125000"/>
              <a:buFont typeface="Arial" pitchFamily="34" charset="0"/>
              <a:buChar char="–"/>
              <a:defRPr sz="900"/>
            </a:lvl2pPr>
            <a:lvl3pPr marL="389335" indent="-132160">
              <a:buClr>
                <a:srgbClr val="B01C2E"/>
              </a:buClr>
              <a:buFont typeface="Arial" pitchFamily="34" charset="0"/>
              <a:buChar char="–"/>
              <a:defRPr sz="900"/>
            </a:lvl3pPr>
            <a:lvl4pPr marL="514350" indent="-125016">
              <a:buClr>
                <a:srgbClr val="B01C2E"/>
              </a:buClr>
              <a:defRPr sz="900"/>
            </a:lvl4pPr>
            <a:lvl5pPr marL="685800" indent="-125016">
              <a:defRPr sz="9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p:txBody>
      </p:sp>
      <p:sp>
        <p:nvSpPr>
          <p:cNvPr id="14" name="Content Placeholder 3"/>
          <p:cNvSpPr>
            <a:spLocks noGrp="1"/>
          </p:cNvSpPr>
          <p:nvPr>
            <p:ph sz="half" idx="26"/>
          </p:nvPr>
        </p:nvSpPr>
        <p:spPr>
          <a:xfrm>
            <a:off x="2057403" y="4473859"/>
            <a:ext cx="1513753" cy="1376085"/>
          </a:xfrm>
          <a:prstGeom prst="rect">
            <a:avLst/>
          </a:prstGeom>
          <a:solidFill>
            <a:schemeClr val="bg1"/>
          </a:solidFill>
          <a:ln w="6350">
            <a:solidFill>
              <a:srgbClr val="C0C0C0"/>
            </a:solidFill>
          </a:ln>
        </p:spPr>
        <p:txBody>
          <a:bodyPr lIns="91440" tIns="91440" rIns="91440" bIns="91440" anchor="ctr"/>
          <a:lstStyle>
            <a:lvl1pPr marL="132160" indent="-132160">
              <a:lnSpc>
                <a:spcPct val="95000"/>
              </a:lnSpc>
              <a:spcBef>
                <a:spcPts val="0"/>
              </a:spcBef>
              <a:buClr>
                <a:srgbClr val="B01C2E"/>
              </a:buClr>
              <a:buFont typeface="Wingdings 2" pitchFamily="18" charset="2"/>
              <a:buChar char=""/>
              <a:defRPr sz="900" baseline="0"/>
            </a:lvl1pPr>
            <a:lvl2pPr marL="257175" indent="-125016">
              <a:lnSpc>
                <a:spcPct val="95000"/>
              </a:lnSpc>
              <a:buClr>
                <a:srgbClr val="B01C2E"/>
              </a:buClr>
              <a:buSzPct val="125000"/>
              <a:buFont typeface="Arial" pitchFamily="34" charset="0"/>
              <a:buChar char="–"/>
              <a:defRPr sz="900"/>
            </a:lvl2pPr>
            <a:lvl3pPr marL="389335" indent="-132160">
              <a:buClr>
                <a:srgbClr val="B01C2E"/>
              </a:buClr>
              <a:buFont typeface="Arial" pitchFamily="34" charset="0"/>
              <a:buChar char="–"/>
              <a:defRPr sz="900"/>
            </a:lvl3pPr>
            <a:lvl4pPr marL="514350" indent="-125016">
              <a:buClr>
                <a:srgbClr val="B01C2E"/>
              </a:buClr>
              <a:defRPr sz="900"/>
            </a:lvl4pPr>
            <a:lvl5pPr marL="685800" indent="-125016">
              <a:defRPr sz="9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p:txBody>
      </p:sp>
      <p:sp>
        <p:nvSpPr>
          <p:cNvPr id="18" name="Content Placeholder 3"/>
          <p:cNvSpPr>
            <a:spLocks noGrp="1"/>
          </p:cNvSpPr>
          <p:nvPr>
            <p:ph sz="half" idx="27"/>
          </p:nvPr>
        </p:nvSpPr>
        <p:spPr>
          <a:xfrm>
            <a:off x="3733803" y="1497017"/>
            <a:ext cx="1513753" cy="1376085"/>
          </a:xfrm>
          <a:prstGeom prst="rect">
            <a:avLst/>
          </a:prstGeom>
          <a:solidFill>
            <a:schemeClr val="bg1"/>
          </a:solidFill>
          <a:ln w="6350">
            <a:solidFill>
              <a:srgbClr val="C0C0C0"/>
            </a:solidFill>
          </a:ln>
        </p:spPr>
        <p:txBody>
          <a:bodyPr lIns="91440" tIns="91440" rIns="91440" bIns="91440" anchor="ctr"/>
          <a:lstStyle>
            <a:lvl1pPr marL="132160" indent="-132160">
              <a:lnSpc>
                <a:spcPct val="95000"/>
              </a:lnSpc>
              <a:spcBef>
                <a:spcPts val="0"/>
              </a:spcBef>
              <a:buClr>
                <a:srgbClr val="B01C2E"/>
              </a:buClr>
              <a:buFont typeface="Wingdings 2" pitchFamily="18" charset="2"/>
              <a:buChar char=""/>
              <a:defRPr sz="900" baseline="0"/>
            </a:lvl1pPr>
            <a:lvl2pPr marL="257175" indent="-125016">
              <a:lnSpc>
                <a:spcPct val="95000"/>
              </a:lnSpc>
              <a:buClr>
                <a:srgbClr val="B01C2E"/>
              </a:buClr>
              <a:buSzPct val="125000"/>
              <a:buFont typeface="Arial" pitchFamily="34" charset="0"/>
              <a:buChar char="–"/>
              <a:defRPr sz="900"/>
            </a:lvl2pPr>
            <a:lvl3pPr marL="389335" indent="-132160">
              <a:buClr>
                <a:srgbClr val="B01C2E"/>
              </a:buClr>
              <a:buFont typeface="Arial" pitchFamily="34" charset="0"/>
              <a:buChar char="–"/>
              <a:defRPr sz="900"/>
            </a:lvl3pPr>
            <a:lvl4pPr marL="514350" indent="-125016">
              <a:buClr>
                <a:srgbClr val="B01C2E"/>
              </a:buClr>
              <a:defRPr sz="900"/>
            </a:lvl4pPr>
            <a:lvl5pPr marL="685800" indent="-125016">
              <a:defRPr sz="9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p:txBody>
      </p:sp>
      <p:sp>
        <p:nvSpPr>
          <p:cNvPr id="19" name="Content Placeholder 3"/>
          <p:cNvSpPr>
            <a:spLocks noGrp="1"/>
          </p:cNvSpPr>
          <p:nvPr>
            <p:ph sz="half" idx="28"/>
          </p:nvPr>
        </p:nvSpPr>
        <p:spPr>
          <a:xfrm>
            <a:off x="3733803" y="2985439"/>
            <a:ext cx="1513753" cy="1376085"/>
          </a:xfrm>
          <a:prstGeom prst="rect">
            <a:avLst/>
          </a:prstGeom>
          <a:solidFill>
            <a:schemeClr val="bg1"/>
          </a:solidFill>
          <a:ln w="6350">
            <a:solidFill>
              <a:srgbClr val="C0C0C0"/>
            </a:solidFill>
          </a:ln>
        </p:spPr>
        <p:txBody>
          <a:bodyPr lIns="91440" tIns="91440" rIns="91440" bIns="91440" anchor="ctr"/>
          <a:lstStyle>
            <a:lvl1pPr marL="132160" indent="-132160">
              <a:lnSpc>
                <a:spcPct val="95000"/>
              </a:lnSpc>
              <a:spcBef>
                <a:spcPts val="0"/>
              </a:spcBef>
              <a:buClr>
                <a:srgbClr val="B01C2E"/>
              </a:buClr>
              <a:buFont typeface="Wingdings 2" pitchFamily="18" charset="2"/>
              <a:buChar char=""/>
              <a:defRPr sz="900" baseline="0"/>
            </a:lvl1pPr>
            <a:lvl2pPr marL="257175" indent="-125016">
              <a:lnSpc>
                <a:spcPct val="95000"/>
              </a:lnSpc>
              <a:buClr>
                <a:srgbClr val="B01C2E"/>
              </a:buClr>
              <a:buSzPct val="125000"/>
              <a:buFont typeface="Arial" pitchFamily="34" charset="0"/>
              <a:buChar char="–"/>
              <a:defRPr sz="900"/>
            </a:lvl2pPr>
            <a:lvl3pPr marL="389335" indent="-132160">
              <a:buClr>
                <a:srgbClr val="B01C2E"/>
              </a:buClr>
              <a:buFont typeface="Arial" pitchFamily="34" charset="0"/>
              <a:buChar char="–"/>
              <a:defRPr sz="900"/>
            </a:lvl3pPr>
            <a:lvl4pPr marL="514350" indent="-125016">
              <a:buClr>
                <a:srgbClr val="B01C2E"/>
              </a:buClr>
              <a:defRPr sz="900"/>
            </a:lvl4pPr>
            <a:lvl5pPr marL="685800" indent="-125016">
              <a:defRPr sz="9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p:txBody>
      </p:sp>
      <p:sp>
        <p:nvSpPr>
          <p:cNvPr id="20" name="Content Placeholder 3"/>
          <p:cNvSpPr>
            <a:spLocks noGrp="1"/>
          </p:cNvSpPr>
          <p:nvPr>
            <p:ph sz="half" idx="29"/>
          </p:nvPr>
        </p:nvSpPr>
        <p:spPr>
          <a:xfrm>
            <a:off x="3733803" y="4473859"/>
            <a:ext cx="1513753" cy="1376085"/>
          </a:xfrm>
          <a:prstGeom prst="rect">
            <a:avLst/>
          </a:prstGeom>
          <a:solidFill>
            <a:schemeClr val="bg1"/>
          </a:solidFill>
          <a:ln w="6350">
            <a:solidFill>
              <a:srgbClr val="C0C0C0"/>
            </a:solidFill>
          </a:ln>
        </p:spPr>
        <p:txBody>
          <a:bodyPr lIns="91440" tIns="91440" rIns="91440" bIns="91440" anchor="ctr"/>
          <a:lstStyle>
            <a:lvl1pPr marL="132160" indent="-132160">
              <a:lnSpc>
                <a:spcPct val="95000"/>
              </a:lnSpc>
              <a:spcBef>
                <a:spcPts val="0"/>
              </a:spcBef>
              <a:buClr>
                <a:srgbClr val="B01C2E"/>
              </a:buClr>
              <a:buFont typeface="Wingdings 2" pitchFamily="18" charset="2"/>
              <a:buChar char=""/>
              <a:defRPr sz="900" baseline="0"/>
            </a:lvl1pPr>
            <a:lvl2pPr marL="257175" indent="-125016">
              <a:lnSpc>
                <a:spcPct val="95000"/>
              </a:lnSpc>
              <a:buClr>
                <a:srgbClr val="B01C2E"/>
              </a:buClr>
              <a:buSzPct val="125000"/>
              <a:buFont typeface="Arial" pitchFamily="34" charset="0"/>
              <a:buChar char="–"/>
              <a:defRPr sz="900"/>
            </a:lvl2pPr>
            <a:lvl3pPr marL="389335" indent="-132160">
              <a:buClr>
                <a:srgbClr val="B01C2E"/>
              </a:buClr>
              <a:buFont typeface="Arial" pitchFamily="34" charset="0"/>
              <a:buChar char="–"/>
              <a:defRPr sz="900"/>
            </a:lvl3pPr>
            <a:lvl4pPr marL="514350" indent="-125016">
              <a:buClr>
                <a:srgbClr val="B01C2E"/>
              </a:buClr>
              <a:defRPr sz="900"/>
            </a:lvl4pPr>
            <a:lvl5pPr marL="685800" indent="-125016">
              <a:defRPr sz="9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p:txBody>
      </p:sp>
      <p:sp>
        <p:nvSpPr>
          <p:cNvPr id="16" name="Rectangle 2"/>
          <p:cNvSpPr>
            <a:spLocks noGrp="1" noChangeArrowheads="1"/>
          </p:cNvSpPr>
          <p:nvPr>
            <p:ph type="title"/>
          </p:nvPr>
        </p:nvSpPr>
        <p:spPr bwMode="gray">
          <a:xfrm>
            <a:off x="452441" y="2"/>
            <a:ext cx="8239125" cy="898525"/>
          </a:xfrm>
          <a:prstGeom prst="rect">
            <a:avLst/>
          </a:prstGeom>
          <a:noFill/>
          <a:ln w="9525">
            <a:noFill/>
            <a:miter lim="800000"/>
            <a:headEnd/>
            <a:tailEnd/>
          </a:ln>
        </p:spPr>
        <p:txBody>
          <a:bodyPr vert="horz" wrap="square" lIns="0" tIns="0" rIns="0" bIns="0" numCol="1" anchor="b" anchorCtr="0" compatLnSpc="1">
            <a:prstTxWarp prst="textNoShape">
              <a:avLst/>
            </a:prstTxWarp>
          </a:bodyPr>
          <a:lstStyle>
            <a:lvl1pPr algn="l">
              <a:defRPr sz="1650"/>
            </a:lvl1pPr>
          </a:lstStyle>
          <a:p>
            <a:pPr lvl="0"/>
            <a:r>
              <a:rPr lang="en-US"/>
              <a:t>Click to edit Master title style</a:t>
            </a:r>
            <a:endParaRPr lang="en-US" dirty="0"/>
          </a:p>
        </p:txBody>
      </p:sp>
      <p:sp>
        <p:nvSpPr>
          <p:cNvPr id="17" name="Slide Number Placeholder 9"/>
          <p:cNvSpPr>
            <a:spLocks noGrp="1"/>
          </p:cNvSpPr>
          <p:nvPr>
            <p:ph type="sldNum" sz="quarter" idx="30"/>
          </p:nvPr>
        </p:nvSpPr>
        <p:spPr/>
        <p:txBody>
          <a:bodyPr/>
          <a:lstStyle>
            <a:lvl1pPr>
              <a:defRPr/>
            </a:lvl1pPr>
          </a:lstStyle>
          <a:p>
            <a:fld id="{09CF501B-85A3-0748-9525-578425C49286}" type="slidenum">
              <a:rPr lang="en-US" altLang="en-US"/>
              <a:pPr/>
              <a:t>‹#›</a:t>
            </a:fld>
            <a:endParaRPr lang="en-US" altLang="en-US"/>
          </a:p>
        </p:txBody>
      </p:sp>
      <p:sp>
        <p:nvSpPr>
          <p:cNvPr id="21" name="Footer Placeholder 20"/>
          <p:cNvSpPr>
            <a:spLocks noGrp="1"/>
          </p:cNvSpPr>
          <p:nvPr>
            <p:ph type="ftr" sz="quarter" idx="31"/>
          </p:nvPr>
        </p:nvSpPr>
        <p:spPr/>
        <p:txBody>
          <a:bodyPr/>
          <a:lstStyle>
            <a:lvl1pPr>
              <a:defRPr smtClean="0"/>
            </a:lvl1pPr>
          </a:lstStyle>
          <a:p>
            <a:pPr>
              <a:defRPr/>
            </a:pPr>
            <a:r>
              <a:rPr lang="en-US"/>
              <a:t>Ethical Debates, Econ Theories, Real-World Impacts</a:t>
            </a:r>
          </a:p>
        </p:txBody>
      </p:sp>
    </p:spTree>
  </p:cSld>
  <p:clrMapOvr>
    <a:masterClrMapping/>
  </p:clrMapOvr>
</p:sldLayout>
</file>

<file path=ppt/slideLayouts/slideLayout36.xml><?xml version="1.0" encoding="utf-8"?>
<p:sldLayout xmlns:a="http://schemas.openxmlformats.org/drawingml/2006/main" xmlns:r="http://schemas.openxmlformats.org/officeDocument/2006/relationships" xmlns:p="http://schemas.openxmlformats.org/presentationml/2006/main" preserve="1" userDrawn="1">
  <p:cSld name="Related Text Blocks - Sequence">
    <p:spTree>
      <p:nvGrpSpPr>
        <p:cNvPr id="1" name=""/>
        <p:cNvGrpSpPr/>
        <p:nvPr/>
      </p:nvGrpSpPr>
      <p:grpSpPr>
        <a:xfrm>
          <a:off x="0" y="0"/>
          <a:ext cx="0" cy="0"/>
          <a:chOff x="0" y="0"/>
          <a:chExt cx="0" cy="0"/>
        </a:xfrm>
      </p:grpSpPr>
      <p:cxnSp>
        <p:nvCxnSpPr>
          <p:cNvPr id="7" name="Elbow Connector 24"/>
          <p:cNvCxnSpPr>
            <a:cxnSpLocks noChangeShapeType="1"/>
          </p:cNvCxnSpPr>
          <p:nvPr userDrawn="1"/>
        </p:nvCxnSpPr>
        <p:spPr bwMode="auto">
          <a:xfrm rot="16200000" flipH="1">
            <a:off x="909638" y="2395538"/>
            <a:ext cx="768350" cy="638175"/>
          </a:xfrm>
          <a:prstGeom prst="bentConnector2">
            <a:avLst/>
          </a:prstGeom>
          <a:noFill/>
          <a:ln w="12700">
            <a:solidFill>
              <a:srgbClr val="4D4D4D"/>
            </a:solidFill>
            <a:round/>
            <a:headEnd/>
            <a:tailEnd type="triangle" w="lg" len="lg"/>
          </a:ln>
          <a:extLst>
            <a:ext uri="{909E8E84-426E-40DD-AFC4-6F175D3DCCD1}">
              <a14:hiddenFill xmlns:a14="http://schemas.microsoft.com/office/drawing/2010/main">
                <a:noFill/>
              </a14:hiddenFill>
            </a:ext>
          </a:extLst>
        </p:spPr>
      </p:cxnSp>
      <p:cxnSp>
        <p:nvCxnSpPr>
          <p:cNvPr id="13" name="Elbow Connector 28"/>
          <p:cNvCxnSpPr>
            <a:cxnSpLocks noChangeShapeType="1"/>
          </p:cNvCxnSpPr>
          <p:nvPr userDrawn="1"/>
        </p:nvCxnSpPr>
        <p:spPr bwMode="auto">
          <a:xfrm rot="16200000" flipH="1">
            <a:off x="2066926" y="3590927"/>
            <a:ext cx="752475" cy="625475"/>
          </a:xfrm>
          <a:prstGeom prst="bentConnector2">
            <a:avLst/>
          </a:prstGeom>
          <a:noFill/>
          <a:ln w="12700">
            <a:solidFill>
              <a:srgbClr val="4D4D4D"/>
            </a:solidFill>
            <a:round/>
            <a:headEnd/>
            <a:tailEnd type="triangle" w="lg" len="lg"/>
          </a:ln>
          <a:extLst>
            <a:ext uri="{909E8E84-426E-40DD-AFC4-6F175D3DCCD1}">
              <a14:hiddenFill xmlns:a14="http://schemas.microsoft.com/office/drawing/2010/main">
                <a:noFill/>
              </a14:hiddenFill>
            </a:ext>
          </a:extLst>
        </p:spPr>
      </p:cxnSp>
      <p:cxnSp>
        <p:nvCxnSpPr>
          <p:cNvPr id="14" name="Elbow Connector 39"/>
          <p:cNvCxnSpPr>
            <a:cxnSpLocks noChangeShapeType="1"/>
          </p:cNvCxnSpPr>
          <p:nvPr userDrawn="1"/>
        </p:nvCxnSpPr>
        <p:spPr bwMode="auto">
          <a:xfrm rot="16200000" flipH="1">
            <a:off x="3234532" y="4814095"/>
            <a:ext cx="698500" cy="595313"/>
          </a:xfrm>
          <a:prstGeom prst="bentConnector2">
            <a:avLst/>
          </a:prstGeom>
          <a:noFill/>
          <a:ln w="12700">
            <a:solidFill>
              <a:srgbClr val="4D4D4D"/>
            </a:solidFill>
            <a:round/>
            <a:headEnd/>
            <a:tailEnd type="triangle" w="lg" len="lg"/>
          </a:ln>
          <a:extLst>
            <a:ext uri="{909E8E84-426E-40DD-AFC4-6F175D3DCCD1}">
              <a14:hiddenFill xmlns:a14="http://schemas.microsoft.com/office/drawing/2010/main">
                <a:noFill/>
              </a14:hiddenFill>
            </a:ext>
          </a:extLst>
        </p:spPr>
      </p:cxnSp>
      <p:sp>
        <p:nvSpPr>
          <p:cNvPr id="8" name="Content Placeholder 3"/>
          <p:cNvSpPr>
            <a:spLocks noGrp="1"/>
          </p:cNvSpPr>
          <p:nvPr>
            <p:ph sz="half" idx="17"/>
          </p:nvPr>
        </p:nvSpPr>
        <p:spPr>
          <a:xfrm>
            <a:off x="3881706" y="4986243"/>
            <a:ext cx="4809859" cy="950976"/>
          </a:xfrm>
          <a:prstGeom prst="rect">
            <a:avLst/>
          </a:prstGeom>
          <a:solidFill>
            <a:schemeClr val="bg1"/>
          </a:solidFill>
          <a:ln w="12700">
            <a:solidFill>
              <a:schemeClr val="accent1"/>
            </a:solidFill>
          </a:ln>
        </p:spPr>
        <p:txBody>
          <a:bodyPr lIns="137160" tIns="137160" rIns="137160" bIns="137160" anchor="ctr"/>
          <a:lstStyle>
            <a:lvl1pPr marL="132160" marR="0" indent="-132160" algn="l" defTabSz="685800" rtl="0" eaLnBrk="1" fontAlgn="auto" latinLnBrk="0" hangingPunct="1">
              <a:lnSpc>
                <a:spcPct val="100000"/>
              </a:lnSpc>
              <a:spcBef>
                <a:spcPct val="20000"/>
              </a:spcBef>
              <a:spcAft>
                <a:spcPts val="0"/>
              </a:spcAft>
              <a:buClr>
                <a:srgbClr val="B01C2E"/>
              </a:buClr>
              <a:buSzTx/>
              <a:buFont typeface="Wingdings 2" pitchFamily="18" charset="2"/>
              <a:buChar char=""/>
              <a:tabLst/>
              <a:defRPr sz="900"/>
            </a:lvl1pPr>
            <a:lvl2pPr marL="257175" indent="-125016">
              <a:buClr>
                <a:srgbClr val="B01C2E"/>
              </a:buClr>
              <a:buSzPct val="125000"/>
              <a:defRPr sz="900"/>
            </a:lvl2pPr>
            <a:lvl3pPr marL="389335" indent="-132160">
              <a:buClr>
                <a:srgbClr val="B01C2E"/>
              </a:buClr>
              <a:buFont typeface="Arial" pitchFamily="34" charset="0"/>
              <a:buChar char="–"/>
              <a:defRPr sz="900"/>
            </a:lvl3pPr>
            <a:lvl4pPr marL="514350" indent="-125016">
              <a:defRPr sz="1050"/>
            </a:lvl4pPr>
            <a:lvl5pPr marL="685800" indent="-125016">
              <a:defRPr sz="105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p:txBody>
      </p:sp>
      <p:sp>
        <p:nvSpPr>
          <p:cNvPr id="9" name="Content Placeholder 3"/>
          <p:cNvSpPr>
            <a:spLocks noGrp="1"/>
          </p:cNvSpPr>
          <p:nvPr>
            <p:ph sz="half" idx="14"/>
          </p:nvPr>
        </p:nvSpPr>
        <p:spPr>
          <a:xfrm>
            <a:off x="479117" y="1441358"/>
            <a:ext cx="4809859" cy="950976"/>
          </a:xfrm>
          <a:prstGeom prst="rect">
            <a:avLst/>
          </a:prstGeom>
          <a:solidFill>
            <a:schemeClr val="bg1"/>
          </a:solidFill>
          <a:ln w="12700">
            <a:solidFill>
              <a:schemeClr val="accent1"/>
            </a:solidFill>
          </a:ln>
        </p:spPr>
        <p:txBody>
          <a:bodyPr lIns="137160" tIns="137160" rIns="137160" bIns="137160" anchor="ctr"/>
          <a:lstStyle>
            <a:lvl1pPr marL="132160" marR="0" indent="-132160" algn="l" defTabSz="685800" rtl="0" eaLnBrk="1" fontAlgn="auto" latinLnBrk="0" hangingPunct="1">
              <a:lnSpc>
                <a:spcPct val="100000"/>
              </a:lnSpc>
              <a:spcBef>
                <a:spcPct val="20000"/>
              </a:spcBef>
              <a:spcAft>
                <a:spcPts val="0"/>
              </a:spcAft>
              <a:buClr>
                <a:srgbClr val="B01C2E"/>
              </a:buClr>
              <a:buSzTx/>
              <a:buFont typeface="Wingdings 2" pitchFamily="18" charset="2"/>
              <a:buChar char=""/>
              <a:tabLst/>
              <a:defRPr sz="900"/>
            </a:lvl1pPr>
            <a:lvl2pPr marL="257175" indent="-125016">
              <a:buClr>
                <a:srgbClr val="B01C2E"/>
              </a:buClr>
              <a:buSzPct val="125000"/>
              <a:defRPr sz="900"/>
            </a:lvl2pPr>
            <a:lvl3pPr marL="389335" indent="-132160">
              <a:buClr>
                <a:srgbClr val="B01C2E"/>
              </a:buClr>
              <a:buFont typeface="Arial" pitchFamily="34" charset="0"/>
              <a:buChar char="–"/>
              <a:defRPr sz="900"/>
            </a:lvl3pPr>
            <a:lvl4pPr marL="514350" indent="-125016">
              <a:defRPr sz="1050"/>
            </a:lvl4pPr>
            <a:lvl5pPr marL="685800" indent="-125016">
              <a:defRPr sz="105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p:txBody>
      </p:sp>
      <p:sp>
        <p:nvSpPr>
          <p:cNvPr id="10" name="Content Placeholder 3"/>
          <p:cNvSpPr>
            <a:spLocks noGrp="1"/>
          </p:cNvSpPr>
          <p:nvPr>
            <p:ph sz="half" idx="15"/>
          </p:nvPr>
        </p:nvSpPr>
        <p:spPr>
          <a:xfrm>
            <a:off x="1612733" y="2622986"/>
            <a:ext cx="4809859" cy="950976"/>
          </a:xfrm>
          <a:prstGeom prst="rect">
            <a:avLst/>
          </a:prstGeom>
          <a:solidFill>
            <a:schemeClr val="bg1"/>
          </a:solidFill>
          <a:ln w="12700">
            <a:solidFill>
              <a:schemeClr val="accent1"/>
            </a:solidFill>
          </a:ln>
        </p:spPr>
        <p:txBody>
          <a:bodyPr lIns="137160" tIns="137160" rIns="137160" bIns="137160" anchor="ctr"/>
          <a:lstStyle>
            <a:lvl1pPr marL="132160" marR="0" indent="-132160" algn="l" defTabSz="685800" rtl="0" eaLnBrk="1" fontAlgn="auto" latinLnBrk="0" hangingPunct="1">
              <a:lnSpc>
                <a:spcPct val="100000"/>
              </a:lnSpc>
              <a:spcBef>
                <a:spcPct val="20000"/>
              </a:spcBef>
              <a:spcAft>
                <a:spcPts val="0"/>
              </a:spcAft>
              <a:buClr>
                <a:srgbClr val="B01C2E"/>
              </a:buClr>
              <a:buSzTx/>
              <a:buFont typeface="Wingdings 2" pitchFamily="18" charset="2"/>
              <a:buChar char=""/>
              <a:tabLst/>
              <a:defRPr sz="900"/>
            </a:lvl1pPr>
            <a:lvl2pPr marL="257175" indent="-125016">
              <a:buClr>
                <a:srgbClr val="B01C2E"/>
              </a:buClr>
              <a:buSzPct val="125000"/>
              <a:defRPr sz="900"/>
            </a:lvl2pPr>
            <a:lvl3pPr marL="389335" indent="-132160">
              <a:buClr>
                <a:srgbClr val="B01C2E"/>
              </a:buClr>
              <a:buFont typeface="Arial" pitchFamily="34" charset="0"/>
              <a:buChar char="–"/>
              <a:defRPr sz="900"/>
            </a:lvl3pPr>
            <a:lvl4pPr marL="514350" indent="-125016">
              <a:defRPr sz="1050"/>
            </a:lvl4pPr>
            <a:lvl5pPr marL="685800" indent="-125016">
              <a:defRPr sz="105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p:txBody>
      </p:sp>
      <p:sp>
        <p:nvSpPr>
          <p:cNvPr id="11" name="Content Placeholder 3"/>
          <p:cNvSpPr>
            <a:spLocks noGrp="1"/>
          </p:cNvSpPr>
          <p:nvPr>
            <p:ph sz="half" idx="16"/>
          </p:nvPr>
        </p:nvSpPr>
        <p:spPr>
          <a:xfrm>
            <a:off x="2755736" y="3804614"/>
            <a:ext cx="4809859" cy="950976"/>
          </a:xfrm>
          <a:prstGeom prst="rect">
            <a:avLst/>
          </a:prstGeom>
          <a:solidFill>
            <a:schemeClr val="bg1"/>
          </a:solidFill>
          <a:ln w="12700">
            <a:solidFill>
              <a:schemeClr val="accent1"/>
            </a:solidFill>
          </a:ln>
        </p:spPr>
        <p:txBody>
          <a:bodyPr lIns="137160" tIns="137160" rIns="137160" bIns="137160" anchor="ctr"/>
          <a:lstStyle>
            <a:lvl1pPr marL="132160" marR="0" indent="-132160" algn="l" defTabSz="685800" rtl="0" eaLnBrk="1" fontAlgn="auto" latinLnBrk="0" hangingPunct="1">
              <a:lnSpc>
                <a:spcPct val="100000"/>
              </a:lnSpc>
              <a:spcBef>
                <a:spcPct val="20000"/>
              </a:spcBef>
              <a:spcAft>
                <a:spcPts val="0"/>
              </a:spcAft>
              <a:buClr>
                <a:srgbClr val="B01C2E"/>
              </a:buClr>
              <a:buSzTx/>
              <a:buFont typeface="Wingdings 2" pitchFamily="18" charset="2"/>
              <a:buChar char=""/>
              <a:tabLst/>
              <a:defRPr sz="900"/>
            </a:lvl1pPr>
            <a:lvl2pPr marL="257175" indent="-125016">
              <a:buClr>
                <a:srgbClr val="B01C2E"/>
              </a:buClr>
              <a:buSzPct val="125000"/>
              <a:defRPr sz="900"/>
            </a:lvl2pPr>
            <a:lvl3pPr marL="389335" indent="-132160">
              <a:buClr>
                <a:srgbClr val="B01C2E"/>
              </a:buClr>
              <a:buFont typeface="Arial" pitchFamily="34" charset="0"/>
              <a:buChar char="–"/>
              <a:defRPr sz="900"/>
            </a:lvl3pPr>
            <a:lvl4pPr marL="514350" indent="-125016">
              <a:defRPr sz="1050"/>
            </a:lvl4pPr>
            <a:lvl5pPr marL="685800" indent="-125016">
              <a:defRPr sz="105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p:txBody>
      </p:sp>
      <p:sp>
        <p:nvSpPr>
          <p:cNvPr id="12" name="Rectangle 2"/>
          <p:cNvSpPr>
            <a:spLocks noGrp="1" noChangeArrowheads="1"/>
          </p:cNvSpPr>
          <p:nvPr>
            <p:ph type="title"/>
          </p:nvPr>
        </p:nvSpPr>
        <p:spPr bwMode="gray">
          <a:xfrm>
            <a:off x="452441" y="2"/>
            <a:ext cx="8239125" cy="898525"/>
          </a:xfrm>
          <a:prstGeom prst="rect">
            <a:avLst/>
          </a:prstGeom>
          <a:noFill/>
          <a:ln w="9525">
            <a:noFill/>
            <a:miter lim="800000"/>
            <a:headEnd/>
            <a:tailEnd/>
          </a:ln>
        </p:spPr>
        <p:txBody>
          <a:bodyPr vert="horz" wrap="square" lIns="0" tIns="0" rIns="0" bIns="0" numCol="1" anchor="b" anchorCtr="0" compatLnSpc="1">
            <a:prstTxWarp prst="textNoShape">
              <a:avLst/>
            </a:prstTxWarp>
          </a:bodyPr>
          <a:lstStyle>
            <a:lvl1pPr algn="l">
              <a:defRPr sz="1650"/>
            </a:lvl1pPr>
          </a:lstStyle>
          <a:p>
            <a:pPr lvl="0"/>
            <a:r>
              <a:rPr lang="en-US"/>
              <a:t>Click to edit Master title style</a:t>
            </a:r>
            <a:endParaRPr lang="en-US" dirty="0"/>
          </a:p>
        </p:txBody>
      </p:sp>
      <p:sp>
        <p:nvSpPr>
          <p:cNvPr id="15" name="Slide Number Placeholder 9"/>
          <p:cNvSpPr>
            <a:spLocks noGrp="1"/>
          </p:cNvSpPr>
          <p:nvPr>
            <p:ph type="sldNum" sz="quarter" idx="18"/>
          </p:nvPr>
        </p:nvSpPr>
        <p:spPr/>
        <p:txBody>
          <a:bodyPr/>
          <a:lstStyle>
            <a:lvl1pPr>
              <a:defRPr/>
            </a:lvl1pPr>
          </a:lstStyle>
          <a:p>
            <a:fld id="{0C10D6D8-3B97-854D-B9A2-DD1E2B17F6F0}" type="slidenum">
              <a:rPr lang="en-US" altLang="en-US"/>
              <a:pPr/>
              <a:t>‹#›</a:t>
            </a:fld>
            <a:endParaRPr lang="en-US" altLang="en-US"/>
          </a:p>
        </p:txBody>
      </p:sp>
      <p:sp>
        <p:nvSpPr>
          <p:cNvPr id="16" name="Footer Placeholder 13"/>
          <p:cNvSpPr>
            <a:spLocks noGrp="1"/>
          </p:cNvSpPr>
          <p:nvPr>
            <p:ph type="ftr" sz="quarter" idx="19"/>
          </p:nvPr>
        </p:nvSpPr>
        <p:spPr/>
        <p:txBody>
          <a:bodyPr/>
          <a:lstStyle>
            <a:lvl1pPr>
              <a:defRPr smtClean="0"/>
            </a:lvl1pPr>
          </a:lstStyle>
          <a:p>
            <a:pPr>
              <a:defRPr/>
            </a:pPr>
            <a:r>
              <a:rPr lang="en-US"/>
              <a:t>Ethical Debates, Econ Theories, Real-World Impacts</a:t>
            </a:r>
          </a:p>
        </p:txBody>
      </p:sp>
    </p:spTree>
  </p:cSld>
  <p:clrMapOvr>
    <a:masterClrMapping/>
  </p:clrMapOvr>
</p:sldLayout>
</file>

<file path=ppt/slideLayouts/slideLayout37.xml><?xml version="1.0" encoding="utf-8"?>
<p:sldLayout xmlns:a="http://schemas.openxmlformats.org/drawingml/2006/main" xmlns:r="http://schemas.openxmlformats.org/officeDocument/2006/relationships" xmlns:p="http://schemas.openxmlformats.org/presentationml/2006/main" preserve="1" userDrawn="1">
  <p:cSld name="Guidelines">
    <p:spTree>
      <p:nvGrpSpPr>
        <p:cNvPr id="1" name=""/>
        <p:cNvGrpSpPr/>
        <p:nvPr/>
      </p:nvGrpSpPr>
      <p:grpSpPr>
        <a:xfrm>
          <a:off x="0" y="0"/>
          <a:ext cx="0" cy="0"/>
          <a:chOff x="0" y="0"/>
          <a:chExt cx="0" cy="0"/>
        </a:xfrm>
      </p:grpSpPr>
      <p:sp>
        <p:nvSpPr>
          <p:cNvPr id="7" name="Parallelogram 6"/>
          <p:cNvSpPr/>
          <p:nvPr userDrawn="1"/>
        </p:nvSpPr>
        <p:spPr bwMode="auto">
          <a:xfrm>
            <a:off x="712789" y="1782765"/>
            <a:ext cx="7969250" cy="528637"/>
          </a:xfrm>
          <a:prstGeom prst="parallelogram">
            <a:avLst>
              <a:gd name="adj" fmla="val 135335"/>
            </a:avLst>
          </a:prstGeom>
          <a:gradFill>
            <a:gsLst>
              <a:gs pos="100000">
                <a:srgbClr val="666666"/>
              </a:gs>
              <a:gs pos="0">
                <a:schemeClr val="bg1">
                  <a:lumMod val="85000"/>
                </a:schemeClr>
              </a:gs>
            </a:gsLst>
            <a:lin ang="5400000" scaled="0"/>
          </a:gradFill>
          <a:ln w="9525" cap="flat" cmpd="sng" algn="ctr">
            <a:noFill/>
            <a:prstDash val="solid"/>
            <a:round/>
            <a:headEnd type="none" w="med" len="med"/>
            <a:tailEnd type="none" w="med" len="med"/>
          </a:ln>
          <a:effectLst/>
        </p:spPr>
        <p:txBody>
          <a:bodyPr/>
          <a:lstStyle/>
          <a:p>
            <a:pPr eaLnBrk="0" hangingPunct="0">
              <a:defRPr/>
            </a:pPr>
            <a:endParaRPr lang="en-US" sz="1350">
              <a:latin typeface="Arial" charset="0"/>
              <a:ea typeface="+mn-ea"/>
            </a:endParaRPr>
          </a:p>
        </p:txBody>
      </p:sp>
      <p:sp>
        <p:nvSpPr>
          <p:cNvPr id="8" name="Parallelogram 7"/>
          <p:cNvSpPr/>
          <p:nvPr userDrawn="1"/>
        </p:nvSpPr>
        <p:spPr bwMode="auto">
          <a:xfrm>
            <a:off x="712789" y="5300665"/>
            <a:ext cx="7969250" cy="530225"/>
          </a:xfrm>
          <a:prstGeom prst="parallelogram">
            <a:avLst>
              <a:gd name="adj" fmla="val 135335"/>
            </a:avLst>
          </a:prstGeom>
          <a:gradFill>
            <a:gsLst>
              <a:gs pos="100000">
                <a:srgbClr val="666666"/>
              </a:gs>
              <a:gs pos="0">
                <a:schemeClr val="bg1">
                  <a:lumMod val="85000"/>
                </a:schemeClr>
              </a:gs>
            </a:gsLst>
            <a:lin ang="5400000" scaled="0"/>
          </a:gradFill>
          <a:ln w="9525" cap="flat" cmpd="sng" algn="ctr">
            <a:noFill/>
            <a:prstDash val="solid"/>
            <a:round/>
            <a:headEnd type="none" w="med" len="med"/>
            <a:tailEnd type="none" w="med" len="med"/>
          </a:ln>
          <a:effectLst/>
        </p:spPr>
        <p:txBody>
          <a:bodyPr/>
          <a:lstStyle/>
          <a:p>
            <a:pPr eaLnBrk="0" hangingPunct="0">
              <a:defRPr/>
            </a:pPr>
            <a:endParaRPr lang="en-US" sz="1350">
              <a:latin typeface="Arial" charset="0"/>
              <a:ea typeface="+mn-ea"/>
            </a:endParaRPr>
          </a:p>
        </p:txBody>
      </p:sp>
      <p:sp>
        <p:nvSpPr>
          <p:cNvPr id="14" name="Parallelogram 13"/>
          <p:cNvSpPr/>
          <p:nvPr userDrawn="1"/>
        </p:nvSpPr>
        <p:spPr bwMode="auto">
          <a:xfrm>
            <a:off x="712789" y="4129090"/>
            <a:ext cx="7969250" cy="528637"/>
          </a:xfrm>
          <a:prstGeom prst="parallelogram">
            <a:avLst>
              <a:gd name="adj" fmla="val 135335"/>
            </a:avLst>
          </a:prstGeom>
          <a:gradFill>
            <a:gsLst>
              <a:gs pos="100000">
                <a:srgbClr val="666666"/>
              </a:gs>
              <a:gs pos="0">
                <a:schemeClr val="bg1">
                  <a:lumMod val="85000"/>
                </a:schemeClr>
              </a:gs>
            </a:gsLst>
            <a:lin ang="5400000" scaled="0"/>
          </a:gradFill>
          <a:ln w="9525" cap="flat" cmpd="sng" algn="ctr">
            <a:noFill/>
            <a:prstDash val="solid"/>
            <a:round/>
            <a:headEnd type="none" w="med" len="med"/>
            <a:tailEnd type="none" w="med" len="med"/>
          </a:ln>
          <a:effectLst/>
        </p:spPr>
        <p:txBody>
          <a:bodyPr/>
          <a:lstStyle/>
          <a:p>
            <a:pPr eaLnBrk="0" hangingPunct="0">
              <a:defRPr/>
            </a:pPr>
            <a:endParaRPr lang="en-US" sz="1350">
              <a:latin typeface="Arial" charset="0"/>
              <a:ea typeface="+mn-ea"/>
            </a:endParaRPr>
          </a:p>
        </p:txBody>
      </p:sp>
      <p:sp>
        <p:nvSpPr>
          <p:cNvPr id="15" name="Parallelogram 14"/>
          <p:cNvSpPr/>
          <p:nvPr userDrawn="1"/>
        </p:nvSpPr>
        <p:spPr bwMode="auto">
          <a:xfrm>
            <a:off x="712789" y="2955925"/>
            <a:ext cx="7969250" cy="528638"/>
          </a:xfrm>
          <a:prstGeom prst="parallelogram">
            <a:avLst>
              <a:gd name="adj" fmla="val 135335"/>
            </a:avLst>
          </a:prstGeom>
          <a:gradFill>
            <a:gsLst>
              <a:gs pos="100000">
                <a:srgbClr val="666666"/>
              </a:gs>
              <a:gs pos="0">
                <a:schemeClr val="bg1">
                  <a:lumMod val="85000"/>
                </a:schemeClr>
              </a:gs>
            </a:gsLst>
            <a:lin ang="5400000" scaled="0"/>
          </a:gradFill>
          <a:ln w="9525" cap="flat" cmpd="sng" algn="ctr">
            <a:noFill/>
            <a:prstDash val="solid"/>
            <a:round/>
            <a:headEnd type="none" w="med" len="med"/>
            <a:tailEnd type="none" w="med" len="med"/>
          </a:ln>
          <a:effectLst/>
        </p:spPr>
        <p:txBody>
          <a:bodyPr/>
          <a:lstStyle/>
          <a:p>
            <a:pPr eaLnBrk="0" hangingPunct="0">
              <a:defRPr/>
            </a:pPr>
            <a:endParaRPr lang="en-US" sz="1350">
              <a:latin typeface="Arial" charset="0"/>
              <a:ea typeface="+mn-ea"/>
            </a:endParaRPr>
          </a:p>
        </p:txBody>
      </p:sp>
      <p:sp>
        <p:nvSpPr>
          <p:cNvPr id="9" name="Content Placeholder 3"/>
          <p:cNvSpPr>
            <a:spLocks noGrp="1"/>
          </p:cNvSpPr>
          <p:nvPr>
            <p:ph sz="half" idx="12"/>
          </p:nvPr>
        </p:nvSpPr>
        <p:spPr>
          <a:xfrm>
            <a:off x="708691" y="1501649"/>
            <a:ext cx="7450574" cy="789371"/>
          </a:xfrm>
          <a:prstGeom prst="parallelogram">
            <a:avLst/>
          </a:prstGeom>
          <a:solidFill>
            <a:schemeClr val="accent1"/>
          </a:solidFill>
          <a:ln w="6350">
            <a:noFill/>
          </a:ln>
        </p:spPr>
        <p:txBody>
          <a:bodyPr lIns="137160" tIns="137160" rIns="137160" bIns="137160" anchor="ctr"/>
          <a:lstStyle>
            <a:lvl1pPr marL="132160" indent="-132160" algn="ctr">
              <a:buNone/>
              <a:defRPr sz="900" b="1">
                <a:solidFill>
                  <a:schemeClr val="bg1"/>
                </a:solidFill>
              </a:defRPr>
            </a:lvl1pPr>
            <a:lvl2pPr marL="257175" indent="-125016">
              <a:buSzPct val="125000"/>
              <a:defRPr sz="1050"/>
            </a:lvl2pPr>
            <a:lvl3pPr marL="389335" indent="-132160">
              <a:defRPr sz="1050"/>
            </a:lvl3pPr>
            <a:lvl4pPr marL="514350" indent="-125016">
              <a:defRPr sz="1050"/>
            </a:lvl4pPr>
            <a:lvl5pPr marL="685800" indent="-125016">
              <a:defRPr sz="1050"/>
            </a:lvl5pPr>
            <a:lvl6pPr>
              <a:defRPr sz="1200"/>
            </a:lvl6pPr>
            <a:lvl7pPr>
              <a:defRPr sz="1200"/>
            </a:lvl7pPr>
            <a:lvl8pPr>
              <a:defRPr sz="1200"/>
            </a:lvl8pPr>
            <a:lvl9pPr>
              <a:defRPr sz="1200"/>
            </a:lvl9pPr>
          </a:lstStyle>
          <a:p>
            <a:pPr lvl="0"/>
            <a:r>
              <a:rPr lang="en-US"/>
              <a:t>Click to edit Master text styles</a:t>
            </a:r>
          </a:p>
        </p:txBody>
      </p:sp>
      <p:sp>
        <p:nvSpPr>
          <p:cNvPr id="10" name="Content Placeholder 3"/>
          <p:cNvSpPr>
            <a:spLocks noGrp="1"/>
          </p:cNvSpPr>
          <p:nvPr>
            <p:ph sz="half" idx="13"/>
          </p:nvPr>
        </p:nvSpPr>
        <p:spPr>
          <a:xfrm>
            <a:off x="708691" y="5019704"/>
            <a:ext cx="7450574" cy="789371"/>
          </a:xfrm>
          <a:prstGeom prst="parallelogram">
            <a:avLst/>
          </a:prstGeom>
          <a:solidFill>
            <a:schemeClr val="accent1"/>
          </a:solidFill>
          <a:ln w="6350">
            <a:noFill/>
          </a:ln>
        </p:spPr>
        <p:txBody>
          <a:bodyPr lIns="137160" tIns="137160" rIns="137160" bIns="137160" anchor="ctr"/>
          <a:lstStyle>
            <a:lvl1pPr marL="132160" marR="0" indent="-132160" algn="ctr" defTabSz="685800" rtl="0" eaLnBrk="1" fontAlgn="auto" latinLnBrk="0" hangingPunct="1">
              <a:lnSpc>
                <a:spcPct val="100000"/>
              </a:lnSpc>
              <a:spcBef>
                <a:spcPct val="20000"/>
              </a:spcBef>
              <a:spcAft>
                <a:spcPts val="0"/>
              </a:spcAft>
              <a:buClrTx/>
              <a:buSzTx/>
              <a:buFont typeface="Arial" pitchFamily="34" charset="0"/>
              <a:buNone/>
              <a:tabLst/>
              <a:defRPr sz="900" b="1">
                <a:solidFill>
                  <a:schemeClr val="bg1"/>
                </a:solidFill>
              </a:defRPr>
            </a:lvl1pPr>
            <a:lvl2pPr marL="257175" indent="-125016">
              <a:buSzPct val="125000"/>
              <a:defRPr sz="1050"/>
            </a:lvl2pPr>
            <a:lvl3pPr marL="389335" indent="-132160">
              <a:defRPr sz="1050"/>
            </a:lvl3pPr>
            <a:lvl4pPr marL="514350" indent="-125016">
              <a:defRPr sz="1050"/>
            </a:lvl4pPr>
            <a:lvl5pPr marL="685800" indent="-125016">
              <a:defRPr sz="1050"/>
            </a:lvl5pPr>
            <a:lvl6pPr>
              <a:defRPr sz="1200"/>
            </a:lvl6pPr>
            <a:lvl7pPr>
              <a:defRPr sz="1200"/>
            </a:lvl7pPr>
            <a:lvl8pPr>
              <a:defRPr sz="1200"/>
            </a:lvl8pPr>
            <a:lvl9pPr>
              <a:defRPr sz="1200"/>
            </a:lvl9pPr>
          </a:lstStyle>
          <a:p>
            <a:pPr lvl="0"/>
            <a:r>
              <a:rPr lang="en-US"/>
              <a:t>Click to edit Master text styles</a:t>
            </a:r>
          </a:p>
        </p:txBody>
      </p:sp>
      <p:sp>
        <p:nvSpPr>
          <p:cNvPr id="11" name="Content Placeholder 3"/>
          <p:cNvSpPr>
            <a:spLocks noGrp="1"/>
          </p:cNvSpPr>
          <p:nvPr>
            <p:ph sz="half" idx="14"/>
          </p:nvPr>
        </p:nvSpPr>
        <p:spPr>
          <a:xfrm>
            <a:off x="708691" y="3847017"/>
            <a:ext cx="7450574" cy="789371"/>
          </a:xfrm>
          <a:prstGeom prst="parallelogram">
            <a:avLst/>
          </a:prstGeom>
          <a:solidFill>
            <a:schemeClr val="accent1"/>
          </a:solidFill>
          <a:ln w="6350">
            <a:noFill/>
          </a:ln>
        </p:spPr>
        <p:txBody>
          <a:bodyPr lIns="137160" tIns="137160" rIns="137160" bIns="137160" anchor="ctr"/>
          <a:lstStyle>
            <a:lvl1pPr marL="132160" indent="-132160" algn="ctr">
              <a:buNone/>
              <a:defRPr sz="900" b="1">
                <a:solidFill>
                  <a:schemeClr val="bg1"/>
                </a:solidFill>
              </a:defRPr>
            </a:lvl1pPr>
            <a:lvl2pPr marL="257175" indent="-125016">
              <a:buSzPct val="125000"/>
              <a:defRPr sz="1050"/>
            </a:lvl2pPr>
            <a:lvl3pPr marL="389335" indent="-132160">
              <a:defRPr sz="1050"/>
            </a:lvl3pPr>
            <a:lvl4pPr marL="514350" indent="-125016">
              <a:defRPr sz="1050"/>
            </a:lvl4pPr>
            <a:lvl5pPr marL="685800" indent="-125016">
              <a:defRPr sz="1050"/>
            </a:lvl5pPr>
            <a:lvl6pPr>
              <a:defRPr sz="1200"/>
            </a:lvl6pPr>
            <a:lvl7pPr>
              <a:defRPr sz="1200"/>
            </a:lvl7pPr>
            <a:lvl8pPr>
              <a:defRPr sz="1200"/>
            </a:lvl8pPr>
            <a:lvl9pPr>
              <a:defRPr sz="1200"/>
            </a:lvl9pPr>
          </a:lstStyle>
          <a:p>
            <a:pPr lvl="0"/>
            <a:r>
              <a:rPr lang="en-US"/>
              <a:t>Click to edit Master text styles</a:t>
            </a:r>
          </a:p>
        </p:txBody>
      </p:sp>
      <p:sp>
        <p:nvSpPr>
          <p:cNvPr id="12" name="Content Placeholder 3"/>
          <p:cNvSpPr>
            <a:spLocks noGrp="1"/>
          </p:cNvSpPr>
          <p:nvPr>
            <p:ph sz="half" idx="15"/>
          </p:nvPr>
        </p:nvSpPr>
        <p:spPr>
          <a:xfrm>
            <a:off x="708691" y="2674336"/>
            <a:ext cx="7450574" cy="789371"/>
          </a:xfrm>
          <a:prstGeom prst="parallelogram">
            <a:avLst/>
          </a:prstGeom>
          <a:solidFill>
            <a:schemeClr val="accent1"/>
          </a:solidFill>
          <a:ln w="6350">
            <a:noFill/>
          </a:ln>
        </p:spPr>
        <p:txBody>
          <a:bodyPr lIns="137160" tIns="137160" rIns="137160" bIns="137160" anchor="ctr"/>
          <a:lstStyle>
            <a:lvl1pPr marL="132160" indent="-132160" algn="ctr">
              <a:buNone/>
              <a:defRPr sz="900" b="1">
                <a:solidFill>
                  <a:schemeClr val="bg1"/>
                </a:solidFill>
              </a:defRPr>
            </a:lvl1pPr>
            <a:lvl2pPr marL="257175" indent="-125016">
              <a:buSzPct val="125000"/>
              <a:defRPr sz="1050"/>
            </a:lvl2pPr>
            <a:lvl3pPr marL="389335" indent="-132160">
              <a:defRPr sz="1050"/>
            </a:lvl3pPr>
            <a:lvl4pPr marL="514350" indent="-125016">
              <a:defRPr sz="1050"/>
            </a:lvl4pPr>
            <a:lvl5pPr marL="685800" indent="-125016">
              <a:defRPr sz="1050"/>
            </a:lvl5pPr>
            <a:lvl6pPr>
              <a:defRPr sz="1200"/>
            </a:lvl6pPr>
            <a:lvl7pPr>
              <a:defRPr sz="1200"/>
            </a:lvl7pPr>
            <a:lvl8pPr>
              <a:defRPr sz="1200"/>
            </a:lvl8pPr>
            <a:lvl9pPr>
              <a:defRPr sz="1200"/>
            </a:lvl9pPr>
          </a:lstStyle>
          <a:p>
            <a:pPr lvl="0"/>
            <a:r>
              <a:rPr lang="en-US"/>
              <a:t>Click to edit Master text styles</a:t>
            </a:r>
          </a:p>
        </p:txBody>
      </p:sp>
      <p:sp>
        <p:nvSpPr>
          <p:cNvPr id="13" name="Rectangle 2"/>
          <p:cNvSpPr>
            <a:spLocks noGrp="1" noChangeArrowheads="1"/>
          </p:cNvSpPr>
          <p:nvPr>
            <p:ph type="title"/>
          </p:nvPr>
        </p:nvSpPr>
        <p:spPr bwMode="gray">
          <a:xfrm>
            <a:off x="452441" y="2"/>
            <a:ext cx="8239125" cy="898525"/>
          </a:xfrm>
          <a:prstGeom prst="rect">
            <a:avLst/>
          </a:prstGeom>
          <a:noFill/>
          <a:ln w="9525">
            <a:noFill/>
            <a:miter lim="800000"/>
            <a:headEnd/>
            <a:tailEnd/>
          </a:ln>
        </p:spPr>
        <p:txBody>
          <a:bodyPr vert="horz" wrap="square" lIns="0" tIns="0" rIns="0" bIns="0" numCol="1" anchor="b" anchorCtr="0" compatLnSpc="1">
            <a:prstTxWarp prst="textNoShape">
              <a:avLst/>
            </a:prstTxWarp>
          </a:bodyPr>
          <a:lstStyle>
            <a:lvl1pPr algn="l">
              <a:defRPr sz="1650"/>
            </a:lvl1pPr>
          </a:lstStyle>
          <a:p>
            <a:pPr lvl="0"/>
            <a:r>
              <a:rPr lang="en-US"/>
              <a:t>Click to edit Master title style</a:t>
            </a:r>
            <a:endParaRPr lang="en-US" dirty="0"/>
          </a:p>
        </p:txBody>
      </p:sp>
      <p:sp>
        <p:nvSpPr>
          <p:cNvPr id="16" name="Slide Number Placeholder 9"/>
          <p:cNvSpPr>
            <a:spLocks noGrp="1"/>
          </p:cNvSpPr>
          <p:nvPr>
            <p:ph type="sldNum" sz="quarter" idx="16"/>
          </p:nvPr>
        </p:nvSpPr>
        <p:spPr/>
        <p:txBody>
          <a:bodyPr/>
          <a:lstStyle>
            <a:lvl1pPr>
              <a:defRPr/>
            </a:lvl1pPr>
          </a:lstStyle>
          <a:p>
            <a:fld id="{97E92AD8-7AD1-8240-8596-9839AB315E2F}" type="slidenum">
              <a:rPr lang="en-US" altLang="en-US"/>
              <a:pPr/>
              <a:t>‹#›</a:t>
            </a:fld>
            <a:endParaRPr lang="en-US" altLang="en-US"/>
          </a:p>
        </p:txBody>
      </p:sp>
      <p:sp>
        <p:nvSpPr>
          <p:cNvPr id="17" name="Footer Placeholder 14"/>
          <p:cNvSpPr>
            <a:spLocks noGrp="1"/>
          </p:cNvSpPr>
          <p:nvPr>
            <p:ph type="ftr" sz="quarter" idx="17"/>
          </p:nvPr>
        </p:nvSpPr>
        <p:spPr/>
        <p:txBody>
          <a:bodyPr/>
          <a:lstStyle>
            <a:lvl1pPr>
              <a:defRPr smtClean="0"/>
            </a:lvl1pPr>
          </a:lstStyle>
          <a:p>
            <a:pPr>
              <a:defRPr/>
            </a:pPr>
            <a:r>
              <a:rPr lang="en-US"/>
              <a:t>Ethical Debates, Econ Theories, Real-World Impacts</a:t>
            </a:r>
          </a:p>
        </p:txBody>
      </p:sp>
    </p:spTree>
  </p:cSld>
  <p:clrMapOvr>
    <a:masterClrMapping/>
  </p:clrMapOvr>
</p:sldLayout>
</file>

<file path=ppt/slideLayouts/slideLayout38.xml><?xml version="1.0" encoding="utf-8"?>
<p:sldLayout xmlns:a="http://schemas.openxmlformats.org/drawingml/2006/main" xmlns:r="http://schemas.openxmlformats.org/officeDocument/2006/relationships" xmlns:p="http://schemas.openxmlformats.org/presentationml/2006/main" preserve="1" userDrawn="1">
  <p:cSld name="Phases and threads with chevrons">
    <p:spTree>
      <p:nvGrpSpPr>
        <p:cNvPr id="1" name=""/>
        <p:cNvGrpSpPr/>
        <p:nvPr/>
      </p:nvGrpSpPr>
      <p:grpSpPr>
        <a:xfrm>
          <a:off x="0" y="0"/>
          <a:ext cx="0" cy="0"/>
          <a:chOff x="0" y="0"/>
          <a:chExt cx="0" cy="0"/>
        </a:xfrm>
      </p:grpSpPr>
      <p:cxnSp>
        <p:nvCxnSpPr>
          <p:cNvPr id="22" name="Straight Connector 8"/>
          <p:cNvCxnSpPr>
            <a:cxnSpLocks noChangeShapeType="1"/>
          </p:cNvCxnSpPr>
          <p:nvPr userDrawn="1"/>
        </p:nvCxnSpPr>
        <p:spPr bwMode="auto">
          <a:xfrm>
            <a:off x="477838" y="3294065"/>
            <a:ext cx="7988300" cy="1587"/>
          </a:xfrm>
          <a:prstGeom prst="line">
            <a:avLst/>
          </a:prstGeom>
          <a:noFill/>
          <a:ln w="12700">
            <a:solidFill>
              <a:srgbClr val="A9A9A9"/>
            </a:solidFill>
            <a:prstDash val="dash"/>
            <a:round/>
            <a:headEnd/>
            <a:tailEnd/>
          </a:ln>
          <a:extLst>
            <a:ext uri="{909E8E84-426E-40DD-AFC4-6F175D3DCCD1}">
              <a14:hiddenFill xmlns:a14="http://schemas.microsoft.com/office/drawing/2010/main">
                <a:noFill/>
              </a14:hiddenFill>
            </a:ext>
          </a:extLst>
        </p:spPr>
      </p:cxnSp>
      <p:cxnSp>
        <p:nvCxnSpPr>
          <p:cNvPr id="23" name="Straight Connector 9"/>
          <p:cNvCxnSpPr>
            <a:cxnSpLocks noChangeShapeType="1"/>
          </p:cNvCxnSpPr>
          <p:nvPr userDrawn="1"/>
        </p:nvCxnSpPr>
        <p:spPr bwMode="auto">
          <a:xfrm>
            <a:off x="477838" y="4670425"/>
            <a:ext cx="7988300" cy="1588"/>
          </a:xfrm>
          <a:prstGeom prst="line">
            <a:avLst/>
          </a:prstGeom>
          <a:noFill/>
          <a:ln w="12700">
            <a:solidFill>
              <a:srgbClr val="A9A9A9"/>
            </a:solidFill>
            <a:prstDash val="dash"/>
            <a:round/>
            <a:headEnd/>
            <a:tailEnd/>
          </a:ln>
          <a:extLst>
            <a:ext uri="{909E8E84-426E-40DD-AFC4-6F175D3DCCD1}">
              <a14:hiddenFill xmlns:a14="http://schemas.microsoft.com/office/drawing/2010/main">
                <a:noFill/>
              </a14:hiddenFill>
            </a:ext>
          </a:extLst>
        </p:spPr>
      </p:cxnSp>
      <p:cxnSp>
        <p:nvCxnSpPr>
          <p:cNvPr id="24" name="Straight Connector 10"/>
          <p:cNvCxnSpPr>
            <a:cxnSpLocks noChangeShapeType="1"/>
          </p:cNvCxnSpPr>
          <p:nvPr userDrawn="1"/>
        </p:nvCxnSpPr>
        <p:spPr bwMode="auto">
          <a:xfrm>
            <a:off x="477838" y="6046790"/>
            <a:ext cx="7988300" cy="1587"/>
          </a:xfrm>
          <a:prstGeom prst="line">
            <a:avLst/>
          </a:prstGeom>
          <a:noFill/>
          <a:ln w="12700">
            <a:solidFill>
              <a:srgbClr val="A9A9A9"/>
            </a:solidFill>
            <a:prstDash val="dash"/>
            <a:round/>
            <a:headEnd/>
            <a:tailEnd/>
          </a:ln>
          <a:extLst>
            <a:ext uri="{909E8E84-426E-40DD-AFC4-6F175D3DCCD1}">
              <a14:hiddenFill xmlns:a14="http://schemas.microsoft.com/office/drawing/2010/main">
                <a:noFill/>
              </a14:hiddenFill>
            </a:ext>
          </a:extLst>
        </p:spPr>
      </p:cxnSp>
      <p:sp>
        <p:nvSpPr>
          <p:cNvPr id="5" name="Text Placeholder 12"/>
          <p:cNvSpPr>
            <a:spLocks noGrp="1"/>
          </p:cNvSpPr>
          <p:nvPr>
            <p:ph type="body" sz="quarter" idx="12"/>
          </p:nvPr>
        </p:nvSpPr>
        <p:spPr>
          <a:xfrm>
            <a:off x="1582996" y="1290644"/>
            <a:ext cx="1870718" cy="600507"/>
          </a:xfrm>
          <a:prstGeom prst="homePlate">
            <a:avLst>
              <a:gd name="adj" fmla="val 31973"/>
            </a:avLst>
          </a:prstGeom>
          <a:solidFill>
            <a:schemeClr val="accent1"/>
          </a:solidFill>
          <a:ln w="6350">
            <a:solidFill>
              <a:srgbClr val="A9A9A9"/>
            </a:solidFill>
          </a:ln>
        </p:spPr>
        <p:txBody>
          <a:bodyPr lIns="91440" tIns="137160" rIns="91440" bIns="137160" anchor="ctr"/>
          <a:lstStyle>
            <a:lvl1pPr marL="0" indent="0" algn="ctr">
              <a:buNone/>
              <a:defRPr sz="900" b="1">
                <a:solidFill>
                  <a:schemeClr val="bg1"/>
                </a:solidFill>
              </a:defRPr>
            </a:lvl1pPr>
            <a:lvl2pPr marL="255985" indent="-127397">
              <a:defRPr sz="900"/>
            </a:lvl2pPr>
            <a:lvl3pPr marL="384572" indent="-128588">
              <a:defRPr sz="900"/>
            </a:lvl3pPr>
            <a:lvl4pPr marL="511969" indent="-127397">
              <a:defRPr sz="900"/>
            </a:lvl4pPr>
            <a:lvl5pPr marL="640556" indent="-128588">
              <a:defRPr sz="900"/>
            </a:lvl5pPr>
          </a:lstStyle>
          <a:p>
            <a:pPr lvl="0"/>
            <a:r>
              <a:rPr lang="en-US"/>
              <a:t>Click to edit Master text styles</a:t>
            </a:r>
          </a:p>
        </p:txBody>
      </p:sp>
      <p:sp>
        <p:nvSpPr>
          <p:cNvPr id="6" name="Text Placeholder 12"/>
          <p:cNvSpPr>
            <a:spLocks noGrp="1"/>
          </p:cNvSpPr>
          <p:nvPr>
            <p:ph type="body" sz="quarter" idx="15"/>
          </p:nvPr>
        </p:nvSpPr>
        <p:spPr>
          <a:xfrm>
            <a:off x="6896505" y="1290644"/>
            <a:ext cx="1903870" cy="600507"/>
          </a:xfrm>
          <a:prstGeom prst="chevron">
            <a:avLst>
              <a:gd name="adj" fmla="val 31246"/>
            </a:avLst>
          </a:prstGeom>
          <a:solidFill>
            <a:schemeClr val="accent1"/>
          </a:solidFill>
          <a:ln w="6350">
            <a:solidFill>
              <a:srgbClr val="A9A9A9"/>
            </a:solidFill>
          </a:ln>
        </p:spPr>
        <p:txBody>
          <a:bodyPr lIns="91440" tIns="137160" rIns="91440" bIns="137160" anchor="ctr"/>
          <a:lstStyle>
            <a:lvl1pPr marL="0" indent="0" algn="ctr">
              <a:buNone/>
              <a:defRPr sz="900" b="1">
                <a:solidFill>
                  <a:schemeClr val="bg1"/>
                </a:solidFill>
              </a:defRPr>
            </a:lvl1pPr>
            <a:lvl2pPr marL="255985" indent="-127397">
              <a:defRPr sz="900"/>
            </a:lvl2pPr>
            <a:lvl3pPr marL="384572" indent="-128588">
              <a:defRPr sz="900"/>
            </a:lvl3pPr>
            <a:lvl4pPr marL="511969" indent="-127397">
              <a:defRPr sz="900"/>
            </a:lvl4pPr>
            <a:lvl5pPr marL="640556" indent="-128588">
              <a:defRPr sz="900"/>
            </a:lvl5pPr>
          </a:lstStyle>
          <a:p>
            <a:pPr lvl="0"/>
            <a:r>
              <a:rPr lang="en-US"/>
              <a:t>Click to edit Master text styles</a:t>
            </a:r>
          </a:p>
        </p:txBody>
      </p:sp>
      <p:sp>
        <p:nvSpPr>
          <p:cNvPr id="7" name="Text Placeholder 12"/>
          <p:cNvSpPr>
            <a:spLocks noGrp="1"/>
          </p:cNvSpPr>
          <p:nvPr>
            <p:ph type="body" sz="quarter" idx="30"/>
          </p:nvPr>
        </p:nvSpPr>
        <p:spPr>
          <a:xfrm>
            <a:off x="5114285" y="1290644"/>
            <a:ext cx="1903870" cy="600507"/>
          </a:xfrm>
          <a:prstGeom prst="chevron">
            <a:avLst>
              <a:gd name="adj" fmla="val 31246"/>
            </a:avLst>
          </a:prstGeom>
          <a:solidFill>
            <a:schemeClr val="accent1"/>
          </a:solidFill>
          <a:ln w="6350">
            <a:solidFill>
              <a:srgbClr val="A9A9A9"/>
            </a:solidFill>
          </a:ln>
        </p:spPr>
        <p:txBody>
          <a:bodyPr lIns="91440" tIns="137160" rIns="91440" bIns="137160" anchor="ctr"/>
          <a:lstStyle>
            <a:lvl1pPr marL="0" marR="0" indent="0" algn="ctr" defTabSz="685800" rtl="0" eaLnBrk="1" fontAlgn="auto" latinLnBrk="0" hangingPunct="1">
              <a:lnSpc>
                <a:spcPct val="100000"/>
              </a:lnSpc>
              <a:spcBef>
                <a:spcPct val="20000"/>
              </a:spcBef>
              <a:spcAft>
                <a:spcPts val="0"/>
              </a:spcAft>
              <a:buClrTx/>
              <a:buSzTx/>
              <a:buFont typeface="Arial" pitchFamily="34" charset="0"/>
              <a:buNone/>
              <a:tabLst/>
              <a:defRPr sz="900" b="1">
                <a:solidFill>
                  <a:schemeClr val="bg1"/>
                </a:solidFill>
              </a:defRPr>
            </a:lvl1pPr>
            <a:lvl2pPr marL="255985" indent="-127397">
              <a:defRPr sz="900"/>
            </a:lvl2pPr>
            <a:lvl3pPr marL="384572" indent="-128588">
              <a:defRPr sz="900"/>
            </a:lvl3pPr>
            <a:lvl4pPr marL="511969" indent="-127397">
              <a:defRPr sz="900"/>
            </a:lvl4pPr>
            <a:lvl5pPr marL="640556" indent="-128588">
              <a:defRPr sz="900"/>
            </a:lvl5pPr>
          </a:lstStyle>
          <a:p>
            <a:pPr lvl="0"/>
            <a:r>
              <a:rPr lang="en-US"/>
              <a:t>Click to edit Master text styles</a:t>
            </a:r>
          </a:p>
        </p:txBody>
      </p:sp>
      <p:sp>
        <p:nvSpPr>
          <p:cNvPr id="8" name="Text Placeholder 12"/>
          <p:cNvSpPr>
            <a:spLocks noGrp="1"/>
          </p:cNvSpPr>
          <p:nvPr>
            <p:ph type="body" sz="quarter" idx="31"/>
          </p:nvPr>
        </p:nvSpPr>
        <p:spPr>
          <a:xfrm>
            <a:off x="3332064" y="1290644"/>
            <a:ext cx="1903870" cy="600507"/>
          </a:xfrm>
          <a:prstGeom prst="chevron">
            <a:avLst>
              <a:gd name="adj" fmla="val 31246"/>
            </a:avLst>
          </a:prstGeom>
          <a:solidFill>
            <a:schemeClr val="accent1"/>
          </a:solidFill>
          <a:ln w="6350">
            <a:solidFill>
              <a:srgbClr val="A9A9A9"/>
            </a:solidFill>
          </a:ln>
        </p:spPr>
        <p:txBody>
          <a:bodyPr lIns="91440" tIns="137160" rIns="91440" bIns="137160" anchor="ctr"/>
          <a:lstStyle>
            <a:lvl1pPr marL="0" indent="0" algn="ctr">
              <a:buNone/>
              <a:defRPr sz="900" b="1">
                <a:solidFill>
                  <a:schemeClr val="bg1"/>
                </a:solidFill>
              </a:defRPr>
            </a:lvl1pPr>
            <a:lvl2pPr marL="255985" indent="-127397">
              <a:defRPr sz="900"/>
            </a:lvl2pPr>
            <a:lvl3pPr marL="384572" indent="-128588">
              <a:defRPr sz="900"/>
            </a:lvl3pPr>
            <a:lvl4pPr marL="511969" indent="-127397">
              <a:defRPr sz="900"/>
            </a:lvl4pPr>
            <a:lvl5pPr marL="640556" indent="-128588">
              <a:defRPr sz="900"/>
            </a:lvl5pPr>
          </a:lstStyle>
          <a:p>
            <a:pPr lvl="0"/>
            <a:r>
              <a:rPr lang="en-US"/>
              <a:t>Click to edit Master text styles</a:t>
            </a:r>
          </a:p>
        </p:txBody>
      </p:sp>
      <p:sp>
        <p:nvSpPr>
          <p:cNvPr id="9" name="Text Placeholder 12"/>
          <p:cNvSpPr>
            <a:spLocks noGrp="1"/>
          </p:cNvSpPr>
          <p:nvPr>
            <p:ph type="body" sz="quarter" idx="11"/>
          </p:nvPr>
        </p:nvSpPr>
        <p:spPr>
          <a:xfrm>
            <a:off x="457200" y="2068960"/>
            <a:ext cx="1005840" cy="1124712"/>
          </a:xfrm>
          <a:prstGeom prst="rect">
            <a:avLst/>
          </a:prstGeom>
          <a:ln w="6350">
            <a:solidFill>
              <a:srgbClr val="A9A9A9"/>
            </a:solidFill>
          </a:ln>
        </p:spPr>
        <p:txBody>
          <a:bodyPr lIns="45720" tIns="45720" rIns="45720" bIns="45720" anchor="t" anchorCtr="0"/>
          <a:lstStyle>
            <a:lvl1pPr marL="128588" indent="-128588">
              <a:buClr>
                <a:srgbClr val="B01C2E"/>
              </a:buClr>
              <a:buFont typeface="Wingdings 2" pitchFamily="18" charset="2"/>
              <a:buChar char=""/>
              <a:defRPr sz="825" baseline="0"/>
            </a:lvl1pPr>
            <a:lvl2pPr marL="255985" indent="-127397">
              <a:buClr>
                <a:srgbClr val="B01C2E"/>
              </a:buClr>
              <a:buFont typeface="Arial" pitchFamily="34" charset="0"/>
              <a:buChar char="•"/>
              <a:defRPr sz="750"/>
            </a:lvl2pPr>
            <a:lvl3pPr marL="384572" indent="-128588">
              <a:buClr>
                <a:srgbClr val="B01C2E"/>
              </a:buClr>
              <a:buFont typeface="Arial" pitchFamily="34" charset="0"/>
              <a:buChar char="–"/>
              <a:defRPr sz="750"/>
            </a:lvl3pPr>
            <a:lvl4pPr marL="511969" indent="-127397">
              <a:buClr>
                <a:srgbClr val="B01C2E"/>
              </a:buClr>
              <a:defRPr sz="750"/>
            </a:lvl4pPr>
            <a:lvl5pPr marL="640556" indent="-128588">
              <a:buClr>
                <a:srgbClr val="B01C2E"/>
              </a:buClr>
              <a:buFont typeface="Arial" pitchFamily="34" charset="0"/>
              <a:buChar char="–"/>
              <a:defRPr sz="900"/>
            </a:lvl5pPr>
          </a:lstStyle>
          <a:p>
            <a:pPr lvl="0"/>
            <a:r>
              <a:rPr lang="en-US"/>
              <a:t>Click to edit Master text styles</a:t>
            </a:r>
          </a:p>
        </p:txBody>
      </p:sp>
      <p:sp>
        <p:nvSpPr>
          <p:cNvPr id="10" name="Text Placeholder 12"/>
          <p:cNvSpPr>
            <a:spLocks noGrp="1"/>
          </p:cNvSpPr>
          <p:nvPr>
            <p:ph type="body" sz="quarter" idx="32"/>
          </p:nvPr>
        </p:nvSpPr>
        <p:spPr>
          <a:xfrm>
            <a:off x="457200" y="3436667"/>
            <a:ext cx="1005840" cy="1124712"/>
          </a:xfrm>
          <a:prstGeom prst="rect">
            <a:avLst/>
          </a:prstGeom>
          <a:ln w="6350">
            <a:solidFill>
              <a:srgbClr val="A9A9A9"/>
            </a:solidFill>
          </a:ln>
        </p:spPr>
        <p:txBody>
          <a:bodyPr lIns="45720" tIns="45720" rIns="45720" bIns="45720" anchor="t" anchorCtr="0"/>
          <a:lstStyle>
            <a:lvl1pPr marL="128588" indent="-128588">
              <a:buClr>
                <a:srgbClr val="B01C2E"/>
              </a:buClr>
              <a:buFont typeface="Wingdings 2" pitchFamily="18" charset="2"/>
              <a:buChar char=""/>
              <a:defRPr sz="825" baseline="0"/>
            </a:lvl1pPr>
            <a:lvl2pPr marL="255985" indent="-127397">
              <a:buClr>
                <a:srgbClr val="B01C2E"/>
              </a:buClr>
              <a:buFont typeface="Arial" pitchFamily="34" charset="0"/>
              <a:buChar char="•"/>
              <a:defRPr sz="750"/>
            </a:lvl2pPr>
            <a:lvl3pPr marL="384572" indent="-128588">
              <a:buClr>
                <a:srgbClr val="B01C2E"/>
              </a:buClr>
              <a:buFont typeface="Arial" pitchFamily="34" charset="0"/>
              <a:buChar char="–"/>
              <a:defRPr sz="750"/>
            </a:lvl3pPr>
            <a:lvl4pPr marL="511969" indent="-127397">
              <a:buClr>
                <a:srgbClr val="B01C2E"/>
              </a:buClr>
              <a:defRPr sz="750"/>
            </a:lvl4pPr>
            <a:lvl5pPr marL="640556" indent="-128588">
              <a:buClr>
                <a:srgbClr val="B01C2E"/>
              </a:buClr>
              <a:buFont typeface="Arial" pitchFamily="34" charset="0"/>
              <a:buChar char="–"/>
              <a:defRPr sz="750"/>
            </a:lvl5pPr>
          </a:lstStyle>
          <a:p>
            <a:pPr lvl="0"/>
            <a:r>
              <a:rPr lang="en-US"/>
              <a:t>Click to edit Master text styles</a:t>
            </a:r>
          </a:p>
        </p:txBody>
      </p:sp>
      <p:sp>
        <p:nvSpPr>
          <p:cNvPr id="11" name="Text Placeholder 12"/>
          <p:cNvSpPr>
            <a:spLocks noGrp="1"/>
          </p:cNvSpPr>
          <p:nvPr>
            <p:ph type="body" sz="quarter" idx="33"/>
          </p:nvPr>
        </p:nvSpPr>
        <p:spPr>
          <a:xfrm>
            <a:off x="457200" y="4802487"/>
            <a:ext cx="1005840" cy="1124712"/>
          </a:xfrm>
          <a:prstGeom prst="rect">
            <a:avLst/>
          </a:prstGeom>
          <a:ln w="6350">
            <a:solidFill>
              <a:srgbClr val="A9A9A9"/>
            </a:solidFill>
          </a:ln>
        </p:spPr>
        <p:txBody>
          <a:bodyPr lIns="45720" tIns="45720" rIns="45720" bIns="45720" anchor="t" anchorCtr="0"/>
          <a:lstStyle>
            <a:lvl1pPr marL="128588" indent="-128588">
              <a:buClr>
                <a:srgbClr val="B01C2E"/>
              </a:buClr>
              <a:buFont typeface="Wingdings 2" pitchFamily="18" charset="2"/>
              <a:buChar char=""/>
              <a:defRPr sz="825" baseline="0"/>
            </a:lvl1pPr>
            <a:lvl2pPr marL="255985" indent="-127397">
              <a:buClr>
                <a:srgbClr val="B01C2E"/>
              </a:buClr>
              <a:buFont typeface="Arial" pitchFamily="34" charset="0"/>
              <a:buChar char="•"/>
              <a:defRPr sz="750"/>
            </a:lvl2pPr>
            <a:lvl3pPr marL="384572" indent="-128588">
              <a:buClr>
                <a:srgbClr val="B01C2E"/>
              </a:buClr>
              <a:buFont typeface="Arial" pitchFamily="34" charset="0"/>
              <a:buChar char="–"/>
              <a:defRPr sz="750"/>
            </a:lvl3pPr>
            <a:lvl4pPr marL="511969" indent="-127397">
              <a:buClr>
                <a:srgbClr val="B01C2E"/>
              </a:buClr>
              <a:defRPr sz="750"/>
            </a:lvl4pPr>
            <a:lvl5pPr marL="640556" indent="-128588">
              <a:buClr>
                <a:srgbClr val="B01C2E"/>
              </a:buClr>
              <a:buFont typeface="Arial" pitchFamily="34" charset="0"/>
              <a:buChar char="–"/>
              <a:defRPr sz="750"/>
            </a:lvl5pPr>
          </a:lstStyle>
          <a:p>
            <a:pPr lvl="0"/>
            <a:r>
              <a:rPr lang="en-US"/>
              <a:t>Click to edit Master text styles</a:t>
            </a:r>
          </a:p>
        </p:txBody>
      </p:sp>
      <p:sp>
        <p:nvSpPr>
          <p:cNvPr id="12" name="Text Placeholder 12"/>
          <p:cNvSpPr>
            <a:spLocks noGrp="1"/>
          </p:cNvSpPr>
          <p:nvPr>
            <p:ph type="body" sz="quarter" idx="34"/>
          </p:nvPr>
        </p:nvSpPr>
        <p:spPr>
          <a:xfrm>
            <a:off x="1582996" y="2068960"/>
            <a:ext cx="1655064" cy="1124712"/>
          </a:xfrm>
          <a:prstGeom prst="rect">
            <a:avLst/>
          </a:prstGeom>
          <a:ln w="6350">
            <a:solidFill>
              <a:srgbClr val="A9A9A9"/>
            </a:solidFill>
          </a:ln>
        </p:spPr>
        <p:txBody>
          <a:bodyPr lIns="45720" tIns="45720" rIns="45720" bIns="45720" anchor="t" anchorCtr="0"/>
          <a:lstStyle>
            <a:lvl1pPr marL="128588" indent="-128588">
              <a:buClr>
                <a:srgbClr val="B01C2E"/>
              </a:buClr>
              <a:buFont typeface="Wingdings 2" pitchFamily="18" charset="2"/>
              <a:buChar char=""/>
              <a:defRPr sz="825" baseline="0"/>
            </a:lvl1pPr>
            <a:lvl2pPr marL="255985" indent="-127397">
              <a:buClr>
                <a:srgbClr val="B01C2E"/>
              </a:buClr>
              <a:buFont typeface="Arial" pitchFamily="34" charset="0"/>
              <a:buChar char="•"/>
              <a:defRPr sz="750"/>
            </a:lvl2pPr>
            <a:lvl3pPr marL="384572" indent="-128588">
              <a:buClr>
                <a:srgbClr val="B01C2E"/>
              </a:buClr>
              <a:buFont typeface="Arial" pitchFamily="34" charset="0"/>
              <a:buChar char="–"/>
              <a:defRPr sz="750"/>
            </a:lvl3pPr>
            <a:lvl4pPr marL="511969" indent="-127397">
              <a:buClr>
                <a:srgbClr val="B01C2E"/>
              </a:buClr>
              <a:defRPr sz="750"/>
            </a:lvl4pPr>
            <a:lvl5pPr marL="640556" indent="-128588">
              <a:buClr>
                <a:srgbClr val="B01C2E"/>
              </a:buClr>
              <a:buFont typeface="Arial" pitchFamily="34" charset="0"/>
              <a:buChar char="–"/>
              <a:defRPr sz="750"/>
            </a:lvl5pPr>
          </a:lstStyle>
          <a:p>
            <a:pPr lvl="0"/>
            <a:r>
              <a:rPr lang="en-US"/>
              <a:t>Click to edit Master text styles</a:t>
            </a:r>
          </a:p>
        </p:txBody>
      </p:sp>
      <p:sp>
        <p:nvSpPr>
          <p:cNvPr id="13" name="Text Placeholder 12"/>
          <p:cNvSpPr>
            <a:spLocks noGrp="1"/>
          </p:cNvSpPr>
          <p:nvPr>
            <p:ph type="body" sz="quarter" idx="35"/>
          </p:nvPr>
        </p:nvSpPr>
        <p:spPr>
          <a:xfrm>
            <a:off x="1582996" y="3441508"/>
            <a:ext cx="1655064" cy="1124712"/>
          </a:xfrm>
          <a:prstGeom prst="rect">
            <a:avLst/>
          </a:prstGeom>
          <a:ln w="6350">
            <a:solidFill>
              <a:srgbClr val="A9A9A9"/>
            </a:solidFill>
          </a:ln>
        </p:spPr>
        <p:txBody>
          <a:bodyPr lIns="45720" tIns="45720" rIns="45720" bIns="45720" anchor="t" anchorCtr="0"/>
          <a:lstStyle>
            <a:lvl1pPr marL="128588" indent="-128588">
              <a:buClr>
                <a:srgbClr val="B01C2E"/>
              </a:buClr>
              <a:buFont typeface="Wingdings 2" pitchFamily="18" charset="2"/>
              <a:buChar char=""/>
              <a:defRPr sz="825" baseline="0"/>
            </a:lvl1pPr>
            <a:lvl2pPr marL="255985" indent="-127397">
              <a:buClr>
                <a:srgbClr val="B01C2E"/>
              </a:buClr>
              <a:buFont typeface="Arial" pitchFamily="34" charset="0"/>
              <a:buChar char="•"/>
              <a:defRPr sz="750"/>
            </a:lvl2pPr>
            <a:lvl3pPr marL="384572" indent="-128588">
              <a:buClr>
                <a:srgbClr val="B01C2E"/>
              </a:buClr>
              <a:buFont typeface="Arial" pitchFamily="34" charset="0"/>
              <a:buChar char="–"/>
              <a:defRPr sz="750"/>
            </a:lvl3pPr>
            <a:lvl4pPr marL="511969" indent="-127397">
              <a:buClr>
                <a:srgbClr val="B01C2E"/>
              </a:buClr>
              <a:defRPr sz="750"/>
            </a:lvl4pPr>
            <a:lvl5pPr marL="640556" indent="-128588">
              <a:buClr>
                <a:srgbClr val="B01C2E"/>
              </a:buClr>
              <a:buFont typeface="Arial" pitchFamily="34" charset="0"/>
              <a:buChar char="–"/>
              <a:defRPr sz="750"/>
            </a:lvl5pPr>
          </a:lstStyle>
          <a:p>
            <a:pPr lvl="0"/>
            <a:r>
              <a:rPr lang="en-US"/>
              <a:t>Click to edit Master text styles</a:t>
            </a:r>
          </a:p>
        </p:txBody>
      </p:sp>
      <p:sp>
        <p:nvSpPr>
          <p:cNvPr id="14" name="Text Placeholder 12"/>
          <p:cNvSpPr>
            <a:spLocks noGrp="1"/>
          </p:cNvSpPr>
          <p:nvPr>
            <p:ph type="body" sz="quarter" idx="36"/>
          </p:nvPr>
        </p:nvSpPr>
        <p:spPr>
          <a:xfrm>
            <a:off x="1582996" y="4807328"/>
            <a:ext cx="1655064" cy="1124712"/>
          </a:xfrm>
          <a:prstGeom prst="rect">
            <a:avLst/>
          </a:prstGeom>
          <a:ln w="6350">
            <a:solidFill>
              <a:srgbClr val="A9A9A9"/>
            </a:solidFill>
          </a:ln>
        </p:spPr>
        <p:txBody>
          <a:bodyPr lIns="45720" tIns="45720" rIns="45720" bIns="45720" anchor="t" anchorCtr="0"/>
          <a:lstStyle>
            <a:lvl1pPr marL="128588" indent="-128588">
              <a:buClr>
                <a:srgbClr val="B01C2E"/>
              </a:buClr>
              <a:buFont typeface="Wingdings 2" pitchFamily="18" charset="2"/>
              <a:buChar char=""/>
              <a:defRPr sz="825" baseline="0"/>
            </a:lvl1pPr>
            <a:lvl2pPr marL="255985" indent="-127397">
              <a:buClr>
                <a:srgbClr val="B01C2E"/>
              </a:buClr>
              <a:buFont typeface="Arial" pitchFamily="34" charset="0"/>
              <a:buChar char="•"/>
              <a:defRPr sz="750"/>
            </a:lvl2pPr>
            <a:lvl3pPr marL="384572" indent="-128588">
              <a:buClr>
                <a:srgbClr val="B01C2E"/>
              </a:buClr>
              <a:buFont typeface="Arial" pitchFamily="34" charset="0"/>
              <a:buChar char="–"/>
              <a:defRPr sz="750"/>
            </a:lvl3pPr>
            <a:lvl4pPr marL="511969" indent="-127397">
              <a:buClr>
                <a:srgbClr val="B01C2E"/>
              </a:buClr>
              <a:defRPr sz="750"/>
            </a:lvl4pPr>
            <a:lvl5pPr marL="640556" indent="-128588">
              <a:buClr>
                <a:srgbClr val="B01C2E"/>
              </a:buClr>
              <a:buFont typeface="Arial" pitchFamily="34" charset="0"/>
              <a:buChar char="–"/>
              <a:defRPr sz="750"/>
            </a:lvl5pPr>
          </a:lstStyle>
          <a:p>
            <a:pPr lvl="0"/>
            <a:r>
              <a:rPr lang="en-US"/>
              <a:t>Click to edit Master text styles</a:t>
            </a:r>
          </a:p>
        </p:txBody>
      </p:sp>
      <p:sp>
        <p:nvSpPr>
          <p:cNvPr id="27" name="Rectangle 2"/>
          <p:cNvSpPr>
            <a:spLocks noGrp="1" noChangeArrowheads="1"/>
          </p:cNvSpPr>
          <p:nvPr>
            <p:ph type="title"/>
          </p:nvPr>
        </p:nvSpPr>
        <p:spPr bwMode="gray">
          <a:xfrm>
            <a:off x="452441" y="2"/>
            <a:ext cx="8239125" cy="898525"/>
          </a:xfrm>
          <a:prstGeom prst="rect">
            <a:avLst/>
          </a:prstGeom>
          <a:noFill/>
          <a:ln w="9525">
            <a:noFill/>
            <a:miter lim="800000"/>
            <a:headEnd/>
            <a:tailEnd/>
          </a:ln>
        </p:spPr>
        <p:txBody>
          <a:bodyPr vert="horz" wrap="square" lIns="0" tIns="0" rIns="0" bIns="0" numCol="1" anchor="b" anchorCtr="0" compatLnSpc="1">
            <a:prstTxWarp prst="textNoShape">
              <a:avLst/>
            </a:prstTxWarp>
          </a:bodyPr>
          <a:lstStyle>
            <a:lvl1pPr algn="l">
              <a:defRPr sz="1650"/>
            </a:lvl1pPr>
          </a:lstStyle>
          <a:p>
            <a:pPr lvl="0"/>
            <a:r>
              <a:rPr lang="en-US"/>
              <a:t>Click to edit Master title style</a:t>
            </a:r>
            <a:endParaRPr lang="en-US" dirty="0"/>
          </a:p>
        </p:txBody>
      </p:sp>
      <p:sp>
        <p:nvSpPr>
          <p:cNvPr id="28" name="Text Placeholder 12"/>
          <p:cNvSpPr>
            <a:spLocks noGrp="1"/>
          </p:cNvSpPr>
          <p:nvPr>
            <p:ph type="body" sz="quarter" idx="37"/>
          </p:nvPr>
        </p:nvSpPr>
        <p:spPr>
          <a:xfrm>
            <a:off x="3332064" y="2066925"/>
            <a:ext cx="1655064" cy="1124712"/>
          </a:xfrm>
          <a:prstGeom prst="rect">
            <a:avLst/>
          </a:prstGeom>
          <a:ln w="6350">
            <a:solidFill>
              <a:srgbClr val="A9A9A9"/>
            </a:solidFill>
          </a:ln>
        </p:spPr>
        <p:txBody>
          <a:bodyPr lIns="45720" tIns="45720" rIns="45720" bIns="45720" anchor="t" anchorCtr="0"/>
          <a:lstStyle>
            <a:lvl1pPr marL="128588" indent="-128588">
              <a:buClr>
                <a:srgbClr val="B01C2E"/>
              </a:buClr>
              <a:buFont typeface="Wingdings 2" pitchFamily="18" charset="2"/>
              <a:buChar char=""/>
              <a:defRPr sz="825" baseline="0"/>
            </a:lvl1pPr>
            <a:lvl2pPr marL="255985" indent="-127397">
              <a:buClr>
                <a:srgbClr val="B01C2E"/>
              </a:buClr>
              <a:buFont typeface="Arial" pitchFamily="34" charset="0"/>
              <a:buChar char="•"/>
              <a:defRPr sz="750"/>
            </a:lvl2pPr>
            <a:lvl3pPr marL="384572" indent="-128588">
              <a:buClr>
                <a:srgbClr val="B01C2E"/>
              </a:buClr>
              <a:buFont typeface="Arial" pitchFamily="34" charset="0"/>
              <a:buChar char="–"/>
              <a:defRPr sz="750"/>
            </a:lvl3pPr>
            <a:lvl4pPr marL="511969" indent="-127397">
              <a:buClr>
                <a:srgbClr val="B01C2E"/>
              </a:buClr>
              <a:defRPr sz="750"/>
            </a:lvl4pPr>
            <a:lvl5pPr marL="640556" indent="-128588">
              <a:buClr>
                <a:srgbClr val="B01C2E"/>
              </a:buClr>
              <a:buFont typeface="Arial" pitchFamily="34" charset="0"/>
              <a:buChar char="–"/>
              <a:defRPr sz="750"/>
            </a:lvl5pPr>
          </a:lstStyle>
          <a:p>
            <a:pPr lvl="0"/>
            <a:r>
              <a:rPr lang="en-US"/>
              <a:t>Click to edit Master text styles</a:t>
            </a:r>
          </a:p>
        </p:txBody>
      </p:sp>
      <p:sp>
        <p:nvSpPr>
          <p:cNvPr id="29" name="Text Placeholder 12"/>
          <p:cNvSpPr>
            <a:spLocks noGrp="1"/>
          </p:cNvSpPr>
          <p:nvPr>
            <p:ph type="body" sz="quarter" idx="38"/>
          </p:nvPr>
        </p:nvSpPr>
        <p:spPr>
          <a:xfrm>
            <a:off x="3332064" y="3439473"/>
            <a:ext cx="1655064" cy="1124712"/>
          </a:xfrm>
          <a:prstGeom prst="rect">
            <a:avLst/>
          </a:prstGeom>
          <a:ln w="6350">
            <a:solidFill>
              <a:srgbClr val="A9A9A9"/>
            </a:solidFill>
          </a:ln>
        </p:spPr>
        <p:txBody>
          <a:bodyPr lIns="45720" tIns="45720" rIns="45720" bIns="45720" anchor="t" anchorCtr="0"/>
          <a:lstStyle>
            <a:lvl1pPr marL="128588" indent="-128588">
              <a:buClr>
                <a:srgbClr val="B01C2E"/>
              </a:buClr>
              <a:buFont typeface="Wingdings 2" pitchFamily="18" charset="2"/>
              <a:buChar char=""/>
              <a:defRPr sz="825" baseline="0"/>
            </a:lvl1pPr>
            <a:lvl2pPr marL="255985" indent="-127397">
              <a:buClr>
                <a:srgbClr val="B01C2E"/>
              </a:buClr>
              <a:buFont typeface="Arial" pitchFamily="34" charset="0"/>
              <a:buChar char="•"/>
              <a:defRPr sz="750"/>
            </a:lvl2pPr>
            <a:lvl3pPr marL="384572" indent="-128588">
              <a:buClr>
                <a:srgbClr val="B01C2E"/>
              </a:buClr>
              <a:buFont typeface="Arial" pitchFamily="34" charset="0"/>
              <a:buChar char="–"/>
              <a:defRPr sz="750"/>
            </a:lvl3pPr>
            <a:lvl4pPr marL="511969" indent="-127397">
              <a:buClr>
                <a:srgbClr val="B01C2E"/>
              </a:buClr>
              <a:defRPr sz="750"/>
            </a:lvl4pPr>
            <a:lvl5pPr marL="640556" indent="-128588">
              <a:buClr>
                <a:srgbClr val="B01C2E"/>
              </a:buClr>
              <a:buFont typeface="Arial" pitchFamily="34" charset="0"/>
              <a:buChar char="–"/>
              <a:defRPr sz="750"/>
            </a:lvl5pPr>
          </a:lstStyle>
          <a:p>
            <a:pPr lvl="0"/>
            <a:r>
              <a:rPr lang="en-US"/>
              <a:t>Click to edit Master text styles</a:t>
            </a:r>
          </a:p>
        </p:txBody>
      </p:sp>
      <p:sp>
        <p:nvSpPr>
          <p:cNvPr id="30" name="Text Placeholder 12"/>
          <p:cNvSpPr>
            <a:spLocks noGrp="1"/>
          </p:cNvSpPr>
          <p:nvPr>
            <p:ph type="body" sz="quarter" idx="39"/>
          </p:nvPr>
        </p:nvSpPr>
        <p:spPr>
          <a:xfrm>
            <a:off x="3332064" y="4805293"/>
            <a:ext cx="1655064" cy="1124712"/>
          </a:xfrm>
          <a:prstGeom prst="rect">
            <a:avLst/>
          </a:prstGeom>
          <a:ln w="6350">
            <a:solidFill>
              <a:srgbClr val="A9A9A9"/>
            </a:solidFill>
          </a:ln>
        </p:spPr>
        <p:txBody>
          <a:bodyPr lIns="45720" tIns="45720" rIns="45720" bIns="45720" anchor="t" anchorCtr="0"/>
          <a:lstStyle>
            <a:lvl1pPr marL="128588" indent="-128588">
              <a:buClr>
                <a:srgbClr val="B01C2E"/>
              </a:buClr>
              <a:buFont typeface="Wingdings 2" pitchFamily="18" charset="2"/>
              <a:buChar char=""/>
              <a:defRPr sz="825" baseline="0"/>
            </a:lvl1pPr>
            <a:lvl2pPr marL="255985" indent="-127397">
              <a:buClr>
                <a:srgbClr val="B01C2E"/>
              </a:buClr>
              <a:buFont typeface="Arial" pitchFamily="34" charset="0"/>
              <a:buChar char="•"/>
              <a:defRPr sz="750"/>
            </a:lvl2pPr>
            <a:lvl3pPr marL="384572" indent="-128588">
              <a:buClr>
                <a:srgbClr val="B01C2E"/>
              </a:buClr>
              <a:buFont typeface="Arial" pitchFamily="34" charset="0"/>
              <a:buChar char="–"/>
              <a:defRPr sz="750"/>
            </a:lvl3pPr>
            <a:lvl4pPr marL="511969" indent="-127397">
              <a:buClr>
                <a:srgbClr val="B01C2E"/>
              </a:buClr>
              <a:defRPr sz="750"/>
            </a:lvl4pPr>
            <a:lvl5pPr marL="640556" indent="-128588">
              <a:buClr>
                <a:srgbClr val="B01C2E"/>
              </a:buClr>
              <a:buFont typeface="Arial" pitchFamily="34" charset="0"/>
              <a:buChar char="–"/>
              <a:defRPr sz="750"/>
            </a:lvl5pPr>
          </a:lstStyle>
          <a:p>
            <a:pPr lvl="0"/>
            <a:r>
              <a:rPr lang="en-US"/>
              <a:t>Click to edit Master text styles</a:t>
            </a:r>
          </a:p>
        </p:txBody>
      </p:sp>
      <p:sp>
        <p:nvSpPr>
          <p:cNvPr id="31" name="Text Placeholder 12"/>
          <p:cNvSpPr>
            <a:spLocks noGrp="1"/>
          </p:cNvSpPr>
          <p:nvPr>
            <p:ph type="body" sz="quarter" idx="40"/>
          </p:nvPr>
        </p:nvSpPr>
        <p:spPr>
          <a:xfrm>
            <a:off x="5114284" y="2066925"/>
            <a:ext cx="1655064" cy="1124712"/>
          </a:xfrm>
          <a:prstGeom prst="rect">
            <a:avLst/>
          </a:prstGeom>
          <a:ln w="6350">
            <a:solidFill>
              <a:srgbClr val="A9A9A9"/>
            </a:solidFill>
          </a:ln>
        </p:spPr>
        <p:txBody>
          <a:bodyPr lIns="45720" tIns="45720" rIns="45720" bIns="45720" anchor="t" anchorCtr="0"/>
          <a:lstStyle>
            <a:lvl1pPr marL="128588" indent="-128588">
              <a:buClr>
                <a:srgbClr val="B01C2E"/>
              </a:buClr>
              <a:buFont typeface="Wingdings 2" pitchFamily="18" charset="2"/>
              <a:buChar char=""/>
              <a:defRPr sz="825" baseline="0"/>
            </a:lvl1pPr>
            <a:lvl2pPr marL="255985" indent="-127397">
              <a:buClr>
                <a:srgbClr val="B01C2E"/>
              </a:buClr>
              <a:buFont typeface="Arial" pitchFamily="34" charset="0"/>
              <a:buChar char="•"/>
              <a:defRPr sz="750"/>
            </a:lvl2pPr>
            <a:lvl3pPr marL="384572" indent="-128588">
              <a:buClr>
                <a:srgbClr val="B01C2E"/>
              </a:buClr>
              <a:buFont typeface="Arial" pitchFamily="34" charset="0"/>
              <a:buChar char="–"/>
              <a:defRPr sz="750"/>
            </a:lvl3pPr>
            <a:lvl4pPr marL="511969" indent="-127397">
              <a:buClr>
                <a:srgbClr val="B01C2E"/>
              </a:buClr>
              <a:defRPr sz="750"/>
            </a:lvl4pPr>
            <a:lvl5pPr marL="640556" indent="-128588">
              <a:buClr>
                <a:srgbClr val="B01C2E"/>
              </a:buClr>
              <a:buFont typeface="Arial" pitchFamily="34" charset="0"/>
              <a:buChar char="–"/>
              <a:defRPr sz="750"/>
            </a:lvl5pPr>
          </a:lstStyle>
          <a:p>
            <a:pPr lvl="0"/>
            <a:r>
              <a:rPr lang="en-US"/>
              <a:t>Click to edit Master text styles</a:t>
            </a:r>
          </a:p>
        </p:txBody>
      </p:sp>
      <p:sp>
        <p:nvSpPr>
          <p:cNvPr id="32" name="Text Placeholder 12"/>
          <p:cNvSpPr>
            <a:spLocks noGrp="1"/>
          </p:cNvSpPr>
          <p:nvPr>
            <p:ph type="body" sz="quarter" idx="41"/>
          </p:nvPr>
        </p:nvSpPr>
        <p:spPr>
          <a:xfrm>
            <a:off x="5114284" y="3439473"/>
            <a:ext cx="1655064" cy="1124712"/>
          </a:xfrm>
          <a:prstGeom prst="rect">
            <a:avLst/>
          </a:prstGeom>
          <a:ln w="6350">
            <a:solidFill>
              <a:srgbClr val="A9A9A9"/>
            </a:solidFill>
          </a:ln>
        </p:spPr>
        <p:txBody>
          <a:bodyPr lIns="45720" tIns="45720" rIns="45720" bIns="45720" anchor="t" anchorCtr="0"/>
          <a:lstStyle>
            <a:lvl1pPr marL="128588" indent="-128588">
              <a:buClr>
                <a:srgbClr val="B01C2E"/>
              </a:buClr>
              <a:buFont typeface="Wingdings 2" pitchFamily="18" charset="2"/>
              <a:buChar char=""/>
              <a:defRPr sz="825" baseline="0"/>
            </a:lvl1pPr>
            <a:lvl2pPr marL="255985" indent="-127397">
              <a:buClr>
                <a:srgbClr val="B01C2E"/>
              </a:buClr>
              <a:buFont typeface="Arial" pitchFamily="34" charset="0"/>
              <a:buChar char="•"/>
              <a:defRPr sz="750"/>
            </a:lvl2pPr>
            <a:lvl3pPr marL="384572" indent="-128588">
              <a:buClr>
                <a:srgbClr val="B01C2E"/>
              </a:buClr>
              <a:buFont typeface="Arial" pitchFamily="34" charset="0"/>
              <a:buChar char="–"/>
              <a:defRPr sz="750"/>
            </a:lvl3pPr>
            <a:lvl4pPr marL="511969" indent="-127397">
              <a:buClr>
                <a:srgbClr val="B01C2E"/>
              </a:buClr>
              <a:defRPr sz="750"/>
            </a:lvl4pPr>
            <a:lvl5pPr marL="640556" indent="-128588">
              <a:buClr>
                <a:srgbClr val="B01C2E"/>
              </a:buClr>
              <a:buFont typeface="Arial" pitchFamily="34" charset="0"/>
              <a:buChar char="–"/>
              <a:defRPr sz="750"/>
            </a:lvl5pPr>
          </a:lstStyle>
          <a:p>
            <a:pPr lvl="0"/>
            <a:r>
              <a:rPr lang="en-US"/>
              <a:t>Click to edit Master text styles</a:t>
            </a:r>
          </a:p>
        </p:txBody>
      </p:sp>
      <p:sp>
        <p:nvSpPr>
          <p:cNvPr id="33" name="Text Placeholder 12"/>
          <p:cNvSpPr>
            <a:spLocks noGrp="1"/>
          </p:cNvSpPr>
          <p:nvPr>
            <p:ph type="body" sz="quarter" idx="42"/>
          </p:nvPr>
        </p:nvSpPr>
        <p:spPr>
          <a:xfrm>
            <a:off x="5114284" y="4805293"/>
            <a:ext cx="1655064" cy="1124712"/>
          </a:xfrm>
          <a:prstGeom prst="rect">
            <a:avLst/>
          </a:prstGeom>
          <a:ln w="6350">
            <a:solidFill>
              <a:srgbClr val="A9A9A9"/>
            </a:solidFill>
          </a:ln>
        </p:spPr>
        <p:txBody>
          <a:bodyPr lIns="45720" tIns="45720" rIns="45720" bIns="45720" anchor="t" anchorCtr="0"/>
          <a:lstStyle>
            <a:lvl1pPr marL="128588" indent="-128588">
              <a:buClr>
                <a:srgbClr val="B01C2E"/>
              </a:buClr>
              <a:buFont typeface="Wingdings 2" pitchFamily="18" charset="2"/>
              <a:buChar char=""/>
              <a:defRPr sz="825" baseline="0"/>
            </a:lvl1pPr>
            <a:lvl2pPr marL="255985" indent="-127397">
              <a:buClr>
                <a:srgbClr val="B01C2E"/>
              </a:buClr>
              <a:buFont typeface="Arial" pitchFamily="34" charset="0"/>
              <a:buChar char="•"/>
              <a:defRPr sz="750"/>
            </a:lvl2pPr>
            <a:lvl3pPr marL="384572" indent="-128588">
              <a:buClr>
                <a:srgbClr val="B01C2E"/>
              </a:buClr>
              <a:buFont typeface="Arial" pitchFamily="34" charset="0"/>
              <a:buChar char="–"/>
              <a:defRPr sz="750"/>
            </a:lvl3pPr>
            <a:lvl4pPr marL="511969" indent="-127397">
              <a:buClr>
                <a:srgbClr val="B01C2E"/>
              </a:buClr>
              <a:defRPr sz="750"/>
            </a:lvl4pPr>
            <a:lvl5pPr marL="640556" indent="-128588">
              <a:buClr>
                <a:srgbClr val="B01C2E"/>
              </a:buClr>
              <a:buFont typeface="Arial" pitchFamily="34" charset="0"/>
              <a:buChar char="–"/>
              <a:defRPr sz="750"/>
            </a:lvl5pPr>
          </a:lstStyle>
          <a:p>
            <a:pPr lvl="0"/>
            <a:r>
              <a:rPr lang="en-US"/>
              <a:t>Click to edit Master text styles</a:t>
            </a:r>
          </a:p>
        </p:txBody>
      </p:sp>
      <p:sp>
        <p:nvSpPr>
          <p:cNvPr id="34" name="Text Placeholder 12"/>
          <p:cNvSpPr>
            <a:spLocks noGrp="1"/>
          </p:cNvSpPr>
          <p:nvPr>
            <p:ph type="body" sz="quarter" idx="43"/>
          </p:nvPr>
        </p:nvSpPr>
        <p:spPr>
          <a:xfrm>
            <a:off x="6896505" y="2066925"/>
            <a:ext cx="1655064" cy="1124712"/>
          </a:xfrm>
          <a:prstGeom prst="rect">
            <a:avLst/>
          </a:prstGeom>
          <a:ln w="6350">
            <a:solidFill>
              <a:srgbClr val="A9A9A9"/>
            </a:solidFill>
          </a:ln>
        </p:spPr>
        <p:txBody>
          <a:bodyPr lIns="45720" tIns="45720" rIns="45720" bIns="45720" anchor="t" anchorCtr="0"/>
          <a:lstStyle>
            <a:lvl1pPr marL="128588" indent="-128588">
              <a:buClr>
                <a:srgbClr val="B01C2E"/>
              </a:buClr>
              <a:buFont typeface="Wingdings 2" pitchFamily="18" charset="2"/>
              <a:buChar char=""/>
              <a:defRPr sz="825" baseline="0"/>
            </a:lvl1pPr>
            <a:lvl2pPr marL="255985" indent="-127397">
              <a:buClr>
                <a:srgbClr val="B01C2E"/>
              </a:buClr>
              <a:buFont typeface="Arial" pitchFamily="34" charset="0"/>
              <a:buChar char="•"/>
              <a:defRPr sz="750"/>
            </a:lvl2pPr>
            <a:lvl3pPr marL="384572" indent="-128588">
              <a:buClr>
                <a:srgbClr val="B01C2E"/>
              </a:buClr>
              <a:buFont typeface="Arial" pitchFamily="34" charset="0"/>
              <a:buChar char="–"/>
              <a:defRPr sz="750"/>
            </a:lvl3pPr>
            <a:lvl4pPr marL="511969" indent="-127397">
              <a:buClr>
                <a:srgbClr val="B01C2E"/>
              </a:buClr>
              <a:defRPr sz="750"/>
            </a:lvl4pPr>
            <a:lvl5pPr marL="640556" indent="-128588">
              <a:buClr>
                <a:srgbClr val="B01C2E"/>
              </a:buClr>
              <a:buFont typeface="Arial" pitchFamily="34" charset="0"/>
              <a:buChar char="–"/>
              <a:defRPr sz="750"/>
            </a:lvl5pPr>
          </a:lstStyle>
          <a:p>
            <a:pPr lvl="0"/>
            <a:r>
              <a:rPr lang="en-US"/>
              <a:t>Click to edit Master text styles</a:t>
            </a:r>
          </a:p>
        </p:txBody>
      </p:sp>
      <p:sp>
        <p:nvSpPr>
          <p:cNvPr id="35" name="Text Placeholder 12"/>
          <p:cNvSpPr>
            <a:spLocks noGrp="1"/>
          </p:cNvSpPr>
          <p:nvPr>
            <p:ph type="body" sz="quarter" idx="44"/>
          </p:nvPr>
        </p:nvSpPr>
        <p:spPr>
          <a:xfrm>
            <a:off x="6896505" y="3439473"/>
            <a:ext cx="1655064" cy="1124712"/>
          </a:xfrm>
          <a:prstGeom prst="rect">
            <a:avLst/>
          </a:prstGeom>
          <a:ln w="6350">
            <a:solidFill>
              <a:srgbClr val="A9A9A9"/>
            </a:solidFill>
          </a:ln>
        </p:spPr>
        <p:txBody>
          <a:bodyPr lIns="45720" tIns="45720" rIns="45720" bIns="45720" anchor="t" anchorCtr="0"/>
          <a:lstStyle>
            <a:lvl1pPr marL="128588" indent="-128588">
              <a:buClr>
                <a:srgbClr val="B01C2E"/>
              </a:buClr>
              <a:buFont typeface="Wingdings 2" pitchFamily="18" charset="2"/>
              <a:buChar char=""/>
              <a:defRPr sz="825" baseline="0"/>
            </a:lvl1pPr>
            <a:lvl2pPr marL="255985" indent="-127397">
              <a:buClr>
                <a:srgbClr val="B01C2E"/>
              </a:buClr>
              <a:buFont typeface="Arial" pitchFamily="34" charset="0"/>
              <a:buChar char="•"/>
              <a:defRPr sz="750"/>
            </a:lvl2pPr>
            <a:lvl3pPr marL="384572" indent="-128588">
              <a:buClr>
                <a:srgbClr val="B01C2E"/>
              </a:buClr>
              <a:buFont typeface="Arial" pitchFamily="34" charset="0"/>
              <a:buChar char="–"/>
              <a:defRPr sz="750"/>
            </a:lvl3pPr>
            <a:lvl4pPr marL="511969" indent="-127397">
              <a:buClr>
                <a:srgbClr val="B01C2E"/>
              </a:buClr>
              <a:defRPr sz="750"/>
            </a:lvl4pPr>
            <a:lvl5pPr marL="640556" indent="-128588">
              <a:buClr>
                <a:srgbClr val="B01C2E"/>
              </a:buClr>
              <a:buFont typeface="Arial" pitchFamily="34" charset="0"/>
              <a:buChar char="–"/>
              <a:defRPr sz="750"/>
            </a:lvl5pPr>
          </a:lstStyle>
          <a:p>
            <a:pPr lvl="0"/>
            <a:r>
              <a:rPr lang="en-US"/>
              <a:t>Click to edit Master text styles</a:t>
            </a:r>
          </a:p>
        </p:txBody>
      </p:sp>
      <p:sp>
        <p:nvSpPr>
          <p:cNvPr id="36" name="Text Placeholder 12"/>
          <p:cNvSpPr>
            <a:spLocks noGrp="1"/>
          </p:cNvSpPr>
          <p:nvPr>
            <p:ph type="body" sz="quarter" idx="45"/>
          </p:nvPr>
        </p:nvSpPr>
        <p:spPr>
          <a:xfrm>
            <a:off x="6896505" y="4805293"/>
            <a:ext cx="1655064" cy="1124712"/>
          </a:xfrm>
          <a:prstGeom prst="rect">
            <a:avLst/>
          </a:prstGeom>
          <a:ln w="6350">
            <a:solidFill>
              <a:srgbClr val="A9A9A9"/>
            </a:solidFill>
          </a:ln>
        </p:spPr>
        <p:txBody>
          <a:bodyPr lIns="45720" tIns="45720" rIns="45720" bIns="45720" anchor="t" anchorCtr="0"/>
          <a:lstStyle>
            <a:lvl1pPr marL="128588" indent="-128588">
              <a:buClr>
                <a:srgbClr val="B01C2E"/>
              </a:buClr>
              <a:buFont typeface="Wingdings 2" pitchFamily="18" charset="2"/>
              <a:buChar char=""/>
              <a:defRPr sz="825" baseline="0"/>
            </a:lvl1pPr>
            <a:lvl2pPr marL="255985" indent="-127397">
              <a:buClr>
                <a:srgbClr val="B01C2E"/>
              </a:buClr>
              <a:buFont typeface="Arial" pitchFamily="34" charset="0"/>
              <a:buChar char="•"/>
              <a:defRPr sz="750"/>
            </a:lvl2pPr>
            <a:lvl3pPr marL="384572" indent="-128588">
              <a:buClr>
                <a:srgbClr val="B01C2E"/>
              </a:buClr>
              <a:buFont typeface="Arial" pitchFamily="34" charset="0"/>
              <a:buChar char="–"/>
              <a:defRPr sz="750"/>
            </a:lvl3pPr>
            <a:lvl4pPr marL="511969" indent="-127397">
              <a:buClr>
                <a:srgbClr val="B01C2E"/>
              </a:buClr>
              <a:defRPr sz="750"/>
            </a:lvl4pPr>
            <a:lvl5pPr marL="640556" indent="-128588">
              <a:buClr>
                <a:srgbClr val="B01C2E"/>
              </a:buClr>
              <a:buFont typeface="Arial" pitchFamily="34" charset="0"/>
              <a:buChar char="–"/>
              <a:defRPr sz="750"/>
            </a:lvl5pPr>
          </a:lstStyle>
          <a:p>
            <a:pPr lvl="0"/>
            <a:r>
              <a:rPr lang="en-US"/>
              <a:t>Click to edit Master text styles</a:t>
            </a:r>
          </a:p>
        </p:txBody>
      </p:sp>
      <p:sp>
        <p:nvSpPr>
          <p:cNvPr id="25" name="Slide Number Placeholder 9"/>
          <p:cNvSpPr>
            <a:spLocks noGrp="1"/>
          </p:cNvSpPr>
          <p:nvPr>
            <p:ph type="sldNum" sz="quarter" idx="46"/>
          </p:nvPr>
        </p:nvSpPr>
        <p:spPr/>
        <p:txBody>
          <a:bodyPr/>
          <a:lstStyle>
            <a:lvl1pPr>
              <a:defRPr/>
            </a:lvl1pPr>
          </a:lstStyle>
          <a:p>
            <a:fld id="{BC9105C1-E9DE-DA45-BFF7-4F496C07EBDE}" type="slidenum">
              <a:rPr lang="en-US" altLang="en-US"/>
              <a:pPr/>
              <a:t>‹#›</a:t>
            </a:fld>
            <a:endParaRPr lang="en-US" altLang="en-US"/>
          </a:p>
        </p:txBody>
      </p:sp>
      <p:sp>
        <p:nvSpPr>
          <p:cNvPr id="26" name="Footer Placeholder 37"/>
          <p:cNvSpPr>
            <a:spLocks noGrp="1"/>
          </p:cNvSpPr>
          <p:nvPr>
            <p:ph type="ftr" sz="quarter" idx="47"/>
          </p:nvPr>
        </p:nvSpPr>
        <p:spPr/>
        <p:txBody>
          <a:bodyPr/>
          <a:lstStyle>
            <a:lvl1pPr>
              <a:defRPr smtClean="0"/>
            </a:lvl1pPr>
          </a:lstStyle>
          <a:p>
            <a:pPr>
              <a:defRPr/>
            </a:pPr>
            <a:r>
              <a:rPr lang="en-US"/>
              <a:t>Ethical Debates, Econ Theories, Real-World Impacts</a:t>
            </a:r>
          </a:p>
        </p:txBody>
      </p:sp>
    </p:spTree>
  </p:cSld>
  <p:clrMapOvr>
    <a:masterClrMapping/>
  </p:clrMapOvr>
</p:sldLayout>
</file>

<file path=ppt/slideLayouts/slideLayout39.xml><?xml version="1.0" encoding="utf-8"?>
<p:sldLayout xmlns:a="http://schemas.openxmlformats.org/drawingml/2006/main" xmlns:r="http://schemas.openxmlformats.org/officeDocument/2006/relationships" xmlns:p="http://schemas.openxmlformats.org/presentationml/2006/main" preserve="1" userDrawn="1">
  <p:cSld name="Timetable">
    <p:spTree>
      <p:nvGrpSpPr>
        <p:cNvPr id="1" name=""/>
        <p:cNvGrpSpPr/>
        <p:nvPr/>
      </p:nvGrpSpPr>
      <p:grpSpPr>
        <a:xfrm>
          <a:off x="0" y="0"/>
          <a:ext cx="0" cy="0"/>
          <a:chOff x="0" y="0"/>
          <a:chExt cx="0" cy="0"/>
        </a:xfrm>
      </p:grpSpPr>
      <p:sp>
        <p:nvSpPr>
          <p:cNvPr id="22" name="Pentagon 11"/>
          <p:cNvSpPr>
            <a:spLocks noChangeArrowheads="1"/>
          </p:cNvSpPr>
          <p:nvPr userDrawn="1"/>
        </p:nvSpPr>
        <p:spPr bwMode="auto">
          <a:xfrm>
            <a:off x="2151064" y="1277938"/>
            <a:ext cx="6618287" cy="582612"/>
          </a:xfrm>
          <a:prstGeom prst="homePlate">
            <a:avLst>
              <a:gd name="adj" fmla="val 39286"/>
            </a:avLst>
          </a:prstGeom>
          <a:solidFill>
            <a:schemeClr val="accent1"/>
          </a:solidFill>
          <a:ln w="12700">
            <a:solidFill>
              <a:srgbClr val="A9A9A9"/>
            </a:solidFill>
            <a:miter lim="800000"/>
            <a:headEnd/>
            <a:tailEnd/>
          </a:ln>
        </p:spPr>
        <p:txBody>
          <a:bodyPr lIns="102870" tIns="102870" rIns="171450" bIns="102870" anchor="ctr"/>
          <a:lstStyle>
            <a:lvl1pPr eaLnBrk="0" hangingPunct="0">
              <a:defRPr>
                <a:solidFill>
                  <a:schemeClr val="tx1"/>
                </a:solidFill>
                <a:latin typeface="Calibri" charset="0"/>
                <a:ea typeface="Arial" charset="0"/>
                <a:cs typeface="Arial" charset="0"/>
              </a:defRPr>
            </a:lvl1pPr>
            <a:lvl2pPr marL="742950" indent="-285750" eaLnBrk="0" hangingPunct="0">
              <a:defRPr>
                <a:solidFill>
                  <a:schemeClr val="tx1"/>
                </a:solidFill>
                <a:latin typeface="Calibri" charset="0"/>
                <a:ea typeface="Arial" charset="0"/>
                <a:cs typeface="Arial" charset="0"/>
              </a:defRPr>
            </a:lvl2pPr>
            <a:lvl3pPr marL="1143000" indent="-228600" eaLnBrk="0" hangingPunct="0">
              <a:defRPr>
                <a:solidFill>
                  <a:schemeClr val="tx1"/>
                </a:solidFill>
                <a:latin typeface="Calibri" charset="0"/>
                <a:ea typeface="Arial" charset="0"/>
                <a:cs typeface="Arial" charset="0"/>
              </a:defRPr>
            </a:lvl3pPr>
            <a:lvl4pPr marL="1600200" indent="-228600" eaLnBrk="0" hangingPunct="0">
              <a:defRPr>
                <a:solidFill>
                  <a:schemeClr val="tx1"/>
                </a:solidFill>
                <a:latin typeface="Calibri" charset="0"/>
                <a:ea typeface="Arial" charset="0"/>
                <a:cs typeface="Arial" charset="0"/>
              </a:defRPr>
            </a:lvl4pPr>
            <a:lvl5pPr marL="2057400" indent="-228600" eaLnBrk="0" hangingPunct="0">
              <a:defRPr>
                <a:solidFill>
                  <a:schemeClr val="tx1"/>
                </a:solidFill>
                <a:latin typeface="Calibri" charset="0"/>
                <a:ea typeface="Arial" charset="0"/>
                <a:cs typeface="Arial" charset="0"/>
              </a:defRPr>
            </a:lvl5pPr>
            <a:lvl6pPr marL="2514600" indent="-228600" eaLnBrk="0" fontAlgn="base" hangingPunct="0">
              <a:spcBef>
                <a:spcPct val="0"/>
              </a:spcBef>
              <a:spcAft>
                <a:spcPct val="0"/>
              </a:spcAft>
              <a:defRPr>
                <a:solidFill>
                  <a:schemeClr val="tx1"/>
                </a:solidFill>
                <a:latin typeface="Calibri" charset="0"/>
                <a:ea typeface="Arial" charset="0"/>
                <a:cs typeface="Arial" charset="0"/>
              </a:defRPr>
            </a:lvl6pPr>
            <a:lvl7pPr marL="2971800" indent="-228600" eaLnBrk="0" fontAlgn="base" hangingPunct="0">
              <a:spcBef>
                <a:spcPct val="0"/>
              </a:spcBef>
              <a:spcAft>
                <a:spcPct val="0"/>
              </a:spcAft>
              <a:defRPr>
                <a:solidFill>
                  <a:schemeClr val="tx1"/>
                </a:solidFill>
                <a:latin typeface="Calibri" charset="0"/>
                <a:ea typeface="Arial" charset="0"/>
                <a:cs typeface="Arial" charset="0"/>
              </a:defRPr>
            </a:lvl7pPr>
            <a:lvl8pPr marL="3429000" indent="-228600" eaLnBrk="0" fontAlgn="base" hangingPunct="0">
              <a:spcBef>
                <a:spcPct val="0"/>
              </a:spcBef>
              <a:spcAft>
                <a:spcPct val="0"/>
              </a:spcAft>
              <a:defRPr>
                <a:solidFill>
                  <a:schemeClr val="tx1"/>
                </a:solidFill>
                <a:latin typeface="Calibri" charset="0"/>
                <a:ea typeface="Arial" charset="0"/>
                <a:cs typeface="Arial" charset="0"/>
              </a:defRPr>
            </a:lvl8pPr>
            <a:lvl9pPr marL="3886200" indent="-228600" eaLnBrk="0" fontAlgn="base" hangingPunct="0">
              <a:spcBef>
                <a:spcPct val="0"/>
              </a:spcBef>
              <a:spcAft>
                <a:spcPct val="0"/>
              </a:spcAft>
              <a:defRPr>
                <a:solidFill>
                  <a:schemeClr val="tx1"/>
                </a:solidFill>
                <a:latin typeface="Calibri" charset="0"/>
                <a:ea typeface="Arial" charset="0"/>
                <a:cs typeface="Arial" charset="0"/>
              </a:defRPr>
            </a:lvl9pPr>
          </a:lstStyle>
          <a:p>
            <a:pPr algn="ctr">
              <a:lnSpc>
                <a:spcPct val="95000"/>
              </a:lnSpc>
              <a:spcBef>
                <a:spcPct val="50000"/>
              </a:spcBef>
              <a:buClr>
                <a:schemeClr val="accent1"/>
              </a:buClr>
              <a:buFont typeface="Wingdings 2" charset="2"/>
              <a:buNone/>
            </a:pPr>
            <a:endParaRPr lang="en-US" altLang="en-US" sz="1350" b="1">
              <a:solidFill>
                <a:schemeClr val="bg1"/>
              </a:solidFill>
              <a:latin typeface="Arial" charset="0"/>
            </a:endParaRPr>
          </a:p>
        </p:txBody>
      </p:sp>
      <p:cxnSp>
        <p:nvCxnSpPr>
          <p:cNvPr id="23" name="Straight Connector 9"/>
          <p:cNvCxnSpPr>
            <a:cxnSpLocks noChangeShapeType="1"/>
          </p:cNvCxnSpPr>
          <p:nvPr userDrawn="1"/>
        </p:nvCxnSpPr>
        <p:spPr bwMode="auto">
          <a:xfrm>
            <a:off x="2160589" y="1568450"/>
            <a:ext cx="6608762" cy="0"/>
          </a:xfrm>
          <a:prstGeom prst="line">
            <a:avLst/>
          </a:prstGeom>
          <a:noFill/>
          <a:ln w="12700">
            <a:solidFill>
              <a:srgbClr val="A9A9A9"/>
            </a:solidFill>
            <a:round/>
            <a:headEnd/>
            <a:tailEnd/>
          </a:ln>
          <a:extLst>
            <a:ext uri="{909E8E84-426E-40DD-AFC4-6F175D3DCCD1}">
              <a14:hiddenFill xmlns:a14="http://schemas.microsoft.com/office/drawing/2010/main">
                <a:noFill/>
              </a14:hiddenFill>
            </a:ext>
          </a:extLst>
        </p:spPr>
      </p:cxnSp>
      <p:cxnSp>
        <p:nvCxnSpPr>
          <p:cNvPr id="24" name="Straight Connector 10"/>
          <p:cNvCxnSpPr>
            <a:cxnSpLocks noChangeShapeType="1"/>
          </p:cNvCxnSpPr>
          <p:nvPr userDrawn="1"/>
        </p:nvCxnSpPr>
        <p:spPr bwMode="auto">
          <a:xfrm rot="16200000" flipH="1">
            <a:off x="-167481" y="3604420"/>
            <a:ext cx="4665662" cy="12700"/>
          </a:xfrm>
          <a:prstGeom prst="line">
            <a:avLst/>
          </a:prstGeom>
          <a:noFill/>
          <a:ln w="12700">
            <a:solidFill>
              <a:srgbClr val="A9A9A9"/>
            </a:solidFill>
            <a:round/>
            <a:headEnd/>
            <a:tailEnd/>
          </a:ln>
          <a:extLst>
            <a:ext uri="{909E8E84-426E-40DD-AFC4-6F175D3DCCD1}">
              <a14:hiddenFill xmlns:a14="http://schemas.microsoft.com/office/drawing/2010/main">
                <a:noFill/>
              </a14:hiddenFill>
            </a:ext>
          </a:extLst>
        </p:spPr>
      </p:cxnSp>
      <p:grpSp>
        <p:nvGrpSpPr>
          <p:cNvPr id="25" name="Group 115"/>
          <p:cNvGrpSpPr>
            <a:grpSpLocks/>
          </p:cNvGrpSpPr>
          <p:nvPr userDrawn="1"/>
        </p:nvGrpSpPr>
        <p:grpSpPr bwMode="auto">
          <a:xfrm>
            <a:off x="2584450" y="1576388"/>
            <a:ext cx="5530850" cy="4367212"/>
            <a:chOff x="2585007" y="1576462"/>
            <a:chExt cx="5530617" cy="4041195"/>
          </a:xfrm>
        </p:grpSpPr>
        <p:cxnSp>
          <p:nvCxnSpPr>
            <p:cNvPr id="42" name="Straight Connector 12"/>
            <p:cNvCxnSpPr>
              <a:cxnSpLocks noChangeShapeType="1"/>
            </p:cNvCxnSpPr>
            <p:nvPr userDrawn="1"/>
          </p:nvCxnSpPr>
          <p:spPr bwMode="auto">
            <a:xfrm rot="5400000">
              <a:off x="564416" y="3597053"/>
              <a:ext cx="4041183" cy="1"/>
            </a:xfrm>
            <a:prstGeom prst="line">
              <a:avLst/>
            </a:prstGeom>
            <a:noFill/>
            <a:ln w="6350">
              <a:solidFill>
                <a:srgbClr val="A9A9A9"/>
              </a:solidFill>
              <a:round/>
              <a:headEnd/>
              <a:tailEnd/>
            </a:ln>
            <a:extLst>
              <a:ext uri="{909E8E84-426E-40DD-AFC4-6F175D3DCCD1}">
                <a14:hiddenFill xmlns:a14="http://schemas.microsoft.com/office/drawing/2010/main">
                  <a:noFill/>
                </a14:hiddenFill>
              </a:ext>
            </a:extLst>
          </p:spPr>
        </p:cxnSp>
        <p:cxnSp>
          <p:nvCxnSpPr>
            <p:cNvPr id="46" name="Straight Connector 13"/>
            <p:cNvCxnSpPr>
              <a:cxnSpLocks noChangeShapeType="1"/>
            </p:cNvCxnSpPr>
            <p:nvPr userDrawn="1"/>
          </p:nvCxnSpPr>
          <p:spPr bwMode="auto">
            <a:xfrm rot="5400000">
              <a:off x="1415280" y="3597055"/>
              <a:ext cx="4041183" cy="1"/>
            </a:xfrm>
            <a:prstGeom prst="line">
              <a:avLst/>
            </a:prstGeom>
            <a:noFill/>
            <a:ln w="6350">
              <a:solidFill>
                <a:srgbClr val="A9A9A9"/>
              </a:solidFill>
              <a:round/>
              <a:headEnd/>
              <a:tailEnd/>
            </a:ln>
            <a:extLst>
              <a:ext uri="{909E8E84-426E-40DD-AFC4-6F175D3DCCD1}">
                <a14:hiddenFill xmlns:a14="http://schemas.microsoft.com/office/drawing/2010/main">
                  <a:noFill/>
                </a14:hiddenFill>
              </a:ext>
            </a:extLst>
          </p:spPr>
        </p:cxnSp>
        <p:cxnSp>
          <p:nvCxnSpPr>
            <p:cNvPr id="48" name="Straight Connector 14"/>
            <p:cNvCxnSpPr>
              <a:cxnSpLocks noChangeShapeType="1"/>
            </p:cNvCxnSpPr>
            <p:nvPr userDrawn="1"/>
          </p:nvCxnSpPr>
          <p:spPr bwMode="auto">
            <a:xfrm rot="5400000">
              <a:off x="989848" y="3597056"/>
              <a:ext cx="4041183" cy="1"/>
            </a:xfrm>
            <a:prstGeom prst="line">
              <a:avLst/>
            </a:prstGeom>
            <a:noFill/>
            <a:ln w="6350">
              <a:solidFill>
                <a:srgbClr val="A9A9A9"/>
              </a:solidFill>
              <a:round/>
              <a:headEnd/>
              <a:tailEnd/>
            </a:ln>
            <a:extLst>
              <a:ext uri="{909E8E84-426E-40DD-AFC4-6F175D3DCCD1}">
                <a14:hiddenFill xmlns:a14="http://schemas.microsoft.com/office/drawing/2010/main">
                  <a:noFill/>
                </a14:hiddenFill>
              </a:ext>
            </a:extLst>
          </p:spPr>
        </p:cxnSp>
        <p:cxnSp>
          <p:nvCxnSpPr>
            <p:cNvPr id="49" name="Straight Connector 15"/>
            <p:cNvCxnSpPr>
              <a:cxnSpLocks noChangeShapeType="1"/>
            </p:cNvCxnSpPr>
            <p:nvPr userDrawn="1"/>
          </p:nvCxnSpPr>
          <p:spPr bwMode="auto">
            <a:xfrm rot="5400000">
              <a:off x="2266144" y="3597056"/>
              <a:ext cx="4041183" cy="1"/>
            </a:xfrm>
            <a:prstGeom prst="line">
              <a:avLst/>
            </a:prstGeom>
            <a:noFill/>
            <a:ln w="6350">
              <a:solidFill>
                <a:srgbClr val="A9A9A9"/>
              </a:solidFill>
              <a:round/>
              <a:headEnd/>
              <a:tailEnd/>
            </a:ln>
            <a:extLst>
              <a:ext uri="{909E8E84-426E-40DD-AFC4-6F175D3DCCD1}">
                <a14:hiddenFill xmlns:a14="http://schemas.microsoft.com/office/drawing/2010/main">
                  <a:noFill/>
                </a14:hiddenFill>
              </a:ext>
            </a:extLst>
          </p:spPr>
        </p:cxnSp>
        <p:cxnSp>
          <p:nvCxnSpPr>
            <p:cNvPr id="50" name="Straight Connector 16"/>
            <p:cNvCxnSpPr>
              <a:cxnSpLocks noChangeShapeType="1"/>
            </p:cNvCxnSpPr>
            <p:nvPr userDrawn="1"/>
          </p:nvCxnSpPr>
          <p:spPr bwMode="auto">
            <a:xfrm rot="5400000">
              <a:off x="1840712" y="3597058"/>
              <a:ext cx="4041183" cy="1"/>
            </a:xfrm>
            <a:prstGeom prst="line">
              <a:avLst/>
            </a:prstGeom>
            <a:noFill/>
            <a:ln w="6350">
              <a:solidFill>
                <a:srgbClr val="A9A9A9"/>
              </a:solidFill>
              <a:round/>
              <a:headEnd/>
              <a:tailEnd/>
            </a:ln>
            <a:extLst>
              <a:ext uri="{909E8E84-426E-40DD-AFC4-6F175D3DCCD1}">
                <a14:hiddenFill xmlns:a14="http://schemas.microsoft.com/office/drawing/2010/main">
                  <a:noFill/>
                </a14:hiddenFill>
              </a:ext>
            </a:extLst>
          </p:spPr>
        </p:cxnSp>
        <p:cxnSp>
          <p:nvCxnSpPr>
            <p:cNvPr id="51" name="Straight Connector 17"/>
            <p:cNvCxnSpPr>
              <a:cxnSpLocks noChangeShapeType="1"/>
            </p:cNvCxnSpPr>
            <p:nvPr userDrawn="1"/>
          </p:nvCxnSpPr>
          <p:spPr bwMode="auto">
            <a:xfrm rot="5400000">
              <a:off x="3117008" y="3597058"/>
              <a:ext cx="4041183" cy="1"/>
            </a:xfrm>
            <a:prstGeom prst="line">
              <a:avLst/>
            </a:prstGeom>
            <a:noFill/>
            <a:ln w="6350">
              <a:solidFill>
                <a:srgbClr val="A9A9A9"/>
              </a:solidFill>
              <a:round/>
              <a:headEnd/>
              <a:tailEnd/>
            </a:ln>
            <a:extLst>
              <a:ext uri="{909E8E84-426E-40DD-AFC4-6F175D3DCCD1}">
                <a14:hiddenFill xmlns:a14="http://schemas.microsoft.com/office/drawing/2010/main">
                  <a:noFill/>
                </a14:hiddenFill>
              </a:ext>
            </a:extLst>
          </p:spPr>
        </p:cxnSp>
        <p:cxnSp>
          <p:nvCxnSpPr>
            <p:cNvPr id="52" name="Straight Connector 18"/>
            <p:cNvCxnSpPr>
              <a:cxnSpLocks noChangeShapeType="1"/>
            </p:cNvCxnSpPr>
            <p:nvPr userDrawn="1"/>
          </p:nvCxnSpPr>
          <p:spPr bwMode="auto">
            <a:xfrm rot="5400000">
              <a:off x="2691576" y="3597059"/>
              <a:ext cx="4041183" cy="1"/>
            </a:xfrm>
            <a:prstGeom prst="line">
              <a:avLst/>
            </a:prstGeom>
            <a:noFill/>
            <a:ln w="6350">
              <a:solidFill>
                <a:srgbClr val="A9A9A9"/>
              </a:solidFill>
              <a:round/>
              <a:headEnd/>
              <a:tailEnd/>
            </a:ln>
            <a:extLst>
              <a:ext uri="{909E8E84-426E-40DD-AFC4-6F175D3DCCD1}">
                <a14:hiddenFill xmlns:a14="http://schemas.microsoft.com/office/drawing/2010/main">
                  <a:noFill/>
                </a14:hiddenFill>
              </a:ext>
            </a:extLst>
          </p:spPr>
        </p:cxnSp>
        <p:cxnSp>
          <p:nvCxnSpPr>
            <p:cNvPr id="53" name="Straight Connector 19"/>
            <p:cNvCxnSpPr>
              <a:cxnSpLocks noChangeShapeType="1"/>
            </p:cNvCxnSpPr>
            <p:nvPr userDrawn="1"/>
          </p:nvCxnSpPr>
          <p:spPr bwMode="auto">
            <a:xfrm rot="5400000">
              <a:off x="3967872" y="3597059"/>
              <a:ext cx="4041183" cy="1"/>
            </a:xfrm>
            <a:prstGeom prst="line">
              <a:avLst/>
            </a:prstGeom>
            <a:noFill/>
            <a:ln w="6350">
              <a:solidFill>
                <a:srgbClr val="A9A9A9"/>
              </a:solidFill>
              <a:round/>
              <a:headEnd/>
              <a:tailEnd/>
            </a:ln>
            <a:extLst>
              <a:ext uri="{909E8E84-426E-40DD-AFC4-6F175D3DCCD1}">
                <a14:hiddenFill xmlns:a14="http://schemas.microsoft.com/office/drawing/2010/main">
                  <a:noFill/>
                </a14:hiddenFill>
              </a:ext>
            </a:extLst>
          </p:spPr>
        </p:cxnSp>
        <p:cxnSp>
          <p:nvCxnSpPr>
            <p:cNvPr id="54" name="Straight Connector 20"/>
            <p:cNvCxnSpPr>
              <a:cxnSpLocks noChangeShapeType="1"/>
            </p:cNvCxnSpPr>
            <p:nvPr userDrawn="1"/>
          </p:nvCxnSpPr>
          <p:spPr bwMode="auto">
            <a:xfrm rot="5400000">
              <a:off x="3542440" y="3597061"/>
              <a:ext cx="4041183" cy="1"/>
            </a:xfrm>
            <a:prstGeom prst="line">
              <a:avLst/>
            </a:prstGeom>
            <a:noFill/>
            <a:ln w="6350">
              <a:solidFill>
                <a:srgbClr val="A9A9A9"/>
              </a:solidFill>
              <a:round/>
              <a:headEnd/>
              <a:tailEnd/>
            </a:ln>
            <a:extLst>
              <a:ext uri="{909E8E84-426E-40DD-AFC4-6F175D3DCCD1}">
                <a14:hiddenFill xmlns:a14="http://schemas.microsoft.com/office/drawing/2010/main">
                  <a:noFill/>
                </a14:hiddenFill>
              </a:ext>
            </a:extLst>
          </p:spPr>
        </p:cxnSp>
        <p:cxnSp>
          <p:nvCxnSpPr>
            <p:cNvPr id="55" name="Straight Connector 21"/>
            <p:cNvCxnSpPr>
              <a:cxnSpLocks noChangeShapeType="1"/>
            </p:cNvCxnSpPr>
            <p:nvPr userDrawn="1"/>
          </p:nvCxnSpPr>
          <p:spPr bwMode="auto">
            <a:xfrm rot="5400000">
              <a:off x="4818736" y="3597061"/>
              <a:ext cx="4041183" cy="1"/>
            </a:xfrm>
            <a:prstGeom prst="line">
              <a:avLst/>
            </a:prstGeom>
            <a:noFill/>
            <a:ln w="6350">
              <a:solidFill>
                <a:srgbClr val="A9A9A9"/>
              </a:solidFill>
              <a:round/>
              <a:headEnd/>
              <a:tailEnd/>
            </a:ln>
            <a:extLst>
              <a:ext uri="{909E8E84-426E-40DD-AFC4-6F175D3DCCD1}">
                <a14:hiddenFill xmlns:a14="http://schemas.microsoft.com/office/drawing/2010/main">
                  <a:noFill/>
                </a14:hiddenFill>
              </a:ext>
            </a:extLst>
          </p:spPr>
        </p:cxnSp>
        <p:cxnSp>
          <p:nvCxnSpPr>
            <p:cNvPr id="56" name="Straight Connector 22"/>
            <p:cNvCxnSpPr>
              <a:cxnSpLocks noChangeShapeType="1"/>
            </p:cNvCxnSpPr>
            <p:nvPr userDrawn="1"/>
          </p:nvCxnSpPr>
          <p:spPr bwMode="auto">
            <a:xfrm rot="5400000">
              <a:off x="4393304" y="3597062"/>
              <a:ext cx="4041183" cy="1"/>
            </a:xfrm>
            <a:prstGeom prst="line">
              <a:avLst/>
            </a:prstGeom>
            <a:noFill/>
            <a:ln w="6350">
              <a:solidFill>
                <a:srgbClr val="A9A9A9"/>
              </a:solidFill>
              <a:round/>
              <a:headEnd/>
              <a:tailEnd/>
            </a:ln>
            <a:extLst>
              <a:ext uri="{909E8E84-426E-40DD-AFC4-6F175D3DCCD1}">
                <a14:hiddenFill xmlns:a14="http://schemas.microsoft.com/office/drawing/2010/main">
                  <a:noFill/>
                </a14:hiddenFill>
              </a:ext>
            </a:extLst>
          </p:spPr>
        </p:cxnSp>
        <p:cxnSp>
          <p:nvCxnSpPr>
            <p:cNvPr id="57" name="Straight Connector 23"/>
            <p:cNvCxnSpPr>
              <a:cxnSpLocks noChangeShapeType="1"/>
            </p:cNvCxnSpPr>
            <p:nvPr userDrawn="1"/>
          </p:nvCxnSpPr>
          <p:spPr bwMode="auto">
            <a:xfrm rot="5400000">
              <a:off x="5669600" y="3597062"/>
              <a:ext cx="4041183" cy="1"/>
            </a:xfrm>
            <a:prstGeom prst="line">
              <a:avLst/>
            </a:prstGeom>
            <a:noFill/>
            <a:ln w="6350">
              <a:solidFill>
                <a:srgbClr val="A9A9A9"/>
              </a:solidFill>
              <a:round/>
              <a:headEnd/>
              <a:tailEnd/>
            </a:ln>
            <a:extLst>
              <a:ext uri="{909E8E84-426E-40DD-AFC4-6F175D3DCCD1}">
                <a14:hiddenFill xmlns:a14="http://schemas.microsoft.com/office/drawing/2010/main">
                  <a:noFill/>
                </a14:hiddenFill>
              </a:ext>
            </a:extLst>
          </p:spPr>
        </p:cxnSp>
        <p:cxnSp>
          <p:nvCxnSpPr>
            <p:cNvPr id="58" name="Straight Connector 24"/>
            <p:cNvCxnSpPr>
              <a:cxnSpLocks noChangeShapeType="1"/>
            </p:cNvCxnSpPr>
            <p:nvPr userDrawn="1"/>
          </p:nvCxnSpPr>
          <p:spPr bwMode="auto">
            <a:xfrm rot="5400000">
              <a:off x="5244168" y="3597064"/>
              <a:ext cx="4041183" cy="1"/>
            </a:xfrm>
            <a:prstGeom prst="line">
              <a:avLst/>
            </a:prstGeom>
            <a:noFill/>
            <a:ln w="6350">
              <a:solidFill>
                <a:srgbClr val="A9A9A9"/>
              </a:solidFill>
              <a:round/>
              <a:headEnd/>
              <a:tailEnd/>
            </a:ln>
            <a:extLst>
              <a:ext uri="{909E8E84-426E-40DD-AFC4-6F175D3DCCD1}">
                <a14:hiddenFill xmlns:a14="http://schemas.microsoft.com/office/drawing/2010/main">
                  <a:noFill/>
                </a14:hiddenFill>
              </a:ext>
            </a:extLst>
          </p:spPr>
        </p:cxnSp>
        <p:cxnSp>
          <p:nvCxnSpPr>
            <p:cNvPr id="59" name="Straight Connector 25"/>
            <p:cNvCxnSpPr>
              <a:cxnSpLocks noChangeShapeType="1"/>
            </p:cNvCxnSpPr>
            <p:nvPr userDrawn="1"/>
          </p:nvCxnSpPr>
          <p:spPr bwMode="auto">
            <a:xfrm rot="5400000">
              <a:off x="6095032" y="3597065"/>
              <a:ext cx="4041183" cy="1"/>
            </a:xfrm>
            <a:prstGeom prst="line">
              <a:avLst/>
            </a:prstGeom>
            <a:noFill/>
            <a:ln w="6350">
              <a:solidFill>
                <a:srgbClr val="A9A9A9"/>
              </a:solidFill>
              <a:round/>
              <a:headEnd/>
              <a:tailEnd/>
            </a:ln>
            <a:extLst>
              <a:ext uri="{909E8E84-426E-40DD-AFC4-6F175D3DCCD1}">
                <a14:hiddenFill xmlns:a14="http://schemas.microsoft.com/office/drawing/2010/main">
                  <a:noFill/>
                </a14:hiddenFill>
              </a:ext>
            </a:extLst>
          </p:spPr>
        </p:cxnSp>
      </p:grpSp>
      <p:sp>
        <p:nvSpPr>
          <p:cNvPr id="60" name="Rectangle 30"/>
          <p:cNvSpPr>
            <a:spLocks noChangeArrowheads="1"/>
          </p:cNvSpPr>
          <p:nvPr userDrawn="1"/>
        </p:nvSpPr>
        <p:spPr bwMode="auto">
          <a:xfrm>
            <a:off x="468313" y="1860550"/>
            <a:ext cx="8069262" cy="4083050"/>
          </a:xfrm>
          <a:prstGeom prst="rect">
            <a:avLst/>
          </a:prstGeom>
          <a:noFill/>
          <a:ln w="12700">
            <a:solidFill>
              <a:srgbClr val="A9A9A9"/>
            </a:solidFill>
            <a:miter lim="800000"/>
            <a:headEnd/>
            <a:tailEnd/>
          </a:ln>
          <a:extLst>
            <a:ext uri="{909E8E84-426E-40DD-AFC4-6F175D3DCCD1}">
              <a14:hiddenFill xmlns:a14="http://schemas.microsoft.com/office/drawing/2010/main">
                <a:solidFill>
                  <a:srgbClr val="FFFFFF"/>
                </a:solidFill>
              </a14:hiddenFill>
            </a:ext>
          </a:extLst>
        </p:spPr>
        <p:txBody>
          <a:bodyPr lIns="102870" tIns="102870" rIns="171450" bIns="102870" anchor="ctr"/>
          <a:lstStyle>
            <a:lvl1pPr eaLnBrk="0" hangingPunct="0">
              <a:defRPr>
                <a:solidFill>
                  <a:schemeClr val="tx1"/>
                </a:solidFill>
                <a:latin typeface="Calibri" charset="0"/>
                <a:ea typeface="Arial" charset="0"/>
                <a:cs typeface="Arial" charset="0"/>
              </a:defRPr>
            </a:lvl1pPr>
            <a:lvl2pPr marL="742950" indent="-285750" eaLnBrk="0" hangingPunct="0">
              <a:defRPr>
                <a:solidFill>
                  <a:schemeClr val="tx1"/>
                </a:solidFill>
                <a:latin typeface="Calibri" charset="0"/>
                <a:ea typeface="Arial" charset="0"/>
                <a:cs typeface="Arial" charset="0"/>
              </a:defRPr>
            </a:lvl2pPr>
            <a:lvl3pPr marL="1143000" indent="-228600" eaLnBrk="0" hangingPunct="0">
              <a:defRPr>
                <a:solidFill>
                  <a:schemeClr val="tx1"/>
                </a:solidFill>
                <a:latin typeface="Calibri" charset="0"/>
                <a:ea typeface="Arial" charset="0"/>
                <a:cs typeface="Arial" charset="0"/>
              </a:defRPr>
            </a:lvl3pPr>
            <a:lvl4pPr marL="1600200" indent="-228600" eaLnBrk="0" hangingPunct="0">
              <a:defRPr>
                <a:solidFill>
                  <a:schemeClr val="tx1"/>
                </a:solidFill>
                <a:latin typeface="Calibri" charset="0"/>
                <a:ea typeface="Arial" charset="0"/>
                <a:cs typeface="Arial" charset="0"/>
              </a:defRPr>
            </a:lvl4pPr>
            <a:lvl5pPr marL="2057400" indent="-228600" eaLnBrk="0" hangingPunct="0">
              <a:defRPr>
                <a:solidFill>
                  <a:schemeClr val="tx1"/>
                </a:solidFill>
                <a:latin typeface="Calibri" charset="0"/>
                <a:ea typeface="Arial" charset="0"/>
                <a:cs typeface="Arial" charset="0"/>
              </a:defRPr>
            </a:lvl5pPr>
            <a:lvl6pPr marL="2514600" indent="-228600" eaLnBrk="0" fontAlgn="base" hangingPunct="0">
              <a:spcBef>
                <a:spcPct val="0"/>
              </a:spcBef>
              <a:spcAft>
                <a:spcPct val="0"/>
              </a:spcAft>
              <a:defRPr>
                <a:solidFill>
                  <a:schemeClr val="tx1"/>
                </a:solidFill>
                <a:latin typeface="Calibri" charset="0"/>
                <a:ea typeface="Arial" charset="0"/>
                <a:cs typeface="Arial" charset="0"/>
              </a:defRPr>
            </a:lvl6pPr>
            <a:lvl7pPr marL="2971800" indent="-228600" eaLnBrk="0" fontAlgn="base" hangingPunct="0">
              <a:spcBef>
                <a:spcPct val="0"/>
              </a:spcBef>
              <a:spcAft>
                <a:spcPct val="0"/>
              </a:spcAft>
              <a:defRPr>
                <a:solidFill>
                  <a:schemeClr val="tx1"/>
                </a:solidFill>
                <a:latin typeface="Calibri" charset="0"/>
                <a:ea typeface="Arial" charset="0"/>
                <a:cs typeface="Arial" charset="0"/>
              </a:defRPr>
            </a:lvl7pPr>
            <a:lvl8pPr marL="3429000" indent="-228600" eaLnBrk="0" fontAlgn="base" hangingPunct="0">
              <a:spcBef>
                <a:spcPct val="0"/>
              </a:spcBef>
              <a:spcAft>
                <a:spcPct val="0"/>
              </a:spcAft>
              <a:defRPr>
                <a:solidFill>
                  <a:schemeClr val="tx1"/>
                </a:solidFill>
                <a:latin typeface="Calibri" charset="0"/>
                <a:ea typeface="Arial" charset="0"/>
                <a:cs typeface="Arial" charset="0"/>
              </a:defRPr>
            </a:lvl8pPr>
            <a:lvl9pPr marL="3886200" indent="-228600" eaLnBrk="0" fontAlgn="base" hangingPunct="0">
              <a:spcBef>
                <a:spcPct val="0"/>
              </a:spcBef>
              <a:spcAft>
                <a:spcPct val="0"/>
              </a:spcAft>
              <a:defRPr>
                <a:solidFill>
                  <a:schemeClr val="tx1"/>
                </a:solidFill>
                <a:latin typeface="Calibri" charset="0"/>
                <a:ea typeface="Arial" charset="0"/>
                <a:cs typeface="Arial" charset="0"/>
              </a:defRPr>
            </a:lvl9pPr>
          </a:lstStyle>
          <a:p>
            <a:pPr algn="ctr">
              <a:lnSpc>
                <a:spcPct val="95000"/>
              </a:lnSpc>
              <a:spcBef>
                <a:spcPct val="50000"/>
              </a:spcBef>
              <a:buClr>
                <a:schemeClr val="accent1"/>
              </a:buClr>
              <a:buFont typeface="Wingdings 2" charset="2"/>
              <a:buNone/>
            </a:pPr>
            <a:endParaRPr lang="en-US" altLang="en-US" sz="1350" b="1">
              <a:solidFill>
                <a:schemeClr val="bg1"/>
              </a:solidFill>
              <a:latin typeface="Arial" charset="0"/>
            </a:endParaRPr>
          </a:p>
        </p:txBody>
      </p:sp>
      <p:sp>
        <p:nvSpPr>
          <p:cNvPr id="61" name="Rectangle 31"/>
          <p:cNvSpPr>
            <a:spLocks noChangeArrowheads="1"/>
          </p:cNvSpPr>
          <p:nvPr userDrawn="1"/>
        </p:nvSpPr>
        <p:spPr bwMode="auto">
          <a:xfrm>
            <a:off x="468314" y="1277938"/>
            <a:ext cx="1692275" cy="582612"/>
          </a:xfrm>
          <a:prstGeom prst="rect">
            <a:avLst/>
          </a:prstGeom>
          <a:solidFill>
            <a:srgbClr val="4D4D4D"/>
          </a:solidFill>
          <a:ln w="12700">
            <a:solidFill>
              <a:srgbClr val="A9A9A9"/>
            </a:solidFill>
            <a:miter lim="800000"/>
            <a:headEnd/>
            <a:tailEnd/>
          </a:ln>
        </p:spPr>
        <p:txBody>
          <a:bodyPr lIns="102870" tIns="102870" rIns="171450" bIns="102870" anchor="ctr"/>
          <a:lstStyle>
            <a:lvl1pPr eaLnBrk="0" hangingPunct="0">
              <a:defRPr>
                <a:solidFill>
                  <a:schemeClr val="tx1"/>
                </a:solidFill>
                <a:latin typeface="Calibri" charset="0"/>
                <a:ea typeface="Arial" charset="0"/>
                <a:cs typeface="Arial" charset="0"/>
              </a:defRPr>
            </a:lvl1pPr>
            <a:lvl2pPr marL="742950" indent="-285750" eaLnBrk="0" hangingPunct="0">
              <a:defRPr>
                <a:solidFill>
                  <a:schemeClr val="tx1"/>
                </a:solidFill>
                <a:latin typeface="Calibri" charset="0"/>
                <a:ea typeface="Arial" charset="0"/>
                <a:cs typeface="Arial" charset="0"/>
              </a:defRPr>
            </a:lvl2pPr>
            <a:lvl3pPr marL="1143000" indent="-228600" eaLnBrk="0" hangingPunct="0">
              <a:defRPr>
                <a:solidFill>
                  <a:schemeClr val="tx1"/>
                </a:solidFill>
                <a:latin typeface="Calibri" charset="0"/>
                <a:ea typeface="Arial" charset="0"/>
                <a:cs typeface="Arial" charset="0"/>
              </a:defRPr>
            </a:lvl3pPr>
            <a:lvl4pPr marL="1600200" indent="-228600" eaLnBrk="0" hangingPunct="0">
              <a:defRPr>
                <a:solidFill>
                  <a:schemeClr val="tx1"/>
                </a:solidFill>
                <a:latin typeface="Calibri" charset="0"/>
                <a:ea typeface="Arial" charset="0"/>
                <a:cs typeface="Arial" charset="0"/>
              </a:defRPr>
            </a:lvl4pPr>
            <a:lvl5pPr marL="2057400" indent="-228600" eaLnBrk="0" hangingPunct="0">
              <a:defRPr>
                <a:solidFill>
                  <a:schemeClr val="tx1"/>
                </a:solidFill>
                <a:latin typeface="Calibri" charset="0"/>
                <a:ea typeface="Arial" charset="0"/>
                <a:cs typeface="Arial" charset="0"/>
              </a:defRPr>
            </a:lvl5pPr>
            <a:lvl6pPr marL="2514600" indent="-228600" eaLnBrk="0" fontAlgn="base" hangingPunct="0">
              <a:spcBef>
                <a:spcPct val="0"/>
              </a:spcBef>
              <a:spcAft>
                <a:spcPct val="0"/>
              </a:spcAft>
              <a:defRPr>
                <a:solidFill>
                  <a:schemeClr val="tx1"/>
                </a:solidFill>
                <a:latin typeface="Calibri" charset="0"/>
                <a:ea typeface="Arial" charset="0"/>
                <a:cs typeface="Arial" charset="0"/>
              </a:defRPr>
            </a:lvl6pPr>
            <a:lvl7pPr marL="2971800" indent="-228600" eaLnBrk="0" fontAlgn="base" hangingPunct="0">
              <a:spcBef>
                <a:spcPct val="0"/>
              </a:spcBef>
              <a:spcAft>
                <a:spcPct val="0"/>
              </a:spcAft>
              <a:defRPr>
                <a:solidFill>
                  <a:schemeClr val="tx1"/>
                </a:solidFill>
                <a:latin typeface="Calibri" charset="0"/>
                <a:ea typeface="Arial" charset="0"/>
                <a:cs typeface="Arial" charset="0"/>
              </a:defRPr>
            </a:lvl7pPr>
            <a:lvl8pPr marL="3429000" indent="-228600" eaLnBrk="0" fontAlgn="base" hangingPunct="0">
              <a:spcBef>
                <a:spcPct val="0"/>
              </a:spcBef>
              <a:spcAft>
                <a:spcPct val="0"/>
              </a:spcAft>
              <a:defRPr>
                <a:solidFill>
                  <a:schemeClr val="tx1"/>
                </a:solidFill>
                <a:latin typeface="Calibri" charset="0"/>
                <a:ea typeface="Arial" charset="0"/>
                <a:cs typeface="Arial" charset="0"/>
              </a:defRPr>
            </a:lvl8pPr>
            <a:lvl9pPr marL="3886200" indent="-228600" eaLnBrk="0" fontAlgn="base" hangingPunct="0">
              <a:spcBef>
                <a:spcPct val="0"/>
              </a:spcBef>
              <a:spcAft>
                <a:spcPct val="0"/>
              </a:spcAft>
              <a:defRPr>
                <a:solidFill>
                  <a:schemeClr val="tx1"/>
                </a:solidFill>
                <a:latin typeface="Calibri" charset="0"/>
                <a:ea typeface="Arial" charset="0"/>
                <a:cs typeface="Arial" charset="0"/>
              </a:defRPr>
            </a:lvl9pPr>
          </a:lstStyle>
          <a:p>
            <a:pPr algn="ctr">
              <a:lnSpc>
                <a:spcPct val="95000"/>
              </a:lnSpc>
              <a:spcBef>
                <a:spcPct val="50000"/>
              </a:spcBef>
              <a:buClr>
                <a:schemeClr val="accent1"/>
              </a:buClr>
              <a:buFont typeface="Wingdings 2" charset="2"/>
              <a:buNone/>
            </a:pPr>
            <a:endParaRPr lang="en-US" altLang="en-US" sz="1350" b="1">
              <a:solidFill>
                <a:schemeClr val="bg1"/>
              </a:solidFill>
              <a:latin typeface="Arial" charset="0"/>
            </a:endParaRPr>
          </a:p>
        </p:txBody>
      </p:sp>
      <p:cxnSp>
        <p:nvCxnSpPr>
          <p:cNvPr id="62" name="Straight Connector 28"/>
          <p:cNvCxnSpPr>
            <a:cxnSpLocks noChangeShapeType="1"/>
          </p:cNvCxnSpPr>
          <p:nvPr userDrawn="1"/>
        </p:nvCxnSpPr>
        <p:spPr bwMode="auto">
          <a:xfrm>
            <a:off x="473075" y="1277938"/>
            <a:ext cx="1676400" cy="582612"/>
          </a:xfrm>
          <a:prstGeom prst="line">
            <a:avLst/>
          </a:prstGeom>
          <a:noFill/>
          <a:ln w="12700">
            <a:solidFill>
              <a:srgbClr val="A9A9A9"/>
            </a:solidFill>
            <a:round/>
            <a:headEnd/>
            <a:tailEnd/>
          </a:ln>
          <a:extLst>
            <a:ext uri="{909E8E84-426E-40DD-AFC4-6F175D3DCCD1}">
              <a14:hiddenFill xmlns:a14="http://schemas.microsoft.com/office/drawing/2010/main">
                <a:noFill/>
              </a14:hiddenFill>
            </a:ext>
          </a:extLst>
        </p:spPr>
      </p:cxnSp>
      <p:sp>
        <p:nvSpPr>
          <p:cNvPr id="26" name="Text Placeholder 12"/>
          <p:cNvSpPr>
            <a:spLocks noGrp="1"/>
          </p:cNvSpPr>
          <p:nvPr>
            <p:ph type="body" sz="quarter" idx="28"/>
          </p:nvPr>
        </p:nvSpPr>
        <p:spPr>
          <a:xfrm>
            <a:off x="2159965" y="1282931"/>
            <a:ext cx="6372290" cy="294737"/>
          </a:xfrm>
          <a:prstGeom prst="rect">
            <a:avLst/>
          </a:prstGeom>
          <a:ln w="6350">
            <a:noFill/>
          </a:ln>
        </p:spPr>
        <p:txBody>
          <a:bodyPr anchor="ctr"/>
          <a:lstStyle>
            <a:lvl1pPr marL="0" indent="0">
              <a:lnSpc>
                <a:spcPct val="100000"/>
              </a:lnSpc>
              <a:spcBef>
                <a:spcPts val="0"/>
              </a:spcBef>
              <a:buFontTx/>
              <a:buNone/>
              <a:defRPr sz="675" b="1">
                <a:solidFill>
                  <a:schemeClr val="bg1"/>
                </a:solidFill>
              </a:defRPr>
            </a:lvl1pPr>
            <a:lvl2pPr marL="255985" indent="-127397">
              <a:defRPr sz="750"/>
            </a:lvl2pPr>
            <a:lvl3pPr marL="384572" indent="-128588">
              <a:defRPr sz="750"/>
            </a:lvl3pPr>
            <a:lvl4pPr marL="511969" indent="-127397">
              <a:defRPr sz="750"/>
            </a:lvl4pPr>
            <a:lvl5pPr marL="640556" indent="-128588">
              <a:defRPr sz="750"/>
            </a:lvl5pPr>
          </a:lstStyle>
          <a:p>
            <a:pPr lvl="0"/>
            <a:r>
              <a:rPr lang="en-US"/>
              <a:t>Click to edit Master text styles</a:t>
            </a:r>
          </a:p>
        </p:txBody>
      </p:sp>
      <p:sp>
        <p:nvSpPr>
          <p:cNvPr id="27" name="Text Placeholder 12"/>
          <p:cNvSpPr>
            <a:spLocks noGrp="1"/>
          </p:cNvSpPr>
          <p:nvPr>
            <p:ph type="body" sz="quarter" idx="31"/>
          </p:nvPr>
        </p:nvSpPr>
        <p:spPr>
          <a:xfrm>
            <a:off x="3016122" y="1574557"/>
            <a:ext cx="414746" cy="294737"/>
          </a:xfrm>
          <a:prstGeom prst="rect">
            <a:avLst/>
          </a:prstGeom>
          <a:ln w="6350">
            <a:noFill/>
          </a:ln>
        </p:spPr>
        <p:txBody>
          <a:bodyPr anchor="ctr"/>
          <a:lstStyle>
            <a:lvl1pPr marL="0" indent="0" algn="ctr">
              <a:lnSpc>
                <a:spcPct val="100000"/>
              </a:lnSpc>
              <a:spcBef>
                <a:spcPts val="0"/>
              </a:spcBef>
              <a:buNone/>
              <a:defRPr sz="675" b="1">
                <a:solidFill>
                  <a:schemeClr val="bg1"/>
                </a:solidFill>
              </a:defRPr>
            </a:lvl1pPr>
            <a:lvl2pPr marL="255985" indent="-127397">
              <a:defRPr sz="750"/>
            </a:lvl2pPr>
            <a:lvl3pPr marL="384572" indent="-128588">
              <a:defRPr sz="750"/>
            </a:lvl3pPr>
            <a:lvl4pPr marL="511969" indent="-127397">
              <a:defRPr sz="750"/>
            </a:lvl4pPr>
            <a:lvl5pPr marL="640556" indent="-128588">
              <a:defRPr sz="750"/>
            </a:lvl5pPr>
          </a:lstStyle>
          <a:p>
            <a:pPr lvl="0"/>
            <a:r>
              <a:rPr lang="en-US"/>
              <a:t>Click to edit Master text styles</a:t>
            </a:r>
          </a:p>
        </p:txBody>
      </p:sp>
      <p:sp>
        <p:nvSpPr>
          <p:cNvPr id="28" name="Text Placeholder 12"/>
          <p:cNvSpPr>
            <a:spLocks noGrp="1"/>
          </p:cNvSpPr>
          <p:nvPr>
            <p:ph type="body" sz="quarter" idx="32"/>
          </p:nvPr>
        </p:nvSpPr>
        <p:spPr>
          <a:xfrm>
            <a:off x="3441598" y="1574557"/>
            <a:ext cx="414746" cy="294737"/>
          </a:xfrm>
          <a:prstGeom prst="rect">
            <a:avLst/>
          </a:prstGeom>
          <a:ln w="6350">
            <a:noFill/>
          </a:ln>
        </p:spPr>
        <p:txBody>
          <a:bodyPr anchor="ctr"/>
          <a:lstStyle>
            <a:lvl1pPr marL="0" indent="0" algn="ctr">
              <a:lnSpc>
                <a:spcPct val="100000"/>
              </a:lnSpc>
              <a:spcBef>
                <a:spcPts val="0"/>
              </a:spcBef>
              <a:buNone/>
              <a:defRPr sz="675" b="1">
                <a:solidFill>
                  <a:schemeClr val="bg1"/>
                </a:solidFill>
              </a:defRPr>
            </a:lvl1pPr>
            <a:lvl2pPr marL="255985" indent="-127397">
              <a:defRPr sz="750"/>
            </a:lvl2pPr>
            <a:lvl3pPr marL="384572" indent="-128588">
              <a:defRPr sz="750"/>
            </a:lvl3pPr>
            <a:lvl4pPr marL="511969" indent="-127397">
              <a:defRPr sz="750"/>
            </a:lvl4pPr>
            <a:lvl5pPr marL="640556" indent="-128588">
              <a:defRPr sz="750"/>
            </a:lvl5pPr>
          </a:lstStyle>
          <a:p>
            <a:pPr lvl="0"/>
            <a:r>
              <a:rPr lang="en-US"/>
              <a:t>Click to edit Master text styles</a:t>
            </a:r>
          </a:p>
        </p:txBody>
      </p:sp>
      <p:sp>
        <p:nvSpPr>
          <p:cNvPr id="29" name="Text Placeholder 12"/>
          <p:cNvSpPr>
            <a:spLocks noGrp="1"/>
          </p:cNvSpPr>
          <p:nvPr>
            <p:ph type="body" sz="quarter" idx="33"/>
          </p:nvPr>
        </p:nvSpPr>
        <p:spPr>
          <a:xfrm>
            <a:off x="2165170" y="1574557"/>
            <a:ext cx="414746" cy="294737"/>
          </a:xfrm>
          <a:prstGeom prst="rect">
            <a:avLst/>
          </a:prstGeom>
          <a:ln w="6350">
            <a:noFill/>
          </a:ln>
        </p:spPr>
        <p:txBody>
          <a:bodyPr anchor="ctr"/>
          <a:lstStyle>
            <a:lvl1pPr marL="0" indent="0" algn="ctr">
              <a:lnSpc>
                <a:spcPct val="100000"/>
              </a:lnSpc>
              <a:spcBef>
                <a:spcPts val="0"/>
              </a:spcBef>
              <a:buNone/>
              <a:defRPr sz="675" b="1">
                <a:solidFill>
                  <a:schemeClr val="bg1"/>
                </a:solidFill>
              </a:defRPr>
            </a:lvl1pPr>
            <a:lvl2pPr marL="255985" indent="-127397">
              <a:defRPr sz="750"/>
            </a:lvl2pPr>
            <a:lvl3pPr marL="384572" indent="-128588">
              <a:defRPr sz="750"/>
            </a:lvl3pPr>
            <a:lvl4pPr marL="511969" indent="-127397">
              <a:defRPr sz="750"/>
            </a:lvl4pPr>
            <a:lvl5pPr marL="640556" indent="-128588">
              <a:defRPr sz="750"/>
            </a:lvl5pPr>
          </a:lstStyle>
          <a:p>
            <a:pPr lvl="0"/>
            <a:r>
              <a:rPr lang="en-US"/>
              <a:t>Click to edit Master text styles</a:t>
            </a:r>
          </a:p>
        </p:txBody>
      </p:sp>
      <p:sp>
        <p:nvSpPr>
          <p:cNvPr id="30" name="Text Placeholder 12"/>
          <p:cNvSpPr>
            <a:spLocks noGrp="1"/>
          </p:cNvSpPr>
          <p:nvPr>
            <p:ph type="body" sz="quarter" idx="34"/>
          </p:nvPr>
        </p:nvSpPr>
        <p:spPr>
          <a:xfrm>
            <a:off x="2590645" y="1574557"/>
            <a:ext cx="414746" cy="294737"/>
          </a:xfrm>
          <a:prstGeom prst="rect">
            <a:avLst/>
          </a:prstGeom>
          <a:ln w="6350">
            <a:noFill/>
          </a:ln>
        </p:spPr>
        <p:txBody>
          <a:bodyPr anchor="ctr"/>
          <a:lstStyle>
            <a:lvl1pPr marL="0" indent="0" algn="ctr">
              <a:lnSpc>
                <a:spcPct val="100000"/>
              </a:lnSpc>
              <a:spcBef>
                <a:spcPts val="0"/>
              </a:spcBef>
              <a:buNone/>
              <a:defRPr sz="675" b="1">
                <a:solidFill>
                  <a:schemeClr val="bg1"/>
                </a:solidFill>
              </a:defRPr>
            </a:lvl1pPr>
            <a:lvl2pPr marL="255985" indent="-127397">
              <a:defRPr sz="750"/>
            </a:lvl2pPr>
            <a:lvl3pPr marL="384572" indent="-128588">
              <a:defRPr sz="750"/>
            </a:lvl3pPr>
            <a:lvl4pPr marL="511969" indent="-127397">
              <a:defRPr sz="750"/>
            </a:lvl4pPr>
            <a:lvl5pPr marL="640556" indent="-128588">
              <a:defRPr sz="750"/>
            </a:lvl5pPr>
          </a:lstStyle>
          <a:p>
            <a:pPr lvl="0"/>
            <a:r>
              <a:rPr lang="en-US"/>
              <a:t>Click to edit Master text styles</a:t>
            </a:r>
          </a:p>
        </p:txBody>
      </p:sp>
      <p:sp>
        <p:nvSpPr>
          <p:cNvPr id="31" name="Text Placeholder 12"/>
          <p:cNvSpPr>
            <a:spLocks noGrp="1"/>
          </p:cNvSpPr>
          <p:nvPr>
            <p:ph type="body" sz="quarter" idx="35"/>
          </p:nvPr>
        </p:nvSpPr>
        <p:spPr>
          <a:xfrm>
            <a:off x="4718026" y="1574557"/>
            <a:ext cx="414746" cy="294737"/>
          </a:xfrm>
          <a:prstGeom prst="rect">
            <a:avLst/>
          </a:prstGeom>
          <a:ln w="6350">
            <a:noFill/>
          </a:ln>
        </p:spPr>
        <p:txBody>
          <a:bodyPr anchor="ctr"/>
          <a:lstStyle>
            <a:lvl1pPr marL="0" indent="0" algn="ctr">
              <a:lnSpc>
                <a:spcPct val="100000"/>
              </a:lnSpc>
              <a:spcBef>
                <a:spcPts val="0"/>
              </a:spcBef>
              <a:buNone/>
              <a:defRPr sz="675" b="1">
                <a:solidFill>
                  <a:schemeClr val="bg1"/>
                </a:solidFill>
              </a:defRPr>
            </a:lvl1pPr>
            <a:lvl2pPr marL="255985" indent="-127397">
              <a:defRPr sz="750"/>
            </a:lvl2pPr>
            <a:lvl3pPr marL="384572" indent="-128588">
              <a:defRPr sz="750"/>
            </a:lvl3pPr>
            <a:lvl4pPr marL="511969" indent="-127397">
              <a:defRPr sz="750"/>
            </a:lvl4pPr>
            <a:lvl5pPr marL="640556" indent="-128588">
              <a:defRPr sz="750"/>
            </a:lvl5pPr>
          </a:lstStyle>
          <a:p>
            <a:pPr lvl="0"/>
            <a:r>
              <a:rPr lang="en-US"/>
              <a:t>Click to edit Master text styles</a:t>
            </a:r>
          </a:p>
        </p:txBody>
      </p:sp>
      <p:sp>
        <p:nvSpPr>
          <p:cNvPr id="32" name="Text Placeholder 12"/>
          <p:cNvSpPr>
            <a:spLocks noGrp="1"/>
          </p:cNvSpPr>
          <p:nvPr>
            <p:ph type="body" sz="quarter" idx="36"/>
          </p:nvPr>
        </p:nvSpPr>
        <p:spPr>
          <a:xfrm>
            <a:off x="5143501" y="1574557"/>
            <a:ext cx="414746" cy="294737"/>
          </a:xfrm>
          <a:prstGeom prst="rect">
            <a:avLst/>
          </a:prstGeom>
          <a:ln w="6350">
            <a:noFill/>
          </a:ln>
        </p:spPr>
        <p:txBody>
          <a:bodyPr anchor="ctr"/>
          <a:lstStyle>
            <a:lvl1pPr marL="0" indent="0" algn="ctr">
              <a:lnSpc>
                <a:spcPct val="100000"/>
              </a:lnSpc>
              <a:spcBef>
                <a:spcPts val="0"/>
              </a:spcBef>
              <a:buNone/>
              <a:defRPr sz="675" b="1">
                <a:solidFill>
                  <a:schemeClr val="bg1"/>
                </a:solidFill>
              </a:defRPr>
            </a:lvl1pPr>
            <a:lvl2pPr marL="255985" indent="-127397">
              <a:defRPr sz="750"/>
            </a:lvl2pPr>
            <a:lvl3pPr marL="384572" indent="-128588">
              <a:defRPr sz="750"/>
            </a:lvl3pPr>
            <a:lvl4pPr marL="511969" indent="-127397">
              <a:defRPr sz="750"/>
            </a:lvl4pPr>
            <a:lvl5pPr marL="640556" indent="-128588">
              <a:defRPr sz="750"/>
            </a:lvl5pPr>
          </a:lstStyle>
          <a:p>
            <a:pPr lvl="0"/>
            <a:r>
              <a:rPr lang="en-US"/>
              <a:t>Click to edit Master text styles</a:t>
            </a:r>
          </a:p>
        </p:txBody>
      </p:sp>
      <p:sp>
        <p:nvSpPr>
          <p:cNvPr id="33" name="Text Placeholder 12"/>
          <p:cNvSpPr>
            <a:spLocks noGrp="1"/>
          </p:cNvSpPr>
          <p:nvPr>
            <p:ph type="body" sz="quarter" idx="37"/>
          </p:nvPr>
        </p:nvSpPr>
        <p:spPr>
          <a:xfrm>
            <a:off x="3867073" y="1574557"/>
            <a:ext cx="414746" cy="294737"/>
          </a:xfrm>
          <a:prstGeom prst="rect">
            <a:avLst/>
          </a:prstGeom>
          <a:ln w="6350">
            <a:noFill/>
          </a:ln>
        </p:spPr>
        <p:txBody>
          <a:bodyPr anchor="ctr"/>
          <a:lstStyle>
            <a:lvl1pPr marL="0" indent="0" algn="ctr">
              <a:lnSpc>
                <a:spcPct val="100000"/>
              </a:lnSpc>
              <a:spcBef>
                <a:spcPts val="0"/>
              </a:spcBef>
              <a:buNone/>
              <a:defRPr sz="675" b="1">
                <a:solidFill>
                  <a:schemeClr val="bg1"/>
                </a:solidFill>
              </a:defRPr>
            </a:lvl1pPr>
            <a:lvl2pPr marL="255985" indent="-127397">
              <a:defRPr sz="750"/>
            </a:lvl2pPr>
            <a:lvl3pPr marL="384572" indent="-128588">
              <a:defRPr sz="750"/>
            </a:lvl3pPr>
            <a:lvl4pPr marL="511969" indent="-127397">
              <a:defRPr sz="750"/>
            </a:lvl4pPr>
            <a:lvl5pPr marL="640556" indent="-128588">
              <a:defRPr sz="750"/>
            </a:lvl5pPr>
          </a:lstStyle>
          <a:p>
            <a:pPr lvl="0"/>
            <a:r>
              <a:rPr lang="en-US"/>
              <a:t>Click to edit Master text styles</a:t>
            </a:r>
          </a:p>
        </p:txBody>
      </p:sp>
      <p:sp>
        <p:nvSpPr>
          <p:cNvPr id="34" name="Text Placeholder 12"/>
          <p:cNvSpPr>
            <a:spLocks noGrp="1"/>
          </p:cNvSpPr>
          <p:nvPr>
            <p:ph type="body" sz="quarter" idx="38"/>
          </p:nvPr>
        </p:nvSpPr>
        <p:spPr>
          <a:xfrm>
            <a:off x="4292550" y="1574557"/>
            <a:ext cx="414746" cy="294737"/>
          </a:xfrm>
          <a:prstGeom prst="rect">
            <a:avLst/>
          </a:prstGeom>
          <a:ln w="6350">
            <a:noFill/>
          </a:ln>
        </p:spPr>
        <p:txBody>
          <a:bodyPr anchor="ctr"/>
          <a:lstStyle>
            <a:lvl1pPr marL="0" indent="0" algn="ctr">
              <a:lnSpc>
                <a:spcPct val="100000"/>
              </a:lnSpc>
              <a:spcBef>
                <a:spcPts val="0"/>
              </a:spcBef>
              <a:buNone/>
              <a:defRPr sz="675" b="1">
                <a:solidFill>
                  <a:schemeClr val="bg1"/>
                </a:solidFill>
              </a:defRPr>
            </a:lvl1pPr>
            <a:lvl2pPr marL="255985" indent="-127397">
              <a:defRPr sz="750"/>
            </a:lvl2pPr>
            <a:lvl3pPr marL="384572" indent="-128588">
              <a:defRPr sz="750"/>
            </a:lvl3pPr>
            <a:lvl4pPr marL="511969" indent="-127397">
              <a:defRPr sz="750"/>
            </a:lvl4pPr>
            <a:lvl5pPr marL="640556" indent="-128588">
              <a:defRPr sz="750"/>
            </a:lvl5pPr>
          </a:lstStyle>
          <a:p>
            <a:pPr lvl="0"/>
            <a:r>
              <a:rPr lang="en-US"/>
              <a:t>Click to edit Master text styles</a:t>
            </a:r>
          </a:p>
        </p:txBody>
      </p:sp>
      <p:sp>
        <p:nvSpPr>
          <p:cNvPr id="35" name="Text Placeholder 12"/>
          <p:cNvSpPr>
            <a:spLocks noGrp="1"/>
          </p:cNvSpPr>
          <p:nvPr>
            <p:ph type="body" sz="quarter" idx="39"/>
          </p:nvPr>
        </p:nvSpPr>
        <p:spPr>
          <a:xfrm>
            <a:off x="6419929" y="1574557"/>
            <a:ext cx="414746" cy="294737"/>
          </a:xfrm>
          <a:prstGeom prst="rect">
            <a:avLst/>
          </a:prstGeom>
          <a:ln w="6350">
            <a:noFill/>
          </a:ln>
        </p:spPr>
        <p:txBody>
          <a:bodyPr anchor="ctr"/>
          <a:lstStyle>
            <a:lvl1pPr marL="0" indent="0" algn="ctr">
              <a:lnSpc>
                <a:spcPct val="100000"/>
              </a:lnSpc>
              <a:spcBef>
                <a:spcPts val="0"/>
              </a:spcBef>
              <a:buNone/>
              <a:defRPr sz="675" b="1">
                <a:solidFill>
                  <a:schemeClr val="bg1"/>
                </a:solidFill>
              </a:defRPr>
            </a:lvl1pPr>
            <a:lvl2pPr marL="255985" indent="-127397">
              <a:defRPr sz="750"/>
            </a:lvl2pPr>
            <a:lvl3pPr marL="384572" indent="-128588">
              <a:defRPr sz="750"/>
            </a:lvl3pPr>
            <a:lvl4pPr marL="511969" indent="-127397">
              <a:defRPr sz="750"/>
            </a:lvl4pPr>
            <a:lvl5pPr marL="640556" indent="-128588">
              <a:defRPr sz="750"/>
            </a:lvl5pPr>
          </a:lstStyle>
          <a:p>
            <a:pPr lvl="0"/>
            <a:r>
              <a:rPr lang="en-US"/>
              <a:t>Click to edit Master text styles</a:t>
            </a:r>
          </a:p>
        </p:txBody>
      </p:sp>
      <p:sp>
        <p:nvSpPr>
          <p:cNvPr id="36" name="Text Placeholder 12"/>
          <p:cNvSpPr>
            <a:spLocks noGrp="1"/>
          </p:cNvSpPr>
          <p:nvPr>
            <p:ph type="body" sz="quarter" idx="40"/>
          </p:nvPr>
        </p:nvSpPr>
        <p:spPr>
          <a:xfrm>
            <a:off x="6845406" y="1574557"/>
            <a:ext cx="414746" cy="294737"/>
          </a:xfrm>
          <a:prstGeom prst="rect">
            <a:avLst/>
          </a:prstGeom>
          <a:ln w="6350">
            <a:noFill/>
          </a:ln>
        </p:spPr>
        <p:txBody>
          <a:bodyPr anchor="ctr"/>
          <a:lstStyle>
            <a:lvl1pPr marL="0" indent="0" algn="ctr">
              <a:lnSpc>
                <a:spcPct val="100000"/>
              </a:lnSpc>
              <a:spcBef>
                <a:spcPts val="0"/>
              </a:spcBef>
              <a:buNone/>
              <a:defRPr sz="675" b="1">
                <a:solidFill>
                  <a:schemeClr val="bg1"/>
                </a:solidFill>
              </a:defRPr>
            </a:lvl1pPr>
            <a:lvl2pPr marL="255985" indent="-127397">
              <a:defRPr sz="750"/>
            </a:lvl2pPr>
            <a:lvl3pPr marL="384572" indent="-128588">
              <a:defRPr sz="750"/>
            </a:lvl3pPr>
            <a:lvl4pPr marL="511969" indent="-127397">
              <a:defRPr sz="750"/>
            </a:lvl4pPr>
            <a:lvl5pPr marL="640556" indent="-128588">
              <a:defRPr sz="750"/>
            </a:lvl5pPr>
          </a:lstStyle>
          <a:p>
            <a:pPr lvl="0"/>
            <a:r>
              <a:rPr lang="en-US"/>
              <a:t>Click to edit Master text styles</a:t>
            </a:r>
          </a:p>
        </p:txBody>
      </p:sp>
      <p:sp>
        <p:nvSpPr>
          <p:cNvPr id="37" name="Text Placeholder 12"/>
          <p:cNvSpPr>
            <a:spLocks noGrp="1"/>
          </p:cNvSpPr>
          <p:nvPr>
            <p:ph type="body" sz="quarter" idx="41"/>
          </p:nvPr>
        </p:nvSpPr>
        <p:spPr>
          <a:xfrm>
            <a:off x="5568978" y="1574557"/>
            <a:ext cx="414746" cy="294737"/>
          </a:xfrm>
          <a:prstGeom prst="rect">
            <a:avLst/>
          </a:prstGeom>
          <a:ln w="6350">
            <a:noFill/>
          </a:ln>
        </p:spPr>
        <p:txBody>
          <a:bodyPr anchor="ctr"/>
          <a:lstStyle>
            <a:lvl1pPr marL="0" indent="0" algn="ctr">
              <a:lnSpc>
                <a:spcPct val="100000"/>
              </a:lnSpc>
              <a:spcBef>
                <a:spcPts val="0"/>
              </a:spcBef>
              <a:buNone/>
              <a:defRPr sz="675" b="1">
                <a:solidFill>
                  <a:schemeClr val="bg1"/>
                </a:solidFill>
              </a:defRPr>
            </a:lvl1pPr>
            <a:lvl2pPr marL="255985" indent="-127397">
              <a:defRPr sz="750"/>
            </a:lvl2pPr>
            <a:lvl3pPr marL="384572" indent="-128588">
              <a:defRPr sz="750"/>
            </a:lvl3pPr>
            <a:lvl4pPr marL="511969" indent="-127397">
              <a:defRPr sz="750"/>
            </a:lvl4pPr>
            <a:lvl5pPr marL="640556" indent="-128588">
              <a:defRPr sz="750"/>
            </a:lvl5pPr>
          </a:lstStyle>
          <a:p>
            <a:pPr lvl="0"/>
            <a:r>
              <a:rPr lang="en-US"/>
              <a:t>Click to edit Master text styles</a:t>
            </a:r>
          </a:p>
        </p:txBody>
      </p:sp>
      <p:sp>
        <p:nvSpPr>
          <p:cNvPr id="38" name="Text Placeholder 12"/>
          <p:cNvSpPr>
            <a:spLocks noGrp="1"/>
          </p:cNvSpPr>
          <p:nvPr>
            <p:ph type="body" sz="quarter" idx="42"/>
          </p:nvPr>
        </p:nvSpPr>
        <p:spPr>
          <a:xfrm>
            <a:off x="5994454" y="1574557"/>
            <a:ext cx="414746" cy="294737"/>
          </a:xfrm>
          <a:prstGeom prst="rect">
            <a:avLst/>
          </a:prstGeom>
          <a:ln w="6350">
            <a:noFill/>
          </a:ln>
        </p:spPr>
        <p:txBody>
          <a:bodyPr anchor="ctr"/>
          <a:lstStyle>
            <a:lvl1pPr marL="0" indent="0" algn="ctr">
              <a:lnSpc>
                <a:spcPct val="100000"/>
              </a:lnSpc>
              <a:spcBef>
                <a:spcPts val="0"/>
              </a:spcBef>
              <a:buNone/>
              <a:defRPr sz="675" b="1">
                <a:solidFill>
                  <a:schemeClr val="bg1"/>
                </a:solidFill>
              </a:defRPr>
            </a:lvl1pPr>
            <a:lvl2pPr marL="255985" indent="-127397">
              <a:defRPr sz="750"/>
            </a:lvl2pPr>
            <a:lvl3pPr marL="384572" indent="-128588">
              <a:defRPr sz="750"/>
            </a:lvl3pPr>
            <a:lvl4pPr marL="511969" indent="-127397">
              <a:defRPr sz="750"/>
            </a:lvl4pPr>
            <a:lvl5pPr marL="640556" indent="-128588">
              <a:defRPr sz="750"/>
            </a:lvl5pPr>
          </a:lstStyle>
          <a:p>
            <a:pPr lvl="0"/>
            <a:r>
              <a:rPr lang="en-US"/>
              <a:t>Click to edit Master text styles</a:t>
            </a:r>
          </a:p>
        </p:txBody>
      </p:sp>
      <p:sp>
        <p:nvSpPr>
          <p:cNvPr id="39" name="Text Placeholder 12"/>
          <p:cNvSpPr>
            <a:spLocks noGrp="1"/>
          </p:cNvSpPr>
          <p:nvPr>
            <p:ph type="body" sz="quarter" idx="43"/>
          </p:nvPr>
        </p:nvSpPr>
        <p:spPr>
          <a:xfrm>
            <a:off x="7270882" y="1574557"/>
            <a:ext cx="414746" cy="294737"/>
          </a:xfrm>
          <a:prstGeom prst="rect">
            <a:avLst/>
          </a:prstGeom>
          <a:ln w="6350">
            <a:noFill/>
          </a:ln>
        </p:spPr>
        <p:txBody>
          <a:bodyPr anchor="ctr"/>
          <a:lstStyle>
            <a:lvl1pPr marL="0" indent="0" algn="ctr">
              <a:lnSpc>
                <a:spcPct val="100000"/>
              </a:lnSpc>
              <a:spcBef>
                <a:spcPts val="0"/>
              </a:spcBef>
              <a:buNone/>
              <a:defRPr sz="675" b="1">
                <a:solidFill>
                  <a:schemeClr val="bg1"/>
                </a:solidFill>
              </a:defRPr>
            </a:lvl1pPr>
            <a:lvl2pPr marL="255985" indent="-127397">
              <a:defRPr sz="750"/>
            </a:lvl2pPr>
            <a:lvl3pPr marL="384572" indent="-128588">
              <a:defRPr sz="750"/>
            </a:lvl3pPr>
            <a:lvl4pPr marL="511969" indent="-127397">
              <a:defRPr sz="750"/>
            </a:lvl4pPr>
            <a:lvl5pPr marL="640556" indent="-128588">
              <a:defRPr sz="750"/>
            </a:lvl5pPr>
          </a:lstStyle>
          <a:p>
            <a:pPr lvl="0"/>
            <a:r>
              <a:rPr lang="en-US"/>
              <a:t>Click to edit Master text styles</a:t>
            </a:r>
          </a:p>
        </p:txBody>
      </p:sp>
      <p:sp>
        <p:nvSpPr>
          <p:cNvPr id="40" name="Text Placeholder 12"/>
          <p:cNvSpPr>
            <a:spLocks noGrp="1"/>
          </p:cNvSpPr>
          <p:nvPr>
            <p:ph type="body" sz="quarter" idx="44"/>
          </p:nvPr>
        </p:nvSpPr>
        <p:spPr>
          <a:xfrm>
            <a:off x="7696357" y="1574557"/>
            <a:ext cx="414746" cy="294737"/>
          </a:xfrm>
          <a:prstGeom prst="rect">
            <a:avLst/>
          </a:prstGeom>
          <a:ln w="6350">
            <a:noFill/>
          </a:ln>
        </p:spPr>
        <p:txBody>
          <a:bodyPr anchor="ctr"/>
          <a:lstStyle>
            <a:lvl1pPr marL="0" indent="0" algn="ctr">
              <a:lnSpc>
                <a:spcPct val="100000"/>
              </a:lnSpc>
              <a:spcBef>
                <a:spcPts val="0"/>
              </a:spcBef>
              <a:buNone/>
              <a:defRPr sz="675" b="1">
                <a:solidFill>
                  <a:schemeClr val="bg1"/>
                </a:solidFill>
              </a:defRPr>
            </a:lvl1pPr>
            <a:lvl2pPr marL="255985" indent="-127397">
              <a:defRPr sz="750"/>
            </a:lvl2pPr>
            <a:lvl3pPr marL="384572" indent="-128588">
              <a:defRPr sz="750"/>
            </a:lvl3pPr>
            <a:lvl4pPr marL="511969" indent="-127397">
              <a:defRPr sz="750"/>
            </a:lvl4pPr>
            <a:lvl5pPr marL="640556" indent="-128588">
              <a:defRPr sz="750"/>
            </a:lvl5pPr>
          </a:lstStyle>
          <a:p>
            <a:pPr lvl="0"/>
            <a:r>
              <a:rPr lang="en-US"/>
              <a:t>Click to edit Master text styles</a:t>
            </a:r>
          </a:p>
        </p:txBody>
      </p:sp>
      <p:sp>
        <p:nvSpPr>
          <p:cNvPr id="41" name="Text Placeholder 12"/>
          <p:cNvSpPr>
            <a:spLocks noGrp="1"/>
          </p:cNvSpPr>
          <p:nvPr>
            <p:ph type="body" sz="quarter" idx="45"/>
          </p:nvPr>
        </p:nvSpPr>
        <p:spPr>
          <a:xfrm>
            <a:off x="8121834" y="1574557"/>
            <a:ext cx="414746" cy="294737"/>
          </a:xfrm>
          <a:prstGeom prst="rect">
            <a:avLst/>
          </a:prstGeom>
          <a:ln w="6350">
            <a:noFill/>
          </a:ln>
        </p:spPr>
        <p:txBody>
          <a:bodyPr anchor="ctr"/>
          <a:lstStyle>
            <a:lvl1pPr marL="0" indent="0" algn="ctr">
              <a:lnSpc>
                <a:spcPct val="100000"/>
              </a:lnSpc>
              <a:spcBef>
                <a:spcPts val="0"/>
              </a:spcBef>
              <a:buNone/>
              <a:defRPr sz="675" b="1">
                <a:solidFill>
                  <a:schemeClr val="bg1"/>
                </a:solidFill>
              </a:defRPr>
            </a:lvl1pPr>
            <a:lvl2pPr marL="255985" indent="-127397">
              <a:defRPr sz="750"/>
            </a:lvl2pPr>
            <a:lvl3pPr marL="384572" indent="-128588">
              <a:defRPr sz="750"/>
            </a:lvl3pPr>
            <a:lvl4pPr marL="511969" indent="-127397">
              <a:defRPr sz="750"/>
            </a:lvl4pPr>
            <a:lvl5pPr marL="640556" indent="-128588">
              <a:defRPr sz="750"/>
            </a:lvl5pPr>
          </a:lstStyle>
          <a:p>
            <a:pPr lvl="0"/>
            <a:r>
              <a:rPr lang="en-US"/>
              <a:t>Click to edit Master text styles</a:t>
            </a:r>
          </a:p>
        </p:txBody>
      </p:sp>
      <p:sp>
        <p:nvSpPr>
          <p:cNvPr id="43" name="Text Placeholder 12"/>
          <p:cNvSpPr>
            <a:spLocks noGrp="1"/>
          </p:cNvSpPr>
          <p:nvPr>
            <p:ph type="body" sz="quarter" idx="46"/>
          </p:nvPr>
        </p:nvSpPr>
        <p:spPr>
          <a:xfrm>
            <a:off x="548056" y="1548247"/>
            <a:ext cx="645582" cy="280554"/>
          </a:xfrm>
          <a:prstGeom prst="rect">
            <a:avLst/>
          </a:prstGeom>
          <a:ln w="6350">
            <a:noFill/>
          </a:ln>
        </p:spPr>
        <p:txBody>
          <a:bodyPr lIns="0" tIns="0" rIns="0" bIns="0" anchor="ctr"/>
          <a:lstStyle>
            <a:lvl1pPr marL="0" indent="0">
              <a:lnSpc>
                <a:spcPct val="100000"/>
              </a:lnSpc>
              <a:spcBef>
                <a:spcPts val="0"/>
              </a:spcBef>
              <a:buNone/>
              <a:defRPr sz="900" b="1">
                <a:solidFill>
                  <a:schemeClr val="bg1"/>
                </a:solidFill>
              </a:defRPr>
            </a:lvl1pPr>
            <a:lvl2pPr marL="255985" indent="-127397">
              <a:defRPr sz="750"/>
            </a:lvl2pPr>
            <a:lvl3pPr marL="384572" indent="-128588">
              <a:defRPr sz="750"/>
            </a:lvl3pPr>
            <a:lvl4pPr marL="511969" indent="-127397">
              <a:defRPr sz="750"/>
            </a:lvl4pPr>
            <a:lvl5pPr marL="640556" indent="-128588">
              <a:defRPr sz="750"/>
            </a:lvl5pPr>
          </a:lstStyle>
          <a:p>
            <a:pPr lvl="0"/>
            <a:r>
              <a:rPr lang="en-US"/>
              <a:t>Click to edit Master text styles</a:t>
            </a:r>
          </a:p>
        </p:txBody>
      </p:sp>
      <p:sp>
        <p:nvSpPr>
          <p:cNvPr id="44" name="Text Placeholder 12"/>
          <p:cNvSpPr>
            <a:spLocks noGrp="1"/>
          </p:cNvSpPr>
          <p:nvPr>
            <p:ph type="body" sz="quarter" idx="47"/>
          </p:nvPr>
        </p:nvSpPr>
        <p:spPr>
          <a:xfrm>
            <a:off x="1401427" y="1278089"/>
            <a:ext cx="645582" cy="561107"/>
          </a:xfrm>
          <a:prstGeom prst="rect">
            <a:avLst/>
          </a:prstGeom>
          <a:ln w="6350">
            <a:noFill/>
          </a:ln>
        </p:spPr>
        <p:txBody>
          <a:bodyPr lIns="0" tIns="0" rIns="0" bIns="0" anchor="ctr"/>
          <a:lstStyle>
            <a:lvl1pPr marL="0" marR="0" indent="0" algn="r" defTabSz="685800" rtl="0" eaLnBrk="1" fontAlgn="auto" latinLnBrk="0" hangingPunct="1">
              <a:lnSpc>
                <a:spcPts val="1275"/>
              </a:lnSpc>
              <a:spcBef>
                <a:spcPts val="0"/>
              </a:spcBef>
              <a:spcAft>
                <a:spcPts val="0"/>
              </a:spcAft>
              <a:buClrTx/>
              <a:buSzTx/>
              <a:buFont typeface="Arial" pitchFamily="34" charset="0"/>
              <a:buNone/>
              <a:tabLst/>
              <a:defRPr sz="900" b="1">
                <a:solidFill>
                  <a:schemeClr val="bg1"/>
                </a:solidFill>
              </a:defRPr>
            </a:lvl1pPr>
            <a:lvl2pPr marL="255985" indent="-127397">
              <a:defRPr sz="750"/>
            </a:lvl2pPr>
            <a:lvl3pPr marL="384572" indent="-128588">
              <a:defRPr sz="750"/>
            </a:lvl3pPr>
            <a:lvl4pPr marL="511969" indent="-127397">
              <a:defRPr sz="750"/>
            </a:lvl4pPr>
            <a:lvl5pPr marL="640556" indent="-128588">
              <a:defRPr sz="750"/>
            </a:lvl5pPr>
          </a:lstStyle>
          <a:p>
            <a:pPr lvl="0"/>
            <a:r>
              <a:rPr lang="en-US"/>
              <a:t>Click to edit Master text styles</a:t>
            </a:r>
          </a:p>
          <a:p>
            <a:pPr lvl="1"/>
            <a:r>
              <a:rPr lang="en-US"/>
              <a:t>Second level</a:t>
            </a:r>
          </a:p>
        </p:txBody>
      </p:sp>
      <p:sp>
        <p:nvSpPr>
          <p:cNvPr id="47" name="Text Placeholder 12"/>
          <p:cNvSpPr>
            <a:spLocks noGrp="1"/>
          </p:cNvSpPr>
          <p:nvPr>
            <p:ph type="body" sz="quarter" idx="18"/>
          </p:nvPr>
        </p:nvSpPr>
        <p:spPr>
          <a:xfrm>
            <a:off x="533400" y="1905000"/>
            <a:ext cx="1554480" cy="3977640"/>
          </a:xfrm>
          <a:prstGeom prst="rect">
            <a:avLst/>
          </a:prstGeom>
          <a:noFill/>
          <a:ln>
            <a:noFill/>
          </a:ln>
        </p:spPr>
        <p:txBody>
          <a:bodyPr wrap="square" lIns="91440" anchor="t" anchorCtr="0">
            <a:noAutofit/>
          </a:bodyPr>
          <a:lstStyle>
            <a:lvl1pPr marL="130302" indent="-130302" algn="l">
              <a:spcBef>
                <a:spcPts val="150"/>
              </a:spcBef>
              <a:buClr>
                <a:srgbClr val="B01C2E"/>
              </a:buClr>
              <a:buFont typeface="Wingdings" pitchFamily="2" charset="2"/>
              <a:buChar char="§"/>
              <a:defRPr sz="900" baseline="0"/>
            </a:lvl1pPr>
            <a:lvl2pPr marL="253604" indent="-129779">
              <a:spcBef>
                <a:spcPts val="150"/>
              </a:spcBef>
              <a:buClr>
                <a:srgbClr val="B01C2E"/>
              </a:buClr>
              <a:buFont typeface="Arial" pitchFamily="34" charset="0"/>
              <a:buChar char="•"/>
              <a:tabLst/>
              <a:defRPr sz="900" baseline="0"/>
            </a:lvl2pPr>
            <a:lvl3pPr marL="377190" indent="-129779">
              <a:spcBef>
                <a:spcPts val="150"/>
              </a:spcBef>
              <a:buClr>
                <a:srgbClr val="B01C2E"/>
              </a:buClr>
              <a:buFont typeface="Arial" pitchFamily="34" charset="0"/>
              <a:buChar char="–"/>
              <a:defRPr sz="900" baseline="0"/>
            </a:lvl3pPr>
            <a:lvl4pPr marL="514350" indent="-130302">
              <a:spcBef>
                <a:spcPts val="150"/>
              </a:spcBef>
              <a:buClr>
                <a:srgbClr val="B01C2E"/>
              </a:buClr>
              <a:buFont typeface="Arial" pitchFamily="34" charset="0"/>
              <a:buChar char="–"/>
              <a:tabLst/>
              <a:defRPr sz="900"/>
            </a:lvl4pPr>
            <a:lvl5pPr marL="637794" indent="-130302">
              <a:spcBef>
                <a:spcPts val="150"/>
              </a:spcBef>
              <a:buClr>
                <a:srgbClr val="B01C2E"/>
              </a:buClr>
              <a:buFont typeface="Arial" pitchFamily="34" charset="0"/>
              <a:buChar char="–"/>
              <a:defRPr sz="9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5" name="Rectangle 2"/>
          <p:cNvSpPr>
            <a:spLocks noGrp="1" noChangeArrowheads="1"/>
          </p:cNvSpPr>
          <p:nvPr>
            <p:ph type="title"/>
          </p:nvPr>
        </p:nvSpPr>
        <p:spPr bwMode="gray">
          <a:xfrm>
            <a:off x="452441" y="2"/>
            <a:ext cx="8239125" cy="898525"/>
          </a:xfrm>
          <a:prstGeom prst="rect">
            <a:avLst/>
          </a:prstGeom>
          <a:noFill/>
          <a:ln w="9525">
            <a:noFill/>
            <a:miter lim="800000"/>
            <a:headEnd/>
            <a:tailEnd/>
          </a:ln>
        </p:spPr>
        <p:txBody>
          <a:bodyPr vert="horz" wrap="square" lIns="0" tIns="0" rIns="0" bIns="0" numCol="1" anchor="b" anchorCtr="0" compatLnSpc="1">
            <a:prstTxWarp prst="textNoShape">
              <a:avLst/>
            </a:prstTxWarp>
          </a:bodyPr>
          <a:lstStyle>
            <a:lvl1pPr algn="l">
              <a:defRPr sz="1650"/>
            </a:lvl1pPr>
          </a:lstStyle>
          <a:p>
            <a:pPr lvl="0"/>
            <a:r>
              <a:rPr lang="en-US"/>
              <a:t>Click to edit Master title style</a:t>
            </a:r>
            <a:endParaRPr lang="en-US" dirty="0"/>
          </a:p>
        </p:txBody>
      </p:sp>
      <p:sp>
        <p:nvSpPr>
          <p:cNvPr id="63" name="Slide Number Placeholder 9"/>
          <p:cNvSpPr>
            <a:spLocks noGrp="1"/>
          </p:cNvSpPr>
          <p:nvPr>
            <p:ph type="sldNum" sz="quarter" idx="48"/>
          </p:nvPr>
        </p:nvSpPr>
        <p:spPr/>
        <p:txBody>
          <a:bodyPr/>
          <a:lstStyle>
            <a:lvl1pPr>
              <a:defRPr/>
            </a:lvl1pPr>
          </a:lstStyle>
          <a:p>
            <a:fld id="{A2AEA599-6C77-BA4A-9F89-7B2425581CA4}" type="slidenum">
              <a:rPr lang="en-US" altLang="en-US"/>
              <a:pPr/>
              <a:t>‹#›</a:t>
            </a:fld>
            <a:endParaRPr lang="en-US" altLang="en-US"/>
          </a:p>
        </p:txBody>
      </p:sp>
      <p:sp>
        <p:nvSpPr>
          <p:cNvPr id="64" name="Footer Placeholder 47"/>
          <p:cNvSpPr>
            <a:spLocks noGrp="1"/>
          </p:cNvSpPr>
          <p:nvPr>
            <p:ph type="ftr" sz="quarter" idx="49"/>
          </p:nvPr>
        </p:nvSpPr>
        <p:spPr/>
        <p:txBody>
          <a:bodyPr/>
          <a:lstStyle>
            <a:lvl1pPr>
              <a:defRPr smtClean="0"/>
            </a:lvl1pPr>
          </a:lstStyle>
          <a:p>
            <a:pPr>
              <a:defRPr/>
            </a:pPr>
            <a:r>
              <a:rPr lang="en-US"/>
              <a:t>Ethical Debates, Econ Theories, Real-World Impacts</a:t>
            </a:r>
          </a:p>
        </p:txBody>
      </p:sp>
    </p:spTree>
  </p:cSld>
  <p:clrMapOvr>
    <a:masterClrMapping/>
  </p:clrMapOvr>
</p:sldLayout>
</file>

<file path=ppt/slideLayouts/slideLayout40.xml><?xml version="1.0" encoding="utf-8"?>
<p:sldLayout xmlns:a="http://schemas.openxmlformats.org/drawingml/2006/main" xmlns:r="http://schemas.openxmlformats.org/officeDocument/2006/relationships" xmlns:p="http://schemas.openxmlformats.org/presentationml/2006/main" preserve="1" userDrawn="1">
  <p:cSld name="Gant chart or Timeline chart">
    <p:spTree>
      <p:nvGrpSpPr>
        <p:cNvPr id="1" name=""/>
        <p:cNvGrpSpPr/>
        <p:nvPr/>
      </p:nvGrpSpPr>
      <p:grpSpPr>
        <a:xfrm>
          <a:off x="0" y="0"/>
          <a:ext cx="0" cy="0"/>
          <a:chOff x="0" y="0"/>
          <a:chExt cx="0" cy="0"/>
        </a:xfrm>
      </p:grpSpPr>
      <p:sp>
        <p:nvSpPr>
          <p:cNvPr id="70" name="Rectangle 11"/>
          <p:cNvSpPr>
            <a:spLocks noChangeArrowheads="1"/>
          </p:cNvSpPr>
          <p:nvPr userDrawn="1"/>
        </p:nvSpPr>
        <p:spPr bwMode="auto">
          <a:xfrm>
            <a:off x="1555750" y="1828802"/>
            <a:ext cx="7131050" cy="379413"/>
          </a:xfrm>
          <a:prstGeom prst="rect">
            <a:avLst/>
          </a:prstGeom>
          <a:solidFill>
            <a:srgbClr val="D9D9D9"/>
          </a:solidFill>
          <a:ln>
            <a:noFill/>
          </a:ln>
          <a:extLst>
            <a:ext uri="{91240B29-F687-4F45-9708-019B960494DF}">
              <a14:hiddenLine xmlns:a14="http://schemas.microsoft.com/office/drawing/2010/main" w="9525">
                <a:solidFill>
                  <a:srgbClr val="000000"/>
                </a:solidFill>
                <a:round/>
                <a:headEnd/>
                <a:tailEnd/>
              </a14:hiddenLine>
            </a:ext>
          </a:extLst>
        </p:spPr>
        <p:txBody>
          <a:bodyPr/>
          <a:lstStyle>
            <a:lvl1pPr eaLnBrk="0" hangingPunct="0">
              <a:defRPr>
                <a:solidFill>
                  <a:schemeClr val="tx1"/>
                </a:solidFill>
                <a:latin typeface="Calibri" charset="0"/>
                <a:ea typeface="Arial" charset="0"/>
                <a:cs typeface="Arial" charset="0"/>
              </a:defRPr>
            </a:lvl1pPr>
            <a:lvl2pPr marL="742950" indent="-285750" eaLnBrk="0" hangingPunct="0">
              <a:defRPr>
                <a:solidFill>
                  <a:schemeClr val="tx1"/>
                </a:solidFill>
                <a:latin typeface="Calibri" charset="0"/>
                <a:ea typeface="Arial" charset="0"/>
                <a:cs typeface="Arial" charset="0"/>
              </a:defRPr>
            </a:lvl2pPr>
            <a:lvl3pPr marL="1143000" indent="-228600" eaLnBrk="0" hangingPunct="0">
              <a:defRPr>
                <a:solidFill>
                  <a:schemeClr val="tx1"/>
                </a:solidFill>
                <a:latin typeface="Calibri" charset="0"/>
                <a:ea typeface="Arial" charset="0"/>
                <a:cs typeface="Arial" charset="0"/>
              </a:defRPr>
            </a:lvl3pPr>
            <a:lvl4pPr marL="1600200" indent="-228600" eaLnBrk="0" hangingPunct="0">
              <a:defRPr>
                <a:solidFill>
                  <a:schemeClr val="tx1"/>
                </a:solidFill>
                <a:latin typeface="Calibri" charset="0"/>
                <a:ea typeface="Arial" charset="0"/>
                <a:cs typeface="Arial" charset="0"/>
              </a:defRPr>
            </a:lvl4pPr>
            <a:lvl5pPr marL="2057400" indent="-228600" eaLnBrk="0" hangingPunct="0">
              <a:defRPr>
                <a:solidFill>
                  <a:schemeClr val="tx1"/>
                </a:solidFill>
                <a:latin typeface="Calibri" charset="0"/>
                <a:ea typeface="Arial" charset="0"/>
                <a:cs typeface="Arial" charset="0"/>
              </a:defRPr>
            </a:lvl5pPr>
            <a:lvl6pPr marL="2514600" indent="-228600" eaLnBrk="0" fontAlgn="base" hangingPunct="0">
              <a:spcBef>
                <a:spcPct val="0"/>
              </a:spcBef>
              <a:spcAft>
                <a:spcPct val="0"/>
              </a:spcAft>
              <a:defRPr>
                <a:solidFill>
                  <a:schemeClr val="tx1"/>
                </a:solidFill>
                <a:latin typeface="Calibri" charset="0"/>
                <a:ea typeface="Arial" charset="0"/>
                <a:cs typeface="Arial" charset="0"/>
              </a:defRPr>
            </a:lvl6pPr>
            <a:lvl7pPr marL="2971800" indent="-228600" eaLnBrk="0" fontAlgn="base" hangingPunct="0">
              <a:spcBef>
                <a:spcPct val="0"/>
              </a:spcBef>
              <a:spcAft>
                <a:spcPct val="0"/>
              </a:spcAft>
              <a:defRPr>
                <a:solidFill>
                  <a:schemeClr val="tx1"/>
                </a:solidFill>
                <a:latin typeface="Calibri" charset="0"/>
                <a:ea typeface="Arial" charset="0"/>
                <a:cs typeface="Arial" charset="0"/>
              </a:defRPr>
            </a:lvl7pPr>
            <a:lvl8pPr marL="3429000" indent="-228600" eaLnBrk="0" fontAlgn="base" hangingPunct="0">
              <a:spcBef>
                <a:spcPct val="0"/>
              </a:spcBef>
              <a:spcAft>
                <a:spcPct val="0"/>
              </a:spcAft>
              <a:defRPr>
                <a:solidFill>
                  <a:schemeClr val="tx1"/>
                </a:solidFill>
                <a:latin typeface="Calibri" charset="0"/>
                <a:ea typeface="Arial" charset="0"/>
                <a:cs typeface="Arial" charset="0"/>
              </a:defRPr>
            </a:lvl8pPr>
            <a:lvl9pPr marL="3886200" indent="-228600" eaLnBrk="0" fontAlgn="base" hangingPunct="0">
              <a:spcBef>
                <a:spcPct val="0"/>
              </a:spcBef>
              <a:spcAft>
                <a:spcPct val="0"/>
              </a:spcAft>
              <a:defRPr>
                <a:solidFill>
                  <a:schemeClr val="tx1"/>
                </a:solidFill>
                <a:latin typeface="Calibri" charset="0"/>
                <a:ea typeface="Arial" charset="0"/>
                <a:cs typeface="Arial" charset="0"/>
              </a:defRPr>
            </a:lvl9pPr>
          </a:lstStyle>
          <a:p>
            <a:endParaRPr lang="en-US" altLang="en-US" sz="1350">
              <a:latin typeface="Arial" charset="0"/>
            </a:endParaRPr>
          </a:p>
        </p:txBody>
      </p:sp>
      <p:sp>
        <p:nvSpPr>
          <p:cNvPr id="71" name="Rectangle 13"/>
          <p:cNvSpPr>
            <a:spLocks noChangeArrowheads="1"/>
          </p:cNvSpPr>
          <p:nvPr userDrawn="1"/>
        </p:nvSpPr>
        <p:spPr bwMode="auto">
          <a:xfrm>
            <a:off x="447675" y="2189163"/>
            <a:ext cx="1098550" cy="3287712"/>
          </a:xfrm>
          <a:prstGeom prst="rect">
            <a:avLst/>
          </a:prstGeom>
          <a:solidFill>
            <a:srgbClr val="D9D9D9"/>
          </a:solidFill>
          <a:ln>
            <a:noFill/>
          </a:ln>
          <a:extLst>
            <a:ext uri="{91240B29-F687-4F45-9708-019B960494DF}">
              <a14:hiddenLine xmlns:a14="http://schemas.microsoft.com/office/drawing/2010/main" w="9525">
                <a:solidFill>
                  <a:srgbClr val="000000"/>
                </a:solidFill>
                <a:round/>
                <a:headEnd/>
                <a:tailEnd/>
              </a14:hiddenLine>
            </a:ext>
          </a:extLst>
        </p:spPr>
        <p:txBody>
          <a:bodyPr/>
          <a:lstStyle>
            <a:lvl1pPr eaLnBrk="0" hangingPunct="0">
              <a:defRPr>
                <a:solidFill>
                  <a:schemeClr val="tx1"/>
                </a:solidFill>
                <a:latin typeface="Calibri" charset="0"/>
                <a:ea typeface="Arial" charset="0"/>
                <a:cs typeface="Arial" charset="0"/>
              </a:defRPr>
            </a:lvl1pPr>
            <a:lvl2pPr marL="742950" indent="-285750" eaLnBrk="0" hangingPunct="0">
              <a:defRPr>
                <a:solidFill>
                  <a:schemeClr val="tx1"/>
                </a:solidFill>
                <a:latin typeface="Calibri" charset="0"/>
                <a:ea typeface="Arial" charset="0"/>
                <a:cs typeface="Arial" charset="0"/>
              </a:defRPr>
            </a:lvl2pPr>
            <a:lvl3pPr marL="1143000" indent="-228600" eaLnBrk="0" hangingPunct="0">
              <a:defRPr>
                <a:solidFill>
                  <a:schemeClr val="tx1"/>
                </a:solidFill>
                <a:latin typeface="Calibri" charset="0"/>
                <a:ea typeface="Arial" charset="0"/>
                <a:cs typeface="Arial" charset="0"/>
              </a:defRPr>
            </a:lvl3pPr>
            <a:lvl4pPr marL="1600200" indent="-228600" eaLnBrk="0" hangingPunct="0">
              <a:defRPr>
                <a:solidFill>
                  <a:schemeClr val="tx1"/>
                </a:solidFill>
                <a:latin typeface="Calibri" charset="0"/>
                <a:ea typeface="Arial" charset="0"/>
                <a:cs typeface="Arial" charset="0"/>
              </a:defRPr>
            </a:lvl4pPr>
            <a:lvl5pPr marL="2057400" indent="-228600" eaLnBrk="0" hangingPunct="0">
              <a:defRPr>
                <a:solidFill>
                  <a:schemeClr val="tx1"/>
                </a:solidFill>
                <a:latin typeface="Calibri" charset="0"/>
                <a:ea typeface="Arial" charset="0"/>
                <a:cs typeface="Arial" charset="0"/>
              </a:defRPr>
            </a:lvl5pPr>
            <a:lvl6pPr marL="2514600" indent="-228600" eaLnBrk="0" fontAlgn="base" hangingPunct="0">
              <a:spcBef>
                <a:spcPct val="0"/>
              </a:spcBef>
              <a:spcAft>
                <a:spcPct val="0"/>
              </a:spcAft>
              <a:defRPr>
                <a:solidFill>
                  <a:schemeClr val="tx1"/>
                </a:solidFill>
                <a:latin typeface="Calibri" charset="0"/>
                <a:ea typeface="Arial" charset="0"/>
                <a:cs typeface="Arial" charset="0"/>
              </a:defRPr>
            </a:lvl6pPr>
            <a:lvl7pPr marL="2971800" indent="-228600" eaLnBrk="0" fontAlgn="base" hangingPunct="0">
              <a:spcBef>
                <a:spcPct val="0"/>
              </a:spcBef>
              <a:spcAft>
                <a:spcPct val="0"/>
              </a:spcAft>
              <a:defRPr>
                <a:solidFill>
                  <a:schemeClr val="tx1"/>
                </a:solidFill>
                <a:latin typeface="Calibri" charset="0"/>
                <a:ea typeface="Arial" charset="0"/>
                <a:cs typeface="Arial" charset="0"/>
              </a:defRPr>
            </a:lvl7pPr>
            <a:lvl8pPr marL="3429000" indent="-228600" eaLnBrk="0" fontAlgn="base" hangingPunct="0">
              <a:spcBef>
                <a:spcPct val="0"/>
              </a:spcBef>
              <a:spcAft>
                <a:spcPct val="0"/>
              </a:spcAft>
              <a:defRPr>
                <a:solidFill>
                  <a:schemeClr val="tx1"/>
                </a:solidFill>
                <a:latin typeface="Calibri" charset="0"/>
                <a:ea typeface="Arial" charset="0"/>
                <a:cs typeface="Arial" charset="0"/>
              </a:defRPr>
            </a:lvl8pPr>
            <a:lvl9pPr marL="3886200" indent="-228600" eaLnBrk="0" fontAlgn="base" hangingPunct="0">
              <a:spcBef>
                <a:spcPct val="0"/>
              </a:spcBef>
              <a:spcAft>
                <a:spcPct val="0"/>
              </a:spcAft>
              <a:defRPr>
                <a:solidFill>
                  <a:schemeClr val="tx1"/>
                </a:solidFill>
                <a:latin typeface="Calibri" charset="0"/>
                <a:ea typeface="Arial" charset="0"/>
                <a:cs typeface="Arial" charset="0"/>
              </a:defRPr>
            </a:lvl9pPr>
          </a:lstStyle>
          <a:p>
            <a:endParaRPr lang="en-US" altLang="en-US" sz="1350">
              <a:latin typeface="Arial" charset="0"/>
            </a:endParaRPr>
          </a:p>
        </p:txBody>
      </p:sp>
      <p:grpSp>
        <p:nvGrpSpPr>
          <p:cNvPr id="72" name="Group 84"/>
          <p:cNvGrpSpPr>
            <a:grpSpLocks/>
          </p:cNvGrpSpPr>
          <p:nvPr userDrawn="1"/>
        </p:nvGrpSpPr>
        <p:grpSpPr bwMode="auto">
          <a:xfrm>
            <a:off x="442914" y="1819275"/>
            <a:ext cx="8234362" cy="3657600"/>
            <a:chOff x="443344" y="1819866"/>
            <a:chExt cx="8234523" cy="3657600"/>
          </a:xfrm>
        </p:grpSpPr>
        <p:grpSp>
          <p:nvGrpSpPr>
            <p:cNvPr id="73" name="Group 83"/>
            <p:cNvGrpSpPr>
              <a:grpSpLocks/>
            </p:cNvGrpSpPr>
            <p:nvPr userDrawn="1"/>
          </p:nvGrpSpPr>
          <p:grpSpPr bwMode="auto">
            <a:xfrm>
              <a:off x="443344" y="2565862"/>
              <a:ext cx="8229600" cy="2556366"/>
              <a:chOff x="443344" y="2565862"/>
              <a:chExt cx="8229600" cy="2556366"/>
            </a:xfrm>
          </p:grpSpPr>
          <p:cxnSp>
            <p:nvCxnSpPr>
              <p:cNvPr id="87" name="Straight Connector 27"/>
              <p:cNvCxnSpPr>
                <a:cxnSpLocks noChangeShapeType="1"/>
              </p:cNvCxnSpPr>
              <p:nvPr userDrawn="1"/>
            </p:nvCxnSpPr>
            <p:spPr bwMode="auto">
              <a:xfrm>
                <a:off x="443344" y="5120640"/>
                <a:ext cx="8229600" cy="1588"/>
              </a:xfrm>
              <a:prstGeom prst="line">
                <a:avLst/>
              </a:prstGeom>
              <a:noFill/>
              <a:ln w="6350">
                <a:solidFill>
                  <a:srgbClr val="666666"/>
                </a:solidFill>
                <a:round/>
                <a:headEnd/>
                <a:tailEnd/>
              </a:ln>
              <a:extLst>
                <a:ext uri="{909E8E84-426E-40DD-AFC4-6F175D3DCCD1}">
                  <a14:hiddenFill xmlns:a14="http://schemas.microsoft.com/office/drawing/2010/main">
                    <a:noFill/>
                  </a14:hiddenFill>
                </a:ext>
              </a:extLst>
            </p:spPr>
          </p:cxnSp>
          <p:cxnSp>
            <p:nvCxnSpPr>
              <p:cNvPr id="88" name="Straight Connector 28"/>
              <p:cNvCxnSpPr>
                <a:cxnSpLocks noChangeShapeType="1"/>
              </p:cNvCxnSpPr>
              <p:nvPr userDrawn="1"/>
            </p:nvCxnSpPr>
            <p:spPr bwMode="auto">
              <a:xfrm>
                <a:off x="443344" y="4754880"/>
                <a:ext cx="8229600" cy="1588"/>
              </a:xfrm>
              <a:prstGeom prst="line">
                <a:avLst/>
              </a:prstGeom>
              <a:noFill/>
              <a:ln w="6350">
                <a:solidFill>
                  <a:srgbClr val="666666"/>
                </a:solidFill>
                <a:round/>
                <a:headEnd/>
                <a:tailEnd/>
              </a:ln>
              <a:extLst>
                <a:ext uri="{909E8E84-426E-40DD-AFC4-6F175D3DCCD1}">
                  <a14:hiddenFill xmlns:a14="http://schemas.microsoft.com/office/drawing/2010/main">
                    <a:noFill/>
                  </a14:hiddenFill>
                </a:ext>
              </a:extLst>
            </p:spPr>
          </p:cxnSp>
          <p:cxnSp>
            <p:nvCxnSpPr>
              <p:cNvPr id="89" name="Straight Connector 29"/>
              <p:cNvCxnSpPr>
                <a:cxnSpLocks noChangeShapeType="1"/>
              </p:cNvCxnSpPr>
              <p:nvPr userDrawn="1"/>
            </p:nvCxnSpPr>
            <p:spPr bwMode="auto">
              <a:xfrm>
                <a:off x="443344" y="4389120"/>
                <a:ext cx="8229600" cy="1588"/>
              </a:xfrm>
              <a:prstGeom prst="line">
                <a:avLst/>
              </a:prstGeom>
              <a:noFill/>
              <a:ln w="6350">
                <a:solidFill>
                  <a:srgbClr val="666666"/>
                </a:solidFill>
                <a:round/>
                <a:headEnd/>
                <a:tailEnd/>
              </a:ln>
              <a:extLst>
                <a:ext uri="{909E8E84-426E-40DD-AFC4-6F175D3DCCD1}">
                  <a14:hiddenFill xmlns:a14="http://schemas.microsoft.com/office/drawing/2010/main">
                    <a:noFill/>
                  </a14:hiddenFill>
                </a:ext>
              </a:extLst>
            </p:spPr>
          </p:cxnSp>
          <p:cxnSp>
            <p:nvCxnSpPr>
              <p:cNvPr id="90" name="Straight Connector 30"/>
              <p:cNvCxnSpPr>
                <a:cxnSpLocks noChangeShapeType="1"/>
              </p:cNvCxnSpPr>
              <p:nvPr userDrawn="1"/>
            </p:nvCxnSpPr>
            <p:spPr bwMode="auto">
              <a:xfrm>
                <a:off x="443344" y="4028902"/>
                <a:ext cx="8229600" cy="1588"/>
              </a:xfrm>
              <a:prstGeom prst="line">
                <a:avLst/>
              </a:prstGeom>
              <a:noFill/>
              <a:ln w="6350">
                <a:solidFill>
                  <a:srgbClr val="666666"/>
                </a:solidFill>
                <a:round/>
                <a:headEnd/>
                <a:tailEnd/>
              </a:ln>
              <a:extLst>
                <a:ext uri="{909E8E84-426E-40DD-AFC4-6F175D3DCCD1}">
                  <a14:hiddenFill xmlns:a14="http://schemas.microsoft.com/office/drawing/2010/main">
                    <a:noFill/>
                  </a14:hiddenFill>
                </a:ext>
              </a:extLst>
            </p:spPr>
          </p:cxnSp>
          <p:cxnSp>
            <p:nvCxnSpPr>
              <p:cNvPr id="91" name="Straight Connector 31"/>
              <p:cNvCxnSpPr>
                <a:cxnSpLocks noChangeShapeType="1"/>
              </p:cNvCxnSpPr>
              <p:nvPr userDrawn="1"/>
            </p:nvCxnSpPr>
            <p:spPr bwMode="auto">
              <a:xfrm>
                <a:off x="443344" y="3663142"/>
                <a:ext cx="8229600" cy="1588"/>
              </a:xfrm>
              <a:prstGeom prst="line">
                <a:avLst/>
              </a:prstGeom>
              <a:noFill/>
              <a:ln w="6350">
                <a:solidFill>
                  <a:srgbClr val="666666"/>
                </a:solidFill>
                <a:round/>
                <a:headEnd/>
                <a:tailEnd/>
              </a:ln>
              <a:extLst>
                <a:ext uri="{909E8E84-426E-40DD-AFC4-6F175D3DCCD1}">
                  <a14:hiddenFill xmlns:a14="http://schemas.microsoft.com/office/drawing/2010/main">
                    <a:noFill/>
                  </a14:hiddenFill>
                </a:ext>
              </a:extLst>
            </p:spPr>
          </p:cxnSp>
          <p:cxnSp>
            <p:nvCxnSpPr>
              <p:cNvPr id="92" name="Straight Connector 32"/>
              <p:cNvCxnSpPr>
                <a:cxnSpLocks noChangeShapeType="1"/>
              </p:cNvCxnSpPr>
              <p:nvPr userDrawn="1"/>
            </p:nvCxnSpPr>
            <p:spPr bwMode="auto">
              <a:xfrm>
                <a:off x="443344" y="3302924"/>
                <a:ext cx="8229600" cy="1588"/>
              </a:xfrm>
              <a:prstGeom prst="line">
                <a:avLst/>
              </a:prstGeom>
              <a:noFill/>
              <a:ln w="6350">
                <a:solidFill>
                  <a:srgbClr val="666666"/>
                </a:solidFill>
                <a:round/>
                <a:headEnd/>
                <a:tailEnd/>
              </a:ln>
              <a:extLst>
                <a:ext uri="{909E8E84-426E-40DD-AFC4-6F175D3DCCD1}">
                  <a14:hiddenFill xmlns:a14="http://schemas.microsoft.com/office/drawing/2010/main">
                    <a:noFill/>
                  </a14:hiddenFill>
                </a:ext>
              </a:extLst>
            </p:spPr>
          </p:cxnSp>
          <p:cxnSp>
            <p:nvCxnSpPr>
              <p:cNvPr id="93" name="Straight Connector 33"/>
              <p:cNvCxnSpPr>
                <a:cxnSpLocks noChangeShapeType="1"/>
              </p:cNvCxnSpPr>
              <p:nvPr userDrawn="1"/>
            </p:nvCxnSpPr>
            <p:spPr bwMode="auto">
              <a:xfrm>
                <a:off x="443344" y="2926080"/>
                <a:ext cx="8229600" cy="1588"/>
              </a:xfrm>
              <a:prstGeom prst="line">
                <a:avLst/>
              </a:prstGeom>
              <a:noFill/>
              <a:ln w="6350">
                <a:solidFill>
                  <a:srgbClr val="666666"/>
                </a:solidFill>
                <a:round/>
                <a:headEnd/>
                <a:tailEnd/>
              </a:ln>
              <a:extLst>
                <a:ext uri="{909E8E84-426E-40DD-AFC4-6F175D3DCCD1}">
                  <a14:hiddenFill xmlns:a14="http://schemas.microsoft.com/office/drawing/2010/main">
                    <a:noFill/>
                  </a14:hiddenFill>
                </a:ext>
              </a:extLst>
            </p:spPr>
          </p:cxnSp>
          <p:cxnSp>
            <p:nvCxnSpPr>
              <p:cNvPr id="94" name="Straight Connector 34"/>
              <p:cNvCxnSpPr>
                <a:cxnSpLocks noChangeShapeType="1"/>
              </p:cNvCxnSpPr>
              <p:nvPr userDrawn="1"/>
            </p:nvCxnSpPr>
            <p:spPr bwMode="auto">
              <a:xfrm>
                <a:off x="443344" y="2565862"/>
                <a:ext cx="8229600" cy="1588"/>
              </a:xfrm>
              <a:prstGeom prst="line">
                <a:avLst/>
              </a:prstGeom>
              <a:noFill/>
              <a:ln w="6350">
                <a:solidFill>
                  <a:srgbClr val="666666"/>
                </a:solidFill>
                <a:round/>
                <a:headEnd/>
                <a:tailEnd/>
              </a:ln>
              <a:extLst>
                <a:ext uri="{909E8E84-426E-40DD-AFC4-6F175D3DCCD1}">
                  <a14:hiddenFill xmlns:a14="http://schemas.microsoft.com/office/drawing/2010/main">
                    <a:noFill/>
                  </a14:hiddenFill>
                </a:ext>
              </a:extLst>
            </p:spPr>
          </p:cxnSp>
        </p:grpSp>
        <p:grpSp>
          <p:nvGrpSpPr>
            <p:cNvPr id="74" name="Group 82"/>
            <p:cNvGrpSpPr>
              <a:grpSpLocks/>
            </p:cNvGrpSpPr>
            <p:nvPr userDrawn="1"/>
          </p:nvGrpSpPr>
          <p:grpSpPr bwMode="auto">
            <a:xfrm>
              <a:off x="2202964" y="1819866"/>
              <a:ext cx="6474903" cy="3657600"/>
              <a:chOff x="2202964" y="1819866"/>
              <a:chExt cx="6474903" cy="3657600"/>
            </a:xfrm>
          </p:grpSpPr>
          <p:cxnSp>
            <p:nvCxnSpPr>
              <p:cNvPr id="75" name="Straight Connector 16"/>
              <p:cNvCxnSpPr>
                <a:cxnSpLocks noChangeShapeType="1"/>
              </p:cNvCxnSpPr>
              <p:nvPr userDrawn="1"/>
            </p:nvCxnSpPr>
            <p:spPr bwMode="auto">
              <a:xfrm rot="5400000">
                <a:off x="374958" y="3647872"/>
                <a:ext cx="3657600" cy="1588"/>
              </a:xfrm>
              <a:prstGeom prst="line">
                <a:avLst/>
              </a:prstGeom>
              <a:noFill/>
              <a:ln w="6350">
                <a:solidFill>
                  <a:srgbClr val="A9A9A9"/>
                </a:solidFill>
                <a:round/>
                <a:headEnd/>
                <a:tailEnd/>
              </a:ln>
              <a:extLst>
                <a:ext uri="{909E8E84-426E-40DD-AFC4-6F175D3DCCD1}">
                  <a14:hiddenFill xmlns:a14="http://schemas.microsoft.com/office/drawing/2010/main">
                    <a:noFill/>
                  </a14:hiddenFill>
                </a:ext>
              </a:extLst>
            </p:spPr>
          </p:cxnSp>
          <p:cxnSp>
            <p:nvCxnSpPr>
              <p:cNvPr id="76" name="Straight Connector 17"/>
              <p:cNvCxnSpPr>
                <a:cxnSpLocks noChangeShapeType="1"/>
              </p:cNvCxnSpPr>
              <p:nvPr userDrawn="1"/>
            </p:nvCxnSpPr>
            <p:spPr bwMode="auto">
              <a:xfrm rot="5400000">
                <a:off x="1022290" y="3647872"/>
                <a:ext cx="3657600" cy="1588"/>
              </a:xfrm>
              <a:prstGeom prst="line">
                <a:avLst/>
              </a:prstGeom>
              <a:noFill/>
              <a:ln w="6350">
                <a:solidFill>
                  <a:srgbClr val="A9A9A9"/>
                </a:solidFill>
                <a:round/>
                <a:headEnd/>
                <a:tailEnd/>
              </a:ln>
              <a:extLst>
                <a:ext uri="{909E8E84-426E-40DD-AFC4-6F175D3DCCD1}">
                  <a14:hiddenFill xmlns:a14="http://schemas.microsoft.com/office/drawing/2010/main">
                    <a:noFill/>
                  </a14:hiddenFill>
                </a:ext>
              </a:extLst>
            </p:spPr>
          </p:cxnSp>
          <p:cxnSp>
            <p:nvCxnSpPr>
              <p:cNvPr id="77" name="Straight Connector 18"/>
              <p:cNvCxnSpPr>
                <a:cxnSpLocks noChangeShapeType="1"/>
              </p:cNvCxnSpPr>
              <p:nvPr userDrawn="1"/>
            </p:nvCxnSpPr>
            <p:spPr bwMode="auto">
              <a:xfrm rot="5400000">
                <a:off x="1669622" y="3647872"/>
                <a:ext cx="3657600" cy="1588"/>
              </a:xfrm>
              <a:prstGeom prst="line">
                <a:avLst/>
              </a:prstGeom>
              <a:noFill/>
              <a:ln w="6350">
                <a:solidFill>
                  <a:srgbClr val="A9A9A9"/>
                </a:solidFill>
                <a:round/>
                <a:headEnd/>
                <a:tailEnd/>
              </a:ln>
              <a:extLst>
                <a:ext uri="{909E8E84-426E-40DD-AFC4-6F175D3DCCD1}">
                  <a14:hiddenFill xmlns:a14="http://schemas.microsoft.com/office/drawing/2010/main">
                    <a:noFill/>
                  </a14:hiddenFill>
                </a:ext>
              </a:extLst>
            </p:spPr>
          </p:cxnSp>
          <p:cxnSp>
            <p:nvCxnSpPr>
              <p:cNvPr id="79" name="Straight Connector 19"/>
              <p:cNvCxnSpPr>
                <a:cxnSpLocks noChangeShapeType="1"/>
              </p:cNvCxnSpPr>
              <p:nvPr userDrawn="1"/>
            </p:nvCxnSpPr>
            <p:spPr bwMode="auto">
              <a:xfrm rot="5400000">
                <a:off x="2316954" y="3647872"/>
                <a:ext cx="3657600" cy="1588"/>
              </a:xfrm>
              <a:prstGeom prst="line">
                <a:avLst/>
              </a:prstGeom>
              <a:noFill/>
              <a:ln w="6350">
                <a:solidFill>
                  <a:srgbClr val="A9A9A9"/>
                </a:solidFill>
                <a:round/>
                <a:headEnd/>
                <a:tailEnd/>
              </a:ln>
              <a:extLst>
                <a:ext uri="{909E8E84-426E-40DD-AFC4-6F175D3DCCD1}">
                  <a14:hiddenFill xmlns:a14="http://schemas.microsoft.com/office/drawing/2010/main">
                    <a:noFill/>
                  </a14:hiddenFill>
                </a:ext>
              </a:extLst>
            </p:spPr>
          </p:cxnSp>
          <p:cxnSp>
            <p:nvCxnSpPr>
              <p:cNvPr id="80" name="Straight Connector 20"/>
              <p:cNvCxnSpPr>
                <a:cxnSpLocks noChangeShapeType="1"/>
              </p:cNvCxnSpPr>
              <p:nvPr userDrawn="1"/>
            </p:nvCxnSpPr>
            <p:spPr bwMode="auto">
              <a:xfrm rot="5400000">
                <a:off x="2964286" y="3647872"/>
                <a:ext cx="3657600" cy="1588"/>
              </a:xfrm>
              <a:prstGeom prst="line">
                <a:avLst/>
              </a:prstGeom>
              <a:noFill/>
              <a:ln w="6350">
                <a:solidFill>
                  <a:srgbClr val="A9A9A9"/>
                </a:solidFill>
                <a:round/>
                <a:headEnd/>
                <a:tailEnd/>
              </a:ln>
              <a:extLst>
                <a:ext uri="{909E8E84-426E-40DD-AFC4-6F175D3DCCD1}">
                  <a14:hiddenFill xmlns:a14="http://schemas.microsoft.com/office/drawing/2010/main">
                    <a:noFill/>
                  </a14:hiddenFill>
                </a:ext>
              </a:extLst>
            </p:spPr>
          </p:cxnSp>
          <p:cxnSp>
            <p:nvCxnSpPr>
              <p:cNvPr id="81" name="Straight Connector 21"/>
              <p:cNvCxnSpPr>
                <a:cxnSpLocks noChangeShapeType="1"/>
              </p:cNvCxnSpPr>
              <p:nvPr userDrawn="1"/>
            </p:nvCxnSpPr>
            <p:spPr bwMode="auto">
              <a:xfrm rot="5400000">
                <a:off x="3611618" y="3647872"/>
                <a:ext cx="3657600" cy="1588"/>
              </a:xfrm>
              <a:prstGeom prst="line">
                <a:avLst/>
              </a:prstGeom>
              <a:noFill/>
              <a:ln w="6350">
                <a:solidFill>
                  <a:srgbClr val="A9A9A9"/>
                </a:solidFill>
                <a:round/>
                <a:headEnd/>
                <a:tailEnd/>
              </a:ln>
              <a:extLst>
                <a:ext uri="{909E8E84-426E-40DD-AFC4-6F175D3DCCD1}">
                  <a14:hiddenFill xmlns:a14="http://schemas.microsoft.com/office/drawing/2010/main">
                    <a:noFill/>
                  </a14:hiddenFill>
                </a:ext>
              </a:extLst>
            </p:spPr>
          </p:cxnSp>
          <p:cxnSp>
            <p:nvCxnSpPr>
              <p:cNvPr id="82" name="Straight Connector 22"/>
              <p:cNvCxnSpPr>
                <a:cxnSpLocks noChangeShapeType="1"/>
              </p:cNvCxnSpPr>
              <p:nvPr userDrawn="1"/>
            </p:nvCxnSpPr>
            <p:spPr bwMode="auto">
              <a:xfrm rot="5400000">
                <a:off x="4258950" y="3647872"/>
                <a:ext cx="3657600" cy="1588"/>
              </a:xfrm>
              <a:prstGeom prst="line">
                <a:avLst/>
              </a:prstGeom>
              <a:noFill/>
              <a:ln w="6350">
                <a:solidFill>
                  <a:srgbClr val="A9A9A9"/>
                </a:solidFill>
                <a:round/>
                <a:headEnd/>
                <a:tailEnd/>
              </a:ln>
              <a:extLst>
                <a:ext uri="{909E8E84-426E-40DD-AFC4-6F175D3DCCD1}">
                  <a14:hiddenFill xmlns:a14="http://schemas.microsoft.com/office/drawing/2010/main">
                    <a:noFill/>
                  </a14:hiddenFill>
                </a:ext>
              </a:extLst>
            </p:spPr>
          </p:cxnSp>
          <p:cxnSp>
            <p:nvCxnSpPr>
              <p:cNvPr id="83" name="Straight Connector 23"/>
              <p:cNvCxnSpPr>
                <a:cxnSpLocks noChangeShapeType="1"/>
              </p:cNvCxnSpPr>
              <p:nvPr userDrawn="1"/>
            </p:nvCxnSpPr>
            <p:spPr bwMode="auto">
              <a:xfrm rot="5400000">
                <a:off x="4906282" y="3647872"/>
                <a:ext cx="3657600" cy="1588"/>
              </a:xfrm>
              <a:prstGeom prst="line">
                <a:avLst/>
              </a:prstGeom>
              <a:noFill/>
              <a:ln w="6350">
                <a:solidFill>
                  <a:srgbClr val="A9A9A9"/>
                </a:solidFill>
                <a:round/>
                <a:headEnd/>
                <a:tailEnd/>
              </a:ln>
              <a:extLst>
                <a:ext uri="{909E8E84-426E-40DD-AFC4-6F175D3DCCD1}">
                  <a14:hiddenFill xmlns:a14="http://schemas.microsoft.com/office/drawing/2010/main">
                    <a:noFill/>
                  </a14:hiddenFill>
                </a:ext>
              </a:extLst>
            </p:spPr>
          </p:cxnSp>
          <p:cxnSp>
            <p:nvCxnSpPr>
              <p:cNvPr id="84" name="Straight Connector 24"/>
              <p:cNvCxnSpPr>
                <a:cxnSpLocks noChangeShapeType="1"/>
              </p:cNvCxnSpPr>
              <p:nvPr userDrawn="1"/>
            </p:nvCxnSpPr>
            <p:spPr bwMode="auto">
              <a:xfrm rot="5400000">
                <a:off x="5553614" y="3647872"/>
                <a:ext cx="3657600" cy="1588"/>
              </a:xfrm>
              <a:prstGeom prst="line">
                <a:avLst/>
              </a:prstGeom>
              <a:noFill/>
              <a:ln w="6350">
                <a:solidFill>
                  <a:srgbClr val="A9A9A9"/>
                </a:solidFill>
                <a:round/>
                <a:headEnd/>
                <a:tailEnd/>
              </a:ln>
              <a:extLst>
                <a:ext uri="{909E8E84-426E-40DD-AFC4-6F175D3DCCD1}">
                  <a14:hiddenFill xmlns:a14="http://schemas.microsoft.com/office/drawing/2010/main">
                    <a:noFill/>
                  </a14:hiddenFill>
                </a:ext>
              </a:extLst>
            </p:spPr>
          </p:cxnSp>
          <p:cxnSp>
            <p:nvCxnSpPr>
              <p:cNvPr id="85" name="Straight Connector 25"/>
              <p:cNvCxnSpPr>
                <a:cxnSpLocks noChangeShapeType="1"/>
              </p:cNvCxnSpPr>
              <p:nvPr userDrawn="1"/>
            </p:nvCxnSpPr>
            <p:spPr bwMode="auto">
              <a:xfrm rot="5400000">
                <a:off x="6200946" y="3647872"/>
                <a:ext cx="3657600" cy="1588"/>
              </a:xfrm>
              <a:prstGeom prst="line">
                <a:avLst/>
              </a:prstGeom>
              <a:noFill/>
              <a:ln w="6350">
                <a:solidFill>
                  <a:srgbClr val="A9A9A9"/>
                </a:solidFill>
                <a:round/>
                <a:headEnd/>
                <a:tailEnd/>
              </a:ln>
              <a:extLst>
                <a:ext uri="{909E8E84-426E-40DD-AFC4-6F175D3DCCD1}">
                  <a14:hiddenFill xmlns:a14="http://schemas.microsoft.com/office/drawing/2010/main">
                    <a:noFill/>
                  </a14:hiddenFill>
                </a:ext>
              </a:extLst>
            </p:spPr>
          </p:cxnSp>
          <p:cxnSp>
            <p:nvCxnSpPr>
              <p:cNvPr id="86" name="Straight Connector 26"/>
              <p:cNvCxnSpPr>
                <a:cxnSpLocks noChangeShapeType="1"/>
              </p:cNvCxnSpPr>
              <p:nvPr userDrawn="1"/>
            </p:nvCxnSpPr>
            <p:spPr bwMode="auto">
              <a:xfrm rot="5400000">
                <a:off x="6848273" y="3647872"/>
                <a:ext cx="3657600" cy="1588"/>
              </a:xfrm>
              <a:prstGeom prst="line">
                <a:avLst/>
              </a:prstGeom>
              <a:noFill/>
              <a:ln w="6350">
                <a:solidFill>
                  <a:srgbClr val="A9A9A9"/>
                </a:solidFill>
                <a:round/>
                <a:headEnd/>
                <a:tailEnd/>
              </a:ln>
              <a:extLst>
                <a:ext uri="{909E8E84-426E-40DD-AFC4-6F175D3DCCD1}">
                  <a14:hiddenFill xmlns:a14="http://schemas.microsoft.com/office/drawing/2010/main">
                    <a:noFill/>
                  </a14:hiddenFill>
                </a:ext>
              </a:extLst>
            </p:spPr>
          </p:cxnSp>
        </p:grpSp>
      </p:grpSp>
      <p:sp>
        <p:nvSpPr>
          <p:cNvPr id="95" name="TextBox 36"/>
          <p:cNvSpPr txBox="1">
            <a:spLocks noChangeArrowheads="1"/>
          </p:cNvSpPr>
          <p:nvPr userDrawn="1"/>
        </p:nvSpPr>
        <p:spPr bwMode="auto">
          <a:xfrm>
            <a:off x="512764" y="1566865"/>
            <a:ext cx="884237" cy="1809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lstStyle>
            <a:lvl1pPr>
              <a:defRPr>
                <a:solidFill>
                  <a:schemeClr val="tx1"/>
                </a:solidFill>
                <a:latin typeface="Calibri" pitchFamily="34" charset="0"/>
              </a:defRPr>
            </a:lvl1pPr>
            <a:lvl2pPr marL="742950" indent="-285750">
              <a:defRPr>
                <a:solidFill>
                  <a:schemeClr val="tx1"/>
                </a:solidFill>
                <a:latin typeface="Calibri" pitchFamily="34" charset="0"/>
              </a:defRPr>
            </a:lvl2pPr>
            <a:lvl3pPr marL="1143000" indent="-228600">
              <a:defRPr>
                <a:solidFill>
                  <a:schemeClr val="tx1"/>
                </a:solidFill>
                <a:latin typeface="Calibri" pitchFamily="34" charset="0"/>
              </a:defRPr>
            </a:lvl3pPr>
            <a:lvl4pPr marL="1600200" indent="-228600">
              <a:defRPr>
                <a:solidFill>
                  <a:schemeClr val="tx1"/>
                </a:solidFill>
                <a:latin typeface="Calibri" pitchFamily="34" charset="0"/>
              </a:defRPr>
            </a:lvl4pPr>
            <a:lvl5pPr marL="2057400" indent="-228600">
              <a:defRPr>
                <a:solidFill>
                  <a:schemeClr val="tx1"/>
                </a:solidFill>
                <a:latin typeface="Calibri" pitchFamily="34" charset="0"/>
              </a:defRPr>
            </a:lvl5pPr>
            <a:lvl6pPr marL="2514600" indent="-228600" fontAlgn="base">
              <a:spcBef>
                <a:spcPct val="0"/>
              </a:spcBef>
              <a:spcAft>
                <a:spcPct val="0"/>
              </a:spcAft>
              <a:defRPr>
                <a:solidFill>
                  <a:schemeClr val="tx1"/>
                </a:solidFill>
                <a:latin typeface="Calibri" pitchFamily="34" charset="0"/>
              </a:defRPr>
            </a:lvl6pPr>
            <a:lvl7pPr marL="2971800" indent="-228600" fontAlgn="base">
              <a:spcBef>
                <a:spcPct val="0"/>
              </a:spcBef>
              <a:spcAft>
                <a:spcPct val="0"/>
              </a:spcAft>
              <a:defRPr>
                <a:solidFill>
                  <a:schemeClr val="tx1"/>
                </a:solidFill>
                <a:latin typeface="Calibri" pitchFamily="34" charset="0"/>
              </a:defRPr>
            </a:lvl7pPr>
            <a:lvl8pPr marL="3429000" indent="-228600" fontAlgn="base">
              <a:spcBef>
                <a:spcPct val="0"/>
              </a:spcBef>
              <a:spcAft>
                <a:spcPct val="0"/>
              </a:spcAft>
              <a:defRPr>
                <a:solidFill>
                  <a:schemeClr val="tx1"/>
                </a:solidFill>
                <a:latin typeface="Calibri" pitchFamily="34" charset="0"/>
              </a:defRPr>
            </a:lvl8pPr>
            <a:lvl9pPr marL="3886200" indent="-228600" fontAlgn="base">
              <a:spcBef>
                <a:spcPct val="0"/>
              </a:spcBef>
              <a:spcAft>
                <a:spcPct val="0"/>
              </a:spcAft>
              <a:defRPr>
                <a:solidFill>
                  <a:schemeClr val="tx1"/>
                </a:solidFill>
                <a:latin typeface="Calibri" pitchFamily="34" charset="0"/>
              </a:defRPr>
            </a:lvl9pPr>
          </a:lstStyle>
          <a:p>
            <a:pPr eaLnBrk="0" hangingPunct="0">
              <a:lnSpc>
                <a:spcPts val="1050"/>
              </a:lnSpc>
              <a:spcBef>
                <a:spcPts val="1125"/>
              </a:spcBef>
              <a:buClr>
                <a:schemeClr val="accent1"/>
              </a:buClr>
              <a:buFont typeface="Wingdings 2" pitchFamily="18" charset="2"/>
              <a:buNone/>
              <a:defRPr/>
            </a:pPr>
            <a:r>
              <a:rPr lang="en-US" sz="600" b="1">
                <a:solidFill>
                  <a:srgbClr val="000000"/>
                </a:solidFill>
                <a:latin typeface="Arial" charset="0"/>
                <a:ea typeface="+mn-ea"/>
              </a:rPr>
              <a:t>WEEK NUMBER</a:t>
            </a:r>
          </a:p>
        </p:txBody>
      </p:sp>
      <p:sp>
        <p:nvSpPr>
          <p:cNvPr id="96" name="TextBox 37"/>
          <p:cNvSpPr txBox="1">
            <a:spLocks noChangeArrowheads="1"/>
          </p:cNvSpPr>
          <p:nvPr userDrawn="1"/>
        </p:nvSpPr>
        <p:spPr bwMode="auto">
          <a:xfrm>
            <a:off x="512764" y="1939925"/>
            <a:ext cx="884237" cy="1793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lstStyle>
            <a:lvl1pPr>
              <a:defRPr>
                <a:solidFill>
                  <a:schemeClr val="tx1"/>
                </a:solidFill>
                <a:latin typeface="Calibri" pitchFamily="34" charset="0"/>
              </a:defRPr>
            </a:lvl1pPr>
            <a:lvl2pPr marL="742950" indent="-285750">
              <a:defRPr>
                <a:solidFill>
                  <a:schemeClr val="tx1"/>
                </a:solidFill>
                <a:latin typeface="Calibri" pitchFamily="34" charset="0"/>
              </a:defRPr>
            </a:lvl2pPr>
            <a:lvl3pPr marL="1143000" indent="-228600">
              <a:defRPr>
                <a:solidFill>
                  <a:schemeClr val="tx1"/>
                </a:solidFill>
                <a:latin typeface="Calibri" pitchFamily="34" charset="0"/>
              </a:defRPr>
            </a:lvl3pPr>
            <a:lvl4pPr marL="1600200" indent="-228600">
              <a:defRPr>
                <a:solidFill>
                  <a:schemeClr val="tx1"/>
                </a:solidFill>
                <a:latin typeface="Calibri" pitchFamily="34" charset="0"/>
              </a:defRPr>
            </a:lvl4pPr>
            <a:lvl5pPr marL="2057400" indent="-228600">
              <a:defRPr>
                <a:solidFill>
                  <a:schemeClr val="tx1"/>
                </a:solidFill>
                <a:latin typeface="Calibri" pitchFamily="34" charset="0"/>
              </a:defRPr>
            </a:lvl5pPr>
            <a:lvl6pPr marL="2514600" indent="-228600" fontAlgn="base">
              <a:spcBef>
                <a:spcPct val="0"/>
              </a:spcBef>
              <a:spcAft>
                <a:spcPct val="0"/>
              </a:spcAft>
              <a:defRPr>
                <a:solidFill>
                  <a:schemeClr val="tx1"/>
                </a:solidFill>
                <a:latin typeface="Calibri" pitchFamily="34" charset="0"/>
              </a:defRPr>
            </a:lvl6pPr>
            <a:lvl7pPr marL="2971800" indent="-228600" fontAlgn="base">
              <a:spcBef>
                <a:spcPct val="0"/>
              </a:spcBef>
              <a:spcAft>
                <a:spcPct val="0"/>
              </a:spcAft>
              <a:defRPr>
                <a:solidFill>
                  <a:schemeClr val="tx1"/>
                </a:solidFill>
                <a:latin typeface="Calibri" pitchFamily="34" charset="0"/>
              </a:defRPr>
            </a:lvl7pPr>
            <a:lvl8pPr marL="3429000" indent="-228600" fontAlgn="base">
              <a:spcBef>
                <a:spcPct val="0"/>
              </a:spcBef>
              <a:spcAft>
                <a:spcPct val="0"/>
              </a:spcAft>
              <a:defRPr>
                <a:solidFill>
                  <a:schemeClr val="tx1"/>
                </a:solidFill>
                <a:latin typeface="Calibri" pitchFamily="34" charset="0"/>
              </a:defRPr>
            </a:lvl8pPr>
            <a:lvl9pPr marL="3886200" indent="-228600" fontAlgn="base">
              <a:spcBef>
                <a:spcPct val="0"/>
              </a:spcBef>
              <a:spcAft>
                <a:spcPct val="0"/>
              </a:spcAft>
              <a:defRPr>
                <a:solidFill>
                  <a:schemeClr val="tx1"/>
                </a:solidFill>
                <a:latin typeface="Calibri" pitchFamily="34" charset="0"/>
              </a:defRPr>
            </a:lvl9pPr>
          </a:lstStyle>
          <a:p>
            <a:pPr eaLnBrk="0" hangingPunct="0">
              <a:lnSpc>
                <a:spcPts val="1050"/>
              </a:lnSpc>
              <a:spcBef>
                <a:spcPts val="1125"/>
              </a:spcBef>
              <a:buClr>
                <a:schemeClr val="accent1"/>
              </a:buClr>
              <a:buFont typeface="Wingdings 2" pitchFamily="18" charset="2"/>
              <a:buNone/>
              <a:defRPr/>
            </a:pPr>
            <a:r>
              <a:rPr lang="en-US" sz="600" b="1">
                <a:solidFill>
                  <a:srgbClr val="000000"/>
                </a:solidFill>
                <a:latin typeface="Arial" charset="0"/>
                <a:ea typeface="+mn-ea"/>
              </a:rPr>
              <a:t>STARTS ON</a:t>
            </a:r>
          </a:p>
        </p:txBody>
      </p:sp>
      <p:cxnSp>
        <p:nvCxnSpPr>
          <p:cNvPr id="97" name="Straight Connector 39"/>
          <p:cNvCxnSpPr>
            <a:cxnSpLocks noChangeShapeType="1"/>
          </p:cNvCxnSpPr>
          <p:nvPr userDrawn="1"/>
        </p:nvCxnSpPr>
        <p:spPr bwMode="auto">
          <a:xfrm>
            <a:off x="442913" y="2200275"/>
            <a:ext cx="8229600" cy="1588"/>
          </a:xfrm>
          <a:prstGeom prst="line">
            <a:avLst/>
          </a:prstGeom>
          <a:noFill/>
          <a:ln w="19050">
            <a:solidFill>
              <a:srgbClr val="666666"/>
            </a:solidFill>
            <a:round/>
            <a:headEnd/>
            <a:tailEnd/>
          </a:ln>
          <a:extLst>
            <a:ext uri="{909E8E84-426E-40DD-AFC4-6F175D3DCCD1}">
              <a14:hiddenFill xmlns:a14="http://schemas.microsoft.com/office/drawing/2010/main">
                <a:noFill/>
              </a14:hiddenFill>
            </a:ext>
          </a:extLst>
        </p:spPr>
      </p:cxnSp>
      <p:cxnSp>
        <p:nvCxnSpPr>
          <p:cNvPr id="98" name="Straight Connector 40"/>
          <p:cNvCxnSpPr>
            <a:cxnSpLocks noChangeShapeType="1"/>
          </p:cNvCxnSpPr>
          <p:nvPr userDrawn="1"/>
        </p:nvCxnSpPr>
        <p:spPr bwMode="auto">
          <a:xfrm>
            <a:off x="442913" y="5486400"/>
            <a:ext cx="8229600" cy="1588"/>
          </a:xfrm>
          <a:prstGeom prst="line">
            <a:avLst/>
          </a:prstGeom>
          <a:noFill/>
          <a:ln w="19050">
            <a:solidFill>
              <a:srgbClr val="666666"/>
            </a:solidFill>
            <a:round/>
            <a:headEnd/>
            <a:tailEnd/>
          </a:ln>
          <a:extLst>
            <a:ext uri="{909E8E84-426E-40DD-AFC4-6F175D3DCCD1}">
              <a14:hiddenFill xmlns:a14="http://schemas.microsoft.com/office/drawing/2010/main">
                <a:noFill/>
              </a14:hiddenFill>
            </a:ext>
          </a:extLst>
        </p:spPr>
      </p:cxnSp>
      <p:sp>
        <p:nvSpPr>
          <p:cNvPr id="99" name="Freeform 40"/>
          <p:cNvSpPr>
            <a:spLocks/>
          </p:cNvSpPr>
          <p:nvPr userDrawn="1"/>
        </p:nvSpPr>
        <p:spPr bwMode="auto">
          <a:xfrm>
            <a:off x="1555751" y="1468440"/>
            <a:ext cx="7102475" cy="4027487"/>
          </a:xfrm>
          <a:custGeom>
            <a:avLst/>
            <a:gdLst>
              <a:gd name="T0" fmla="*/ 0 w 7101191"/>
              <a:gd name="T1" fmla="*/ 4028195 h 4027251"/>
              <a:gd name="T2" fmla="*/ 0 w 7101191"/>
              <a:gd name="T3" fmla="*/ 0 h 4027251"/>
              <a:gd name="T4" fmla="*/ 7106328 w 7101191"/>
              <a:gd name="T5" fmla="*/ 0 h 4027251"/>
              <a:gd name="T6" fmla="*/ 0 60000 65536"/>
              <a:gd name="T7" fmla="*/ 0 60000 65536"/>
              <a:gd name="T8" fmla="*/ 0 60000 65536"/>
            </a:gdLst>
            <a:ahLst/>
            <a:cxnLst>
              <a:cxn ang="T6">
                <a:pos x="T0" y="T1"/>
              </a:cxn>
              <a:cxn ang="T7">
                <a:pos x="T2" y="T3"/>
              </a:cxn>
              <a:cxn ang="T8">
                <a:pos x="T4" y="T5"/>
              </a:cxn>
            </a:cxnLst>
            <a:rect l="0" t="0" r="r" b="b"/>
            <a:pathLst>
              <a:path w="7101191" h="4027251">
                <a:moveTo>
                  <a:pt x="0" y="4027251"/>
                </a:moveTo>
                <a:lnTo>
                  <a:pt x="0" y="0"/>
                </a:lnTo>
                <a:lnTo>
                  <a:pt x="7101191" y="0"/>
                </a:lnTo>
              </a:path>
            </a:pathLst>
          </a:custGeom>
          <a:noFill/>
          <a:ln w="19050" cap="flat" cmpd="sng">
            <a:solidFill>
              <a:srgbClr val="666666"/>
            </a:solidFill>
            <a:prstDash val="solid"/>
            <a:round/>
            <a:headEnd type="none" w="med" len="med"/>
            <a:tailEnd type="none" w="med" len="med"/>
          </a:ln>
          <a:extLst>
            <a:ext uri="{909E8E84-426E-40DD-AFC4-6F175D3DCCD1}">
              <a14:hiddenFill xmlns:a14="http://schemas.microsoft.com/office/drawing/2010/main">
                <a:solidFill>
                  <a:srgbClr val="FFFFFF"/>
                </a:solidFill>
              </a14:hiddenFill>
            </a:ext>
          </a:extLst>
        </p:spPr>
        <p:txBody>
          <a:bodyPr/>
          <a:lstStyle/>
          <a:p>
            <a:endParaRPr lang="en-US" sz="1350"/>
          </a:p>
        </p:txBody>
      </p:sp>
      <p:cxnSp>
        <p:nvCxnSpPr>
          <p:cNvPr id="100" name="Straight Connector 42"/>
          <p:cNvCxnSpPr>
            <a:cxnSpLocks noChangeShapeType="1"/>
          </p:cNvCxnSpPr>
          <p:nvPr userDrawn="1"/>
        </p:nvCxnSpPr>
        <p:spPr bwMode="auto">
          <a:xfrm>
            <a:off x="1546226" y="1828800"/>
            <a:ext cx="649288" cy="228600"/>
          </a:xfrm>
          <a:prstGeom prst="line">
            <a:avLst/>
          </a:prstGeom>
          <a:noFill/>
          <a:ln w="19050">
            <a:solidFill>
              <a:srgbClr val="666666"/>
            </a:solidFill>
            <a:round/>
            <a:headEnd/>
            <a:tailEnd/>
          </a:ln>
          <a:extLst>
            <a:ext uri="{909E8E84-426E-40DD-AFC4-6F175D3DCCD1}">
              <a14:hiddenFill xmlns:a14="http://schemas.microsoft.com/office/drawing/2010/main">
                <a:noFill/>
              </a14:hiddenFill>
            </a:ext>
          </a:extLst>
        </p:spPr>
      </p:cxnSp>
      <p:sp>
        <p:nvSpPr>
          <p:cNvPr id="39" name="Text Placeholder 12"/>
          <p:cNvSpPr>
            <a:spLocks noGrp="1"/>
          </p:cNvSpPr>
          <p:nvPr>
            <p:ph type="body" sz="quarter" idx="33"/>
          </p:nvPr>
        </p:nvSpPr>
        <p:spPr>
          <a:xfrm>
            <a:off x="1546225" y="1835813"/>
            <a:ext cx="645912" cy="354728"/>
          </a:xfrm>
          <a:prstGeom prst="rect">
            <a:avLst/>
          </a:prstGeom>
          <a:ln w="6350">
            <a:noFill/>
          </a:ln>
        </p:spPr>
        <p:txBody>
          <a:bodyPr anchor="ctr"/>
          <a:lstStyle>
            <a:lvl1pPr marL="0" indent="0" algn="ctr">
              <a:lnSpc>
                <a:spcPct val="100000"/>
              </a:lnSpc>
              <a:spcBef>
                <a:spcPts val="0"/>
              </a:spcBef>
              <a:buNone/>
              <a:defRPr sz="675" b="1" cap="all" baseline="0">
                <a:solidFill>
                  <a:srgbClr val="4D4D4D"/>
                </a:solidFill>
              </a:defRPr>
            </a:lvl1pPr>
            <a:lvl2pPr marL="255985" indent="-127397">
              <a:defRPr sz="750"/>
            </a:lvl2pPr>
            <a:lvl3pPr marL="384572" indent="-128588">
              <a:defRPr sz="750"/>
            </a:lvl3pPr>
            <a:lvl4pPr marL="511969" indent="-127397">
              <a:defRPr sz="750"/>
            </a:lvl4pPr>
            <a:lvl5pPr marL="640556" indent="-128588">
              <a:defRPr sz="750"/>
            </a:lvl5pPr>
          </a:lstStyle>
          <a:p>
            <a:pPr lvl="0"/>
            <a:r>
              <a:rPr lang="en-US"/>
              <a:t>Click to edit Master text styles</a:t>
            </a:r>
          </a:p>
        </p:txBody>
      </p:sp>
      <p:sp>
        <p:nvSpPr>
          <p:cNvPr id="40" name="Text Placeholder 12"/>
          <p:cNvSpPr>
            <a:spLocks noGrp="1"/>
          </p:cNvSpPr>
          <p:nvPr>
            <p:ph type="body" sz="quarter" idx="34"/>
          </p:nvPr>
        </p:nvSpPr>
        <p:spPr>
          <a:xfrm>
            <a:off x="2203314" y="1835813"/>
            <a:ext cx="646889" cy="354728"/>
          </a:xfrm>
          <a:prstGeom prst="rect">
            <a:avLst/>
          </a:prstGeom>
          <a:ln w="6350">
            <a:noFill/>
          </a:ln>
        </p:spPr>
        <p:txBody>
          <a:bodyPr anchor="ctr"/>
          <a:lstStyle>
            <a:lvl1pPr marL="0" indent="0" algn="ctr">
              <a:lnSpc>
                <a:spcPct val="100000"/>
              </a:lnSpc>
              <a:spcBef>
                <a:spcPts val="0"/>
              </a:spcBef>
              <a:buNone/>
              <a:defRPr sz="675" b="1" cap="all" baseline="0">
                <a:solidFill>
                  <a:srgbClr val="4D4D4D"/>
                </a:solidFill>
              </a:defRPr>
            </a:lvl1pPr>
            <a:lvl2pPr marL="255985" indent="-127397">
              <a:defRPr sz="750"/>
            </a:lvl2pPr>
            <a:lvl3pPr marL="384572" indent="-128588">
              <a:defRPr sz="750"/>
            </a:lvl3pPr>
            <a:lvl4pPr marL="511969" indent="-127397">
              <a:defRPr sz="750"/>
            </a:lvl4pPr>
            <a:lvl5pPr marL="640556" indent="-128588">
              <a:defRPr sz="750"/>
            </a:lvl5pPr>
          </a:lstStyle>
          <a:p>
            <a:pPr lvl="0"/>
            <a:r>
              <a:rPr lang="en-US"/>
              <a:t>Click to edit Master text styles</a:t>
            </a:r>
          </a:p>
        </p:txBody>
      </p:sp>
      <p:sp>
        <p:nvSpPr>
          <p:cNvPr id="41" name="Text Placeholder 12"/>
          <p:cNvSpPr>
            <a:spLocks noGrp="1"/>
          </p:cNvSpPr>
          <p:nvPr>
            <p:ph type="body" sz="quarter" idx="35"/>
          </p:nvPr>
        </p:nvSpPr>
        <p:spPr>
          <a:xfrm>
            <a:off x="2850206" y="1835813"/>
            <a:ext cx="651754" cy="354728"/>
          </a:xfrm>
          <a:prstGeom prst="rect">
            <a:avLst/>
          </a:prstGeom>
          <a:ln w="6350">
            <a:noFill/>
          </a:ln>
        </p:spPr>
        <p:txBody>
          <a:bodyPr anchor="ctr"/>
          <a:lstStyle>
            <a:lvl1pPr marL="0" indent="0" algn="ctr">
              <a:lnSpc>
                <a:spcPct val="100000"/>
              </a:lnSpc>
              <a:spcBef>
                <a:spcPts val="0"/>
              </a:spcBef>
              <a:buNone/>
              <a:defRPr sz="675" b="1" cap="all" baseline="0">
                <a:solidFill>
                  <a:srgbClr val="4D4D4D"/>
                </a:solidFill>
              </a:defRPr>
            </a:lvl1pPr>
            <a:lvl2pPr marL="255985" indent="-127397">
              <a:defRPr sz="750"/>
            </a:lvl2pPr>
            <a:lvl3pPr marL="384572" indent="-128588">
              <a:defRPr sz="750"/>
            </a:lvl3pPr>
            <a:lvl4pPr marL="511969" indent="-127397">
              <a:defRPr sz="750"/>
            </a:lvl4pPr>
            <a:lvl5pPr marL="640556" indent="-128588">
              <a:defRPr sz="750"/>
            </a:lvl5pPr>
          </a:lstStyle>
          <a:p>
            <a:pPr lvl="0"/>
            <a:r>
              <a:rPr lang="en-US"/>
              <a:t>Click to edit Master text styles</a:t>
            </a:r>
          </a:p>
        </p:txBody>
      </p:sp>
      <p:sp>
        <p:nvSpPr>
          <p:cNvPr id="42" name="Text Placeholder 12"/>
          <p:cNvSpPr>
            <a:spLocks noGrp="1"/>
          </p:cNvSpPr>
          <p:nvPr>
            <p:ph type="body" sz="quarter" idx="36"/>
          </p:nvPr>
        </p:nvSpPr>
        <p:spPr>
          <a:xfrm>
            <a:off x="3497094" y="1835813"/>
            <a:ext cx="642026" cy="354728"/>
          </a:xfrm>
          <a:prstGeom prst="rect">
            <a:avLst/>
          </a:prstGeom>
          <a:ln w="6350">
            <a:noFill/>
          </a:ln>
        </p:spPr>
        <p:txBody>
          <a:bodyPr anchor="ctr"/>
          <a:lstStyle>
            <a:lvl1pPr marL="0" indent="0" algn="ctr">
              <a:lnSpc>
                <a:spcPct val="100000"/>
              </a:lnSpc>
              <a:spcBef>
                <a:spcPts val="0"/>
              </a:spcBef>
              <a:buNone/>
              <a:defRPr sz="675" b="1" cap="all" baseline="0">
                <a:solidFill>
                  <a:srgbClr val="4D4D4D"/>
                </a:solidFill>
              </a:defRPr>
            </a:lvl1pPr>
            <a:lvl2pPr marL="255985" indent="-127397">
              <a:defRPr sz="750"/>
            </a:lvl2pPr>
            <a:lvl3pPr marL="384572" indent="-128588">
              <a:defRPr sz="750"/>
            </a:lvl3pPr>
            <a:lvl4pPr marL="511969" indent="-127397">
              <a:defRPr sz="750"/>
            </a:lvl4pPr>
            <a:lvl5pPr marL="640556" indent="-128588">
              <a:defRPr sz="750"/>
            </a:lvl5pPr>
          </a:lstStyle>
          <a:p>
            <a:pPr lvl="0"/>
            <a:r>
              <a:rPr lang="en-US"/>
              <a:t>Click to edit Master text styles</a:t>
            </a:r>
          </a:p>
        </p:txBody>
      </p:sp>
      <p:sp>
        <p:nvSpPr>
          <p:cNvPr id="43" name="Text Placeholder 12"/>
          <p:cNvSpPr>
            <a:spLocks noGrp="1"/>
          </p:cNvSpPr>
          <p:nvPr>
            <p:ph type="body" sz="quarter" idx="37"/>
          </p:nvPr>
        </p:nvSpPr>
        <p:spPr>
          <a:xfrm>
            <a:off x="4139118" y="1835813"/>
            <a:ext cx="649224" cy="354728"/>
          </a:xfrm>
          <a:prstGeom prst="rect">
            <a:avLst/>
          </a:prstGeom>
          <a:ln w="6350">
            <a:noFill/>
          </a:ln>
        </p:spPr>
        <p:txBody>
          <a:bodyPr anchor="ctr"/>
          <a:lstStyle>
            <a:lvl1pPr marL="0" indent="0" algn="ctr">
              <a:lnSpc>
                <a:spcPct val="100000"/>
              </a:lnSpc>
              <a:spcBef>
                <a:spcPts val="0"/>
              </a:spcBef>
              <a:buNone/>
              <a:defRPr sz="675" b="1" cap="all" baseline="0">
                <a:solidFill>
                  <a:srgbClr val="4D4D4D"/>
                </a:solidFill>
              </a:defRPr>
            </a:lvl1pPr>
            <a:lvl2pPr marL="255985" indent="-127397">
              <a:defRPr sz="750"/>
            </a:lvl2pPr>
            <a:lvl3pPr marL="384572" indent="-128588">
              <a:defRPr sz="750"/>
            </a:lvl3pPr>
            <a:lvl4pPr marL="511969" indent="-127397">
              <a:defRPr sz="750"/>
            </a:lvl4pPr>
            <a:lvl5pPr marL="640556" indent="-128588">
              <a:defRPr sz="750"/>
            </a:lvl5pPr>
          </a:lstStyle>
          <a:p>
            <a:pPr lvl="0"/>
            <a:r>
              <a:rPr lang="en-US"/>
              <a:t>Click to edit Master text styles</a:t>
            </a:r>
          </a:p>
        </p:txBody>
      </p:sp>
      <p:sp>
        <p:nvSpPr>
          <p:cNvPr id="44" name="Text Placeholder 12"/>
          <p:cNvSpPr>
            <a:spLocks noGrp="1"/>
          </p:cNvSpPr>
          <p:nvPr>
            <p:ph type="body" sz="quarter" idx="38"/>
          </p:nvPr>
        </p:nvSpPr>
        <p:spPr>
          <a:xfrm>
            <a:off x="4795736" y="1835813"/>
            <a:ext cx="649224" cy="354728"/>
          </a:xfrm>
          <a:prstGeom prst="rect">
            <a:avLst/>
          </a:prstGeom>
          <a:ln w="6350">
            <a:noFill/>
          </a:ln>
        </p:spPr>
        <p:txBody>
          <a:bodyPr anchor="ctr"/>
          <a:lstStyle>
            <a:lvl1pPr marL="0" indent="0" algn="ctr">
              <a:lnSpc>
                <a:spcPct val="100000"/>
              </a:lnSpc>
              <a:spcBef>
                <a:spcPts val="0"/>
              </a:spcBef>
              <a:buNone/>
              <a:defRPr sz="675" b="1" cap="all" baseline="0">
                <a:solidFill>
                  <a:srgbClr val="4D4D4D"/>
                </a:solidFill>
              </a:defRPr>
            </a:lvl1pPr>
            <a:lvl2pPr marL="255985" indent="-127397">
              <a:defRPr sz="750"/>
            </a:lvl2pPr>
            <a:lvl3pPr marL="384572" indent="-128588">
              <a:defRPr sz="750"/>
            </a:lvl3pPr>
            <a:lvl4pPr marL="511969" indent="-127397">
              <a:defRPr sz="750"/>
            </a:lvl4pPr>
            <a:lvl5pPr marL="640556" indent="-128588">
              <a:defRPr sz="750"/>
            </a:lvl5pPr>
          </a:lstStyle>
          <a:p>
            <a:pPr lvl="0"/>
            <a:r>
              <a:rPr lang="en-US"/>
              <a:t>Click to edit Master text styles</a:t>
            </a:r>
          </a:p>
        </p:txBody>
      </p:sp>
      <p:sp>
        <p:nvSpPr>
          <p:cNvPr id="45" name="Text Placeholder 12"/>
          <p:cNvSpPr>
            <a:spLocks noGrp="1"/>
          </p:cNvSpPr>
          <p:nvPr>
            <p:ph type="body" sz="quarter" idx="39"/>
          </p:nvPr>
        </p:nvSpPr>
        <p:spPr>
          <a:xfrm>
            <a:off x="5437760" y="1835813"/>
            <a:ext cx="649224" cy="354728"/>
          </a:xfrm>
          <a:prstGeom prst="rect">
            <a:avLst/>
          </a:prstGeom>
          <a:ln w="6350">
            <a:noFill/>
          </a:ln>
        </p:spPr>
        <p:txBody>
          <a:bodyPr anchor="ctr"/>
          <a:lstStyle>
            <a:lvl1pPr marL="0" indent="0" algn="ctr">
              <a:lnSpc>
                <a:spcPct val="100000"/>
              </a:lnSpc>
              <a:spcBef>
                <a:spcPts val="0"/>
              </a:spcBef>
              <a:buNone/>
              <a:defRPr sz="675" b="1" cap="all" baseline="0">
                <a:solidFill>
                  <a:srgbClr val="4D4D4D"/>
                </a:solidFill>
              </a:defRPr>
            </a:lvl1pPr>
            <a:lvl2pPr marL="255985" indent="-127397">
              <a:defRPr sz="750"/>
            </a:lvl2pPr>
            <a:lvl3pPr marL="384572" indent="-128588">
              <a:defRPr sz="750"/>
            </a:lvl3pPr>
            <a:lvl4pPr marL="511969" indent="-127397">
              <a:defRPr sz="750"/>
            </a:lvl4pPr>
            <a:lvl5pPr marL="640556" indent="-128588">
              <a:defRPr sz="750"/>
            </a:lvl5pPr>
          </a:lstStyle>
          <a:p>
            <a:pPr lvl="0"/>
            <a:r>
              <a:rPr lang="en-US"/>
              <a:t>Click to edit Master text styles</a:t>
            </a:r>
          </a:p>
        </p:txBody>
      </p:sp>
      <p:sp>
        <p:nvSpPr>
          <p:cNvPr id="46" name="Text Placeholder 12"/>
          <p:cNvSpPr>
            <a:spLocks noGrp="1"/>
          </p:cNvSpPr>
          <p:nvPr>
            <p:ph type="body" sz="quarter" idx="40"/>
          </p:nvPr>
        </p:nvSpPr>
        <p:spPr>
          <a:xfrm>
            <a:off x="6084651" y="1835813"/>
            <a:ext cx="651754" cy="354728"/>
          </a:xfrm>
          <a:prstGeom prst="rect">
            <a:avLst/>
          </a:prstGeom>
          <a:ln w="6350">
            <a:noFill/>
          </a:ln>
        </p:spPr>
        <p:txBody>
          <a:bodyPr anchor="ctr"/>
          <a:lstStyle>
            <a:lvl1pPr marL="0" indent="0" algn="ctr">
              <a:lnSpc>
                <a:spcPct val="100000"/>
              </a:lnSpc>
              <a:spcBef>
                <a:spcPts val="0"/>
              </a:spcBef>
              <a:buNone/>
              <a:defRPr sz="675" b="1" cap="all" baseline="0">
                <a:solidFill>
                  <a:srgbClr val="4D4D4D"/>
                </a:solidFill>
              </a:defRPr>
            </a:lvl1pPr>
            <a:lvl2pPr marL="255985" indent="-127397">
              <a:defRPr sz="750"/>
            </a:lvl2pPr>
            <a:lvl3pPr marL="384572" indent="-128588">
              <a:defRPr sz="750"/>
            </a:lvl3pPr>
            <a:lvl4pPr marL="511969" indent="-127397">
              <a:defRPr sz="750"/>
            </a:lvl4pPr>
            <a:lvl5pPr marL="640556" indent="-128588">
              <a:defRPr sz="750"/>
            </a:lvl5pPr>
          </a:lstStyle>
          <a:p>
            <a:pPr lvl="0"/>
            <a:r>
              <a:rPr lang="en-US"/>
              <a:t>Click to edit Master text styles</a:t>
            </a:r>
          </a:p>
        </p:txBody>
      </p:sp>
      <p:sp>
        <p:nvSpPr>
          <p:cNvPr id="47" name="Text Placeholder 12"/>
          <p:cNvSpPr>
            <a:spLocks noGrp="1"/>
          </p:cNvSpPr>
          <p:nvPr>
            <p:ph type="body" sz="quarter" idx="41"/>
          </p:nvPr>
        </p:nvSpPr>
        <p:spPr>
          <a:xfrm>
            <a:off x="6731540" y="1835813"/>
            <a:ext cx="646890" cy="354728"/>
          </a:xfrm>
          <a:prstGeom prst="rect">
            <a:avLst/>
          </a:prstGeom>
          <a:ln w="6350">
            <a:noFill/>
          </a:ln>
        </p:spPr>
        <p:txBody>
          <a:bodyPr anchor="ctr"/>
          <a:lstStyle>
            <a:lvl1pPr marL="0" indent="0" algn="ctr">
              <a:lnSpc>
                <a:spcPct val="100000"/>
              </a:lnSpc>
              <a:spcBef>
                <a:spcPts val="0"/>
              </a:spcBef>
              <a:buNone/>
              <a:defRPr sz="675" b="1" cap="all" baseline="0">
                <a:solidFill>
                  <a:srgbClr val="4D4D4D"/>
                </a:solidFill>
              </a:defRPr>
            </a:lvl1pPr>
            <a:lvl2pPr marL="255985" indent="-127397">
              <a:defRPr sz="750"/>
            </a:lvl2pPr>
            <a:lvl3pPr marL="384572" indent="-128588">
              <a:defRPr sz="750"/>
            </a:lvl3pPr>
            <a:lvl4pPr marL="511969" indent="-127397">
              <a:defRPr sz="750"/>
            </a:lvl4pPr>
            <a:lvl5pPr marL="640556" indent="-128588">
              <a:defRPr sz="750"/>
            </a:lvl5pPr>
          </a:lstStyle>
          <a:p>
            <a:pPr lvl="0"/>
            <a:r>
              <a:rPr lang="en-US"/>
              <a:t>Click to edit Master text styles</a:t>
            </a:r>
          </a:p>
        </p:txBody>
      </p:sp>
      <p:sp>
        <p:nvSpPr>
          <p:cNvPr id="48" name="Text Placeholder 12"/>
          <p:cNvSpPr>
            <a:spLocks noGrp="1"/>
          </p:cNvSpPr>
          <p:nvPr>
            <p:ph type="body" sz="quarter" idx="42"/>
          </p:nvPr>
        </p:nvSpPr>
        <p:spPr>
          <a:xfrm>
            <a:off x="7383292" y="1835813"/>
            <a:ext cx="649224" cy="354728"/>
          </a:xfrm>
          <a:prstGeom prst="rect">
            <a:avLst/>
          </a:prstGeom>
          <a:ln w="6350">
            <a:noFill/>
          </a:ln>
        </p:spPr>
        <p:txBody>
          <a:bodyPr anchor="ctr"/>
          <a:lstStyle>
            <a:lvl1pPr marL="0" indent="0" algn="ctr">
              <a:lnSpc>
                <a:spcPct val="100000"/>
              </a:lnSpc>
              <a:spcBef>
                <a:spcPts val="0"/>
              </a:spcBef>
              <a:buNone/>
              <a:defRPr sz="675" b="1" cap="all" baseline="0">
                <a:solidFill>
                  <a:srgbClr val="4D4D4D"/>
                </a:solidFill>
              </a:defRPr>
            </a:lvl1pPr>
            <a:lvl2pPr marL="255985" indent="-127397">
              <a:defRPr sz="750"/>
            </a:lvl2pPr>
            <a:lvl3pPr marL="384572" indent="-128588">
              <a:defRPr sz="750"/>
            </a:lvl3pPr>
            <a:lvl4pPr marL="511969" indent="-127397">
              <a:defRPr sz="750"/>
            </a:lvl4pPr>
            <a:lvl5pPr marL="640556" indent="-128588">
              <a:defRPr sz="750"/>
            </a:lvl5pPr>
          </a:lstStyle>
          <a:p>
            <a:pPr lvl="0"/>
            <a:r>
              <a:rPr lang="en-US"/>
              <a:t>Click to edit Master text styles</a:t>
            </a:r>
          </a:p>
        </p:txBody>
      </p:sp>
      <p:sp>
        <p:nvSpPr>
          <p:cNvPr id="49" name="Text Placeholder 12"/>
          <p:cNvSpPr>
            <a:spLocks noGrp="1"/>
          </p:cNvSpPr>
          <p:nvPr>
            <p:ph type="body" sz="quarter" idx="43"/>
          </p:nvPr>
        </p:nvSpPr>
        <p:spPr>
          <a:xfrm>
            <a:off x="8025320" y="1835813"/>
            <a:ext cx="653169" cy="354728"/>
          </a:xfrm>
          <a:prstGeom prst="rect">
            <a:avLst/>
          </a:prstGeom>
          <a:ln w="6350">
            <a:noFill/>
          </a:ln>
        </p:spPr>
        <p:txBody>
          <a:bodyPr anchor="ctr"/>
          <a:lstStyle>
            <a:lvl1pPr marL="0" indent="0" algn="ctr">
              <a:lnSpc>
                <a:spcPct val="100000"/>
              </a:lnSpc>
              <a:spcBef>
                <a:spcPts val="0"/>
              </a:spcBef>
              <a:buNone/>
              <a:defRPr sz="675" b="1" cap="all" baseline="0">
                <a:solidFill>
                  <a:srgbClr val="4D4D4D"/>
                </a:solidFill>
              </a:defRPr>
            </a:lvl1pPr>
            <a:lvl2pPr marL="255985" indent="-127397">
              <a:defRPr sz="750"/>
            </a:lvl2pPr>
            <a:lvl3pPr marL="384572" indent="-128588">
              <a:defRPr sz="750"/>
            </a:lvl3pPr>
            <a:lvl4pPr marL="511969" indent="-127397">
              <a:defRPr sz="750"/>
            </a:lvl4pPr>
            <a:lvl5pPr marL="640556" indent="-128588">
              <a:defRPr sz="750"/>
            </a:lvl5pPr>
          </a:lstStyle>
          <a:p>
            <a:pPr lvl="0"/>
            <a:r>
              <a:rPr lang="en-US"/>
              <a:t>Click to edit Master text styles</a:t>
            </a:r>
          </a:p>
        </p:txBody>
      </p:sp>
      <p:sp>
        <p:nvSpPr>
          <p:cNvPr id="50" name="Text Placeholder 12"/>
          <p:cNvSpPr>
            <a:spLocks noGrp="1"/>
          </p:cNvSpPr>
          <p:nvPr>
            <p:ph type="body" sz="quarter" idx="45"/>
          </p:nvPr>
        </p:nvSpPr>
        <p:spPr>
          <a:xfrm>
            <a:off x="469240" y="2230260"/>
            <a:ext cx="1055427" cy="320040"/>
          </a:xfrm>
          <a:prstGeom prst="rect">
            <a:avLst/>
          </a:prstGeom>
          <a:ln w="6350">
            <a:noFill/>
          </a:ln>
        </p:spPr>
        <p:txBody>
          <a:bodyPr anchor="ctr"/>
          <a:lstStyle>
            <a:lvl1pPr marL="0" indent="0" algn="l">
              <a:lnSpc>
                <a:spcPct val="100000"/>
              </a:lnSpc>
              <a:spcBef>
                <a:spcPts val="0"/>
              </a:spcBef>
              <a:buNone/>
              <a:defRPr sz="675" b="1" cap="all" baseline="0">
                <a:solidFill>
                  <a:srgbClr val="4D4D4D"/>
                </a:solidFill>
              </a:defRPr>
            </a:lvl1pPr>
            <a:lvl2pPr marL="255985" indent="-127397">
              <a:defRPr sz="750"/>
            </a:lvl2pPr>
            <a:lvl3pPr marL="384572" indent="-128588">
              <a:defRPr sz="750"/>
            </a:lvl3pPr>
            <a:lvl4pPr marL="511969" indent="-127397">
              <a:defRPr sz="750"/>
            </a:lvl4pPr>
            <a:lvl5pPr marL="640556" indent="-128588">
              <a:defRPr sz="750"/>
            </a:lvl5pPr>
          </a:lstStyle>
          <a:p>
            <a:pPr lvl="0"/>
            <a:r>
              <a:rPr lang="en-US"/>
              <a:t>Click to edit Master text styles</a:t>
            </a:r>
          </a:p>
        </p:txBody>
      </p:sp>
      <p:sp>
        <p:nvSpPr>
          <p:cNvPr id="51" name="Text Placeholder 12"/>
          <p:cNvSpPr>
            <a:spLocks noGrp="1"/>
          </p:cNvSpPr>
          <p:nvPr>
            <p:ph type="body" sz="quarter" idx="46"/>
          </p:nvPr>
        </p:nvSpPr>
        <p:spPr>
          <a:xfrm>
            <a:off x="469240" y="2595570"/>
            <a:ext cx="1055427" cy="320040"/>
          </a:xfrm>
          <a:prstGeom prst="rect">
            <a:avLst/>
          </a:prstGeom>
          <a:ln w="6350">
            <a:noFill/>
          </a:ln>
        </p:spPr>
        <p:txBody>
          <a:bodyPr anchor="ctr"/>
          <a:lstStyle>
            <a:lvl1pPr marL="0" indent="0" algn="l">
              <a:lnSpc>
                <a:spcPct val="100000"/>
              </a:lnSpc>
              <a:spcBef>
                <a:spcPts val="0"/>
              </a:spcBef>
              <a:buNone/>
              <a:defRPr sz="675" b="1" cap="all" baseline="0">
                <a:solidFill>
                  <a:srgbClr val="4D4D4D"/>
                </a:solidFill>
              </a:defRPr>
            </a:lvl1pPr>
            <a:lvl2pPr marL="255985" indent="-127397">
              <a:defRPr sz="750"/>
            </a:lvl2pPr>
            <a:lvl3pPr marL="384572" indent="-128588">
              <a:defRPr sz="750"/>
            </a:lvl3pPr>
            <a:lvl4pPr marL="511969" indent="-127397">
              <a:defRPr sz="750"/>
            </a:lvl4pPr>
            <a:lvl5pPr marL="640556" indent="-128588">
              <a:defRPr sz="750"/>
            </a:lvl5pPr>
          </a:lstStyle>
          <a:p>
            <a:pPr lvl="0"/>
            <a:r>
              <a:rPr lang="en-US"/>
              <a:t>Click to edit Master text styles</a:t>
            </a:r>
          </a:p>
        </p:txBody>
      </p:sp>
      <p:sp>
        <p:nvSpPr>
          <p:cNvPr id="52" name="Text Placeholder 12"/>
          <p:cNvSpPr>
            <a:spLocks noGrp="1"/>
          </p:cNvSpPr>
          <p:nvPr>
            <p:ph type="body" sz="quarter" idx="47"/>
          </p:nvPr>
        </p:nvSpPr>
        <p:spPr>
          <a:xfrm>
            <a:off x="469240" y="2960880"/>
            <a:ext cx="1055427" cy="320040"/>
          </a:xfrm>
          <a:prstGeom prst="rect">
            <a:avLst/>
          </a:prstGeom>
          <a:ln w="6350">
            <a:noFill/>
          </a:ln>
        </p:spPr>
        <p:txBody>
          <a:bodyPr anchor="ctr"/>
          <a:lstStyle>
            <a:lvl1pPr marL="0" indent="0" algn="l">
              <a:lnSpc>
                <a:spcPct val="100000"/>
              </a:lnSpc>
              <a:spcBef>
                <a:spcPts val="0"/>
              </a:spcBef>
              <a:buNone/>
              <a:defRPr sz="675" b="1" cap="all" baseline="0">
                <a:solidFill>
                  <a:srgbClr val="4D4D4D"/>
                </a:solidFill>
              </a:defRPr>
            </a:lvl1pPr>
            <a:lvl2pPr marL="255985" indent="-127397">
              <a:defRPr sz="750"/>
            </a:lvl2pPr>
            <a:lvl3pPr marL="384572" indent="-128588">
              <a:defRPr sz="750"/>
            </a:lvl3pPr>
            <a:lvl4pPr marL="511969" indent="-127397">
              <a:defRPr sz="750"/>
            </a:lvl4pPr>
            <a:lvl5pPr marL="640556" indent="-128588">
              <a:defRPr sz="750"/>
            </a:lvl5pPr>
          </a:lstStyle>
          <a:p>
            <a:pPr lvl="0"/>
            <a:r>
              <a:rPr lang="en-US"/>
              <a:t>Click to edit Master text styles</a:t>
            </a:r>
          </a:p>
        </p:txBody>
      </p:sp>
      <p:sp>
        <p:nvSpPr>
          <p:cNvPr id="53" name="Text Placeholder 12"/>
          <p:cNvSpPr>
            <a:spLocks noGrp="1"/>
          </p:cNvSpPr>
          <p:nvPr>
            <p:ph type="body" sz="quarter" idx="48"/>
          </p:nvPr>
        </p:nvSpPr>
        <p:spPr>
          <a:xfrm>
            <a:off x="469240" y="3326190"/>
            <a:ext cx="1055427" cy="320040"/>
          </a:xfrm>
          <a:prstGeom prst="rect">
            <a:avLst/>
          </a:prstGeom>
          <a:ln w="6350">
            <a:noFill/>
          </a:ln>
        </p:spPr>
        <p:txBody>
          <a:bodyPr anchor="ctr"/>
          <a:lstStyle>
            <a:lvl1pPr marL="0" indent="0" algn="l">
              <a:lnSpc>
                <a:spcPct val="100000"/>
              </a:lnSpc>
              <a:spcBef>
                <a:spcPts val="0"/>
              </a:spcBef>
              <a:buNone/>
              <a:defRPr sz="675" b="1" cap="all" baseline="0">
                <a:solidFill>
                  <a:srgbClr val="4D4D4D"/>
                </a:solidFill>
              </a:defRPr>
            </a:lvl1pPr>
            <a:lvl2pPr marL="255985" indent="-127397">
              <a:defRPr sz="750"/>
            </a:lvl2pPr>
            <a:lvl3pPr marL="384572" indent="-128588">
              <a:defRPr sz="750"/>
            </a:lvl3pPr>
            <a:lvl4pPr marL="511969" indent="-127397">
              <a:defRPr sz="750"/>
            </a:lvl4pPr>
            <a:lvl5pPr marL="640556" indent="-128588">
              <a:defRPr sz="750"/>
            </a:lvl5pPr>
          </a:lstStyle>
          <a:p>
            <a:pPr lvl="0"/>
            <a:r>
              <a:rPr lang="en-US"/>
              <a:t>Click to edit Master text styles</a:t>
            </a:r>
          </a:p>
        </p:txBody>
      </p:sp>
      <p:sp>
        <p:nvSpPr>
          <p:cNvPr id="54" name="Text Placeholder 12"/>
          <p:cNvSpPr>
            <a:spLocks noGrp="1"/>
          </p:cNvSpPr>
          <p:nvPr>
            <p:ph type="body" sz="quarter" idx="49"/>
          </p:nvPr>
        </p:nvSpPr>
        <p:spPr>
          <a:xfrm>
            <a:off x="469240" y="3691500"/>
            <a:ext cx="1055427" cy="320040"/>
          </a:xfrm>
          <a:prstGeom prst="rect">
            <a:avLst/>
          </a:prstGeom>
          <a:ln w="6350">
            <a:noFill/>
          </a:ln>
        </p:spPr>
        <p:txBody>
          <a:bodyPr anchor="ctr"/>
          <a:lstStyle>
            <a:lvl1pPr marL="0" indent="0" algn="l">
              <a:lnSpc>
                <a:spcPct val="100000"/>
              </a:lnSpc>
              <a:spcBef>
                <a:spcPts val="0"/>
              </a:spcBef>
              <a:buNone/>
              <a:defRPr sz="675" b="1" cap="all" baseline="0">
                <a:solidFill>
                  <a:srgbClr val="4D4D4D"/>
                </a:solidFill>
              </a:defRPr>
            </a:lvl1pPr>
            <a:lvl2pPr marL="255985" indent="-127397">
              <a:defRPr sz="750"/>
            </a:lvl2pPr>
            <a:lvl3pPr marL="384572" indent="-128588">
              <a:defRPr sz="750"/>
            </a:lvl3pPr>
            <a:lvl4pPr marL="511969" indent="-127397">
              <a:defRPr sz="750"/>
            </a:lvl4pPr>
            <a:lvl5pPr marL="640556" indent="-128588">
              <a:defRPr sz="750"/>
            </a:lvl5pPr>
          </a:lstStyle>
          <a:p>
            <a:pPr lvl="0"/>
            <a:r>
              <a:rPr lang="en-US"/>
              <a:t>Click to edit Master text styles</a:t>
            </a:r>
          </a:p>
        </p:txBody>
      </p:sp>
      <p:sp>
        <p:nvSpPr>
          <p:cNvPr id="55" name="Text Placeholder 12"/>
          <p:cNvSpPr>
            <a:spLocks noGrp="1"/>
          </p:cNvSpPr>
          <p:nvPr>
            <p:ph type="body" sz="quarter" idx="50"/>
          </p:nvPr>
        </p:nvSpPr>
        <p:spPr>
          <a:xfrm>
            <a:off x="469240" y="4056810"/>
            <a:ext cx="1055427" cy="320040"/>
          </a:xfrm>
          <a:prstGeom prst="rect">
            <a:avLst/>
          </a:prstGeom>
          <a:ln w="6350">
            <a:noFill/>
          </a:ln>
        </p:spPr>
        <p:txBody>
          <a:bodyPr anchor="ctr"/>
          <a:lstStyle>
            <a:lvl1pPr marL="0" indent="0" algn="l">
              <a:lnSpc>
                <a:spcPct val="100000"/>
              </a:lnSpc>
              <a:spcBef>
                <a:spcPts val="0"/>
              </a:spcBef>
              <a:buNone/>
              <a:defRPr sz="675" b="1" cap="all" baseline="0">
                <a:solidFill>
                  <a:srgbClr val="4D4D4D"/>
                </a:solidFill>
              </a:defRPr>
            </a:lvl1pPr>
            <a:lvl2pPr marL="255985" indent="-127397">
              <a:defRPr sz="750"/>
            </a:lvl2pPr>
            <a:lvl3pPr marL="384572" indent="-128588">
              <a:defRPr sz="750"/>
            </a:lvl3pPr>
            <a:lvl4pPr marL="511969" indent="-127397">
              <a:defRPr sz="750"/>
            </a:lvl4pPr>
            <a:lvl5pPr marL="640556" indent="-128588">
              <a:defRPr sz="750"/>
            </a:lvl5pPr>
          </a:lstStyle>
          <a:p>
            <a:pPr lvl="0"/>
            <a:r>
              <a:rPr lang="en-US"/>
              <a:t>Click to edit Master text styles</a:t>
            </a:r>
          </a:p>
        </p:txBody>
      </p:sp>
      <p:sp>
        <p:nvSpPr>
          <p:cNvPr id="56" name="Text Placeholder 12"/>
          <p:cNvSpPr>
            <a:spLocks noGrp="1"/>
          </p:cNvSpPr>
          <p:nvPr>
            <p:ph type="body" sz="quarter" idx="51"/>
          </p:nvPr>
        </p:nvSpPr>
        <p:spPr>
          <a:xfrm>
            <a:off x="469240" y="5152742"/>
            <a:ext cx="1055427" cy="320040"/>
          </a:xfrm>
          <a:prstGeom prst="rect">
            <a:avLst/>
          </a:prstGeom>
          <a:ln w="6350">
            <a:noFill/>
          </a:ln>
        </p:spPr>
        <p:txBody>
          <a:bodyPr anchor="ctr"/>
          <a:lstStyle>
            <a:lvl1pPr marL="0" indent="0" algn="l">
              <a:lnSpc>
                <a:spcPct val="100000"/>
              </a:lnSpc>
              <a:spcBef>
                <a:spcPts val="0"/>
              </a:spcBef>
              <a:buNone/>
              <a:defRPr sz="675" b="1" cap="all" baseline="0">
                <a:solidFill>
                  <a:srgbClr val="4D4D4D"/>
                </a:solidFill>
              </a:defRPr>
            </a:lvl1pPr>
            <a:lvl2pPr marL="255985" indent="-127397">
              <a:defRPr sz="750"/>
            </a:lvl2pPr>
            <a:lvl3pPr marL="384572" indent="-128588">
              <a:defRPr sz="750"/>
            </a:lvl3pPr>
            <a:lvl4pPr marL="511969" indent="-127397">
              <a:defRPr sz="750"/>
            </a:lvl4pPr>
            <a:lvl5pPr marL="640556" indent="-128588">
              <a:defRPr sz="750"/>
            </a:lvl5pPr>
          </a:lstStyle>
          <a:p>
            <a:pPr lvl="0"/>
            <a:r>
              <a:rPr lang="en-US"/>
              <a:t>Click to edit Master text styles</a:t>
            </a:r>
          </a:p>
        </p:txBody>
      </p:sp>
      <p:sp>
        <p:nvSpPr>
          <p:cNvPr id="57" name="Text Placeholder 12"/>
          <p:cNvSpPr>
            <a:spLocks noGrp="1"/>
          </p:cNvSpPr>
          <p:nvPr>
            <p:ph type="body" sz="quarter" idx="52"/>
          </p:nvPr>
        </p:nvSpPr>
        <p:spPr>
          <a:xfrm>
            <a:off x="469240" y="4422120"/>
            <a:ext cx="1055427" cy="320040"/>
          </a:xfrm>
          <a:prstGeom prst="rect">
            <a:avLst/>
          </a:prstGeom>
          <a:ln w="6350">
            <a:noFill/>
          </a:ln>
        </p:spPr>
        <p:txBody>
          <a:bodyPr anchor="ctr"/>
          <a:lstStyle>
            <a:lvl1pPr marL="0" indent="0" algn="l">
              <a:lnSpc>
                <a:spcPct val="100000"/>
              </a:lnSpc>
              <a:spcBef>
                <a:spcPts val="0"/>
              </a:spcBef>
              <a:buNone/>
              <a:defRPr sz="675" b="1" cap="all" baseline="0">
                <a:solidFill>
                  <a:srgbClr val="4D4D4D"/>
                </a:solidFill>
              </a:defRPr>
            </a:lvl1pPr>
            <a:lvl2pPr marL="255985" indent="-127397">
              <a:defRPr sz="750"/>
            </a:lvl2pPr>
            <a:lvl3pPr marL="384572" indent="-128588">
              <a:defRPr sz="750"/>
            </a:lvl3pPr>
            <a:lvl4pPr marL="511969" indent="-127397">
              <a:defRPr sz="750"/>
            </a:lvl4pPr>
            <a:lvl5pPr marL="640556" indent="-128588">
              <a:defRPr sz="750"/>
            </a:lvl5pPr>
          </a:lstStyle>
          <a:p>
            <a:pPr lvl="0"/>
            <a:r>
              <a:rPr lang="en-US"/>
              <a:t>Click to edit Master text styles</a:t>
            </a:r>
          </a:p>
        </p:txBody>
      </p:sp>
      <p:sp>
        <p:nvSpPr>
          <p:cNvPr id="58" name="Text Placeholder 12"/>
          <p:cNvSpPr>
            <a:spLocks noGrp="1"/>
          </p:cNvSpPr>
          <p:nvPr>
            <p:ph type="body" sz="quarter" idx="53"/>
          </p:nvPr>
        </p:nvSpPr>
        <p:spPr>
          <a:xfrm>
            <a:off x="469240" y="4787430"/>
            <a:ext cx="1055427" cy="320040"/>
          </a:xfrm>
          <a:prstGeom prst="rect">
            <a:avLst/>
          </a:prstGeom>
          <a:ln w="6350">
            <a:noFill/>
          </a:ln>
        </p:spPr>
        <p:txBody>
          <a:bodyPr anchor="ctr"/>
          <a:lstStyle>
            <a:lvl1pPr marL="0" indent="0" algn="l">
              <a:lnSpc>
                <a:spcPct val="100000"/>
              </a:lnSpc>
              <a:spcBef>
                <a:spcPts val="0"/>
              </a:spcBef>
              <a:buNone/>
              <a:defRPr sz="675" b="1" cap="all" baseline="0">
                <a:solidFill>
                  <a:srgbClr val="4D4D4D"/>
                </a:solidFill>
              </a:defRPr>
            </a:lvl1pPr>
            <a:lvl2pPr marL="255985" indent="-127397">
              <a:defRPr sz="750"/>
            </a:lvl2pPr>
            <a:lvl3pPr marL="384572" indent="-128588">
              <a:defRPr sz="750"/>
            </a:lvl3pPr>
            <a:lvl4pPr marL="511969" indent="-127397">
              <a:defRPr sz="750"/>
            </a:lvl4pPr>
            <a:lvl5pPr marL="640556" indent="-128588">
              <a:defRPr sz="750"/>
            </a:lvl5pPr>
          </a:lstStyle>
          <a:p>
            <a:pPr lvl="0"/>
            <a:r>
              <a:rPr lang="en-US"/>
              <a:t>Click to edit Master text styles</a:t>
            </a:r>
          </a:p>
        </p:txBody>
      </p:sp>
      <p:sp>
        <p:nvSpPr>
          <p:cNvPr id="59" name="Text Placeholder 12"/>
          <p:cNvSpPr>
            <a:spLocks noGrp="1"/>
          </p:cNvSpPr>
          <p:nvPr>
            <p:ph type="body" sz="quarter" idx="54"/>
          </p:nvPr>
        </p:nvSpPr>
        <p:spPr>
          <a:xfrm>
            <a:off x="1562267" y="1531015"/>
            <a:ext cx="649224" cy="228600"/>
          </a:xfrm>
          <a:prstGeom prst="rect">
            <a:avLst/>
          </a:prstGeom>
          <a:ln w="6350">
            <a:noFill/>
          </a:ln>
        </p:spPr>
        <p:txBody>
          <a:bodyPr anchor="ctr"/>
          <a:lstStyle>
            <a:lvl1pPr marL="0" indent="0" algn="ctr">
              <a:lnSpc>
                <a:spcPct val="100000"/>
              </a:lnSpc>
              <a:spcBef>
                <a:spcPts val="0"/>
              </a:spcBef>
              <a:buNone/>
              <a:defRPr sz="675" b="1" cap="all" baseline="0">
                <a:solidFill>
                  <a:srgbClr val="94301C"/>
                </a:solidFill>
              </a:defRPr>
            </a:lvl1pPr>
            <a:lvl2pPr marL="255985" indent="-127397">
              <a:defRPr sz="750"/>
            </a:lvl2pPr>
            <a:lvl3pPr marL="384572" indent="-128588">
              <a:defRPr sz="750"/>
            </a:lvl3pPr>
            <a:lvl4pPr marL="511969" indent="-127397">
              <a:defRPr sz="750"/>
            </a:lvl4pPr>
            <a:lvl5pPr marL="640556" indent="-128588">
              <a:defRPr sz="750"/>
            </a:lvl5pPr>
          </a:lstStyle>
          <a:p>
            <a:pPr lvl="0"/>
            <a:r>
              <a:rPr lang="en-US"/>
              <a:t>Click to edit Master text styles</a:t>
            </a:r>
          </a:p>
        </p:txBody>
      </p:sp>
      <p:sp>
        <p:nvSpPr>
          <p:cNvPr id="60" name="Text Placeholder 12"/>
          <p:cNvSpPr>
            <a:spLocks noGrp="1"/>
          </p:cNvSpPr>
          <p:nvPr>
            <p:ph type="body" sz="quarter" idx="55"/>
          </p:nvPr>
        </p:nvSpPr>
        <p:spPr>
          <a:xfrm>
            <a:off x="2203313" y="1531015"/>
            <a:ext cx="649224" cy="228600"/>
          </a:xfrm>
          <a:prstGeom prst="rect">
            <a:avLst/>
          </a:prstGeom>
          <a:ln w="6350">
            <a:noFill/>
          </a:ln>
        </p:spPr>
        <p:txBody>
          <a:bodyPr anchor="ctr"/>
          <a:lstStyle>
            <a:lvl1pPr marL="0" indent="0" algn="ctr">
              <a:lnSpc>
                <a:spcPct val="100000"/>
              </a:lnSpc>
              <a:spcBef>
                <a:spcPts val="0"/>
              </a:spcBef>
              <a:buNone/>
              <a:defRPr sz="675" b="1" cap="all" baseline="0">
                <a:solidFill>
                  <a:srgbClr val="B01C2E"/>
                </a:solidFill>
              </a:defRPr>
            </a:lvl1pPr>
            <a:lvl2pPr marL="255985" indent="-127397">
              <a:defRPr sz="750"/>
            </a:lvl2pPr>
            <a:lvl3pPr marL="384572" indent="-128588">
              <a:defRPr sz="750"/>
            </a:lvl3pPr>
            <a:lvl4pPr marL="511969" indent="-127397">
              <a:defRPr sz="750"/>
            </a:lvl4pPr>
            <a:lvl5pPr marL="640556" indent="-128588">
              <a:defRPr sz="750"/>
            </a:lvl5pPr>
          </a:lstStyle>
          <a:p>
            <a:pPr lvl="0"/>
            <a:r>
              <a:rPr lang="en-US"/>
              <a:t>Click to edit Master text styles</a:t>
            </a:r>
          </a:p>
        </p:txBody>
      </p:sp>
      <p:sp>
        <p:nvSpPr>
          <p:cNvPr id="61" name="Text Placeholder 12"/>
          <p:cNvSpPr>
            <a:spLocks noGrp="1"/>
          </p:cNvSpPr>
          <p:nvPr>
            <p:ph type="body" sz="quarter" idx="56"/>
          </p:nvPr>
        </p:nvSpPr>
        <p:spPr>
          <a:xfrm>
            <a:off x="2850203" y="1531015"/>
            <a:ext cx="649224" cy="228600"/>
          </a:xfrm>
          <a:prstGeom prst="rect">
            <a:avLst/>
          </a:prstGeom>
          <a:ln w="6350">
            <a:noFill/>
          </a:ln>
        </p:spPr>
        <p:txBody>
          <a:bodyPr anchor="ctr"/>
          <a:lstStyle>
            <a:lvl1pPr marL="0" indent="0" algn="ctr">
              <a:lnSpc>
                <a:spcPct val="100000"/>
              </a:lnSpc>
              <a:spcBef>
                <a:spcPts val="0"/>
              </a:spcBef>
              <a:buNone/>
              <a:defRPr sz="675" b="1" cap="all" baseline="0">
                <a:solidFill>
                  <a:srgbClr val="B01C2E"/>
                </a:solidFill>
              </a:defRPr>
            </a:lvl1pPr>
            <a:lvl2pPr marL="255985" indent="-127397">
              <a:defRPr sz="750"/>
            </a:lvl2pPr>
            <a:lvl3pPr marL="384572" indent="-128588">
              <a:defRPr sz="750"/>
            </a:lvl3pPr>
            <a:lvl4pPr marL="511969" indent="-127397">
              <a:defRPr sz="750"/>
            </a:lvl4pPr>
            <a:lvl5pPr marL="640556" indent="-128588">
              <a:defRPr sz="750"/>
            </a:lvl5pPr>
          </a:lstStyle>
          <a:p>
            <a:pPr lvl="0"/>
            <a:r>
              <a:rPr lang="en-US"/>
              <a:t>Click to edit Master text styles</a:t>
            </a:r>
          </a:p>
        </p:txBody>
      </p:sp>
      <p:sp>
        <p:nvSpPr>
          <p:cNvPr id="62" name="Text Placeholder 12"/>
          <p:cNvSpPr>
            <a:spLocks noGrp="1"/>
          </p:cNvSpPr>
          <p:nvPr>
            <p:ph type="body" sz="quarter" idx="57"/>
          </p:nvPr>
        </p:nvSpPr>
        <p:spPr>
          <a:xfrm>
            <a:off x="3497093" y="1531015"/>
            <a:ext cx="649224" cy="228600"/>
          </a:xfrm>
          <a:prstGeom prst="rect">
            <a:avLst/>
          </a:prstGeom>
          <a:ln w="6350">
            <a:noFill/>
          </a:ln>
        </p:spPr>
        <p:txBody>
          <a:bodyPr anchor="ctr"/>
          <a:lstStyle>
            <a:lvl1pPr marL="0" indent="0" algn="ctr">
              <a:lnSpc>
                <a:spcPct val="100000"/>
              </a:lnSpc>
              <a:spcBef>
                <a:spcPts val="0"/>
              </a:spcBef>
              <a:buNone/>
              <a:defRPr sz="675" b="1" cap="all" baseline="0">
                <a:solidFill>
                  <a:srgbClr val="B01C2E"/>
                </a:solidFill>
              </a:defRPr>
            </a:lvl1pPr>
            <a:lvl2pPr marL="255985" indent="-127397">
              <a:defRPr sz="750"/>
            </a:lvl2pPr>
            <a:lvl3pPr marL="384572" indent="-128588">
              <a:defRPr sz="750"/>
            </a:lvl3pPr>
            <a:lvl4pPr marL="511969" indent="-127397">
              <a:defRPr sz="750"/>
            </a:lvl4pPr>
            <a:lvl5pPr marL="640556" indent="-128588">
              <a:defRPr sz="750"/>
            </a:lvl5pPr>
          </a:lstStyle>
          <a:p>
            <a:pPr lvl="0"/>
            <a:r>
              <a:rPr lang="en-US"/>
              <a:t>Click to edit Master text styles</a:t>
            </a:r>
          </a:p>
        </p:txBody>
      </p:sp>
      <p:sp>
        <p:nvSpPr>
          <p:cNvPr id="63" name="Text Placeholder 12"/>
          <p:cNvSpPr>
            <a:spLocks noGrp="1"/>
          </p:cNvSpPr>
          <p:nvPr>
            <p:ph type="body" sz="quarter" idx="58"/>
          </p:nvPr>
        </p:nvSpPr>
        <p:spPr>
          <a:xfrm>
            <a:off x="4139118" y="1531015"/>
            <a:ext cx="649224" cy="228600"/>
          </a:xfrm>
          <a:prstGeom prst="rect">
            <a:avLst/>
          </a:prstGeom>
          <a:ln w="6350">
            <a:noFill/>
          </a:ln>
        </p:spPr>
        <p:txBody>
          <a:bodyPr anchor="ctr"/>
          <a:lstStyle>
            <a:lvl1pPr marL="0" indent="0" algn="ctr">
              <a:lnSpc>
                <a:spcPct val="100000"/>
              </a:lnSpc>
              <a:spcBef>
                <a:spcPts val="0"/>
              </a:spcBef>
              <a:buNone/>
              <a:defRPr sz="675" b="1" cap="all" baseline="0">
                <a:solidFill>
                  <a:srgbClr val="B01C2E"/>
                </a:solidFill>
              </a:defRPr>
            </a:lvl1pPr>
            <a:lvl2pPr marL="255985" indent="-127397">
              <a:defRPr sz="750"/>
            </a:lvl2pPr>
            <a:lvl3pPr marL="384572" indent="-128588">
              <a:defRPr sz="750"/>
            </a:lvl3pPr>
            <a:lvl4pPr marL="511969" indent="-127397">
              <a:defRPr sz="750"/>
            </a:lvl4pPr>
            <a:lvl5pPr marL="640556" indent="-128588">
              <a:defRPr sz="750"/>
            </a:lvl5pPr>
          </a:lstStyle>
          <a:p>
            <a:pPr lvl="0"/>
            <a:r>
              <a:rPr lang="en-US"/>
              <a:t>Click to edit Master text styles</a:t>
            </a:r>
          </a:p>
        </p:txBody>
      </p:sp>
      <p:sp>
        <p:nvSpPr>
          <p:cNvPr id="64" name="Text Placeholder 12"/>
          <p:cNvSpPr>
            <a:spLocks noGrp="1"/>
          </p:cNvSpPr>
          <p:nvPr>
            <p:ph type="body" sz="quarter" idx="59"/>
          </p:nvPr>
        </p:nvSpPr>
        <p:spPr>
          <a:xfrm>
            <a:off x="4795736" y="1531015"/>
            <a:ext cx="649224" cy="228600"/>
          </a:xfrm>
          <a:prstGeom prst="rect">
            <a:avLst/>
          </a:prstGeom>
          <a:ln w="6350">
            <a:noFill/>
          </a:ln>
        </p:spPr>
        <p:txBody>
          <a:bodyPr anchor="ctr"/>
          <a:lstStyle>
            <a:lvl1pPr marL="0" indent="0" algn="ctr">
              <a:lnSpc>
                <a:spcPct val="100000"/>
              </a:lnSpc>
              <a:spcBef>
                <a:spcPts val="0"/>
              </a:spcBef>
              <a:buNone/>
              <a:defRPr sz="675" b="1" cap="all" baseline="0">
                <a:solidFill>
                  <a:srgbClr val="B01C2E"/>
                </a:solidFill>
              </a:defRPr>
            </a:lvl1pPr>
            <a:lvl2pPr marL="255985" indent="-127397">
              <a:defRPr sz="750"/>
            </a:lvl2pPr>
            <a:lvl3pPr marL="384572" indent="-128588">
              <a:defRPr sz="750"/>
            </a:lvl3pPr>
            <a:lvl4pPr marL="511969" indent="-127397">
              <a:defRPr sz="750"/>
            </a:lvl4pPr>
            <a:lvl5pPr marL="640556" indent="-128588">
              <a:defRPr sz="750"/>
            </a:lvl5pPr>
          </a:lstStyle>
          <a:p>
            <a:pPr lvl="0"/>
            <a:r>
              <a:rPr lang="en-US"/>
              <a:t>Click to edit Master text styles</a:t>
            </a:r>
          </a:p>
        </p:txBody>
      </p:sp>
      <p:sp>
        <p:nvSpPr>
          <p:cNvPr id="65" name="Text Placeholder 12"/>
          <p:cNvSpPr>
            <a:spLocks noGrp="1"/>
          </p:cNvSpPr>
          <p:nvPr>
            <p:ph type="body" sz="quarter" idx="60"/>
          </p:nvPr>
        </p:nvSpPr>
        <p:spPr>
          <a:xfrm>
            <a:off x="5437760" y="1531015"/>
            <a:ext cx="649224" cy="228600"/>
          </a:xfrm>
          <a:prstGeom prst="rect">
            <a:avLst/>
          </a:prstGeom>
          <a:ln w="6350">
            <a:noFill/>
          </a:ln>
        </p:spPr>
        <p:txBody>
          <a:bodyPr anchor="ctr"/>
          <a:lstStyle>
            <a:lvl1pPr marL="0" indent="0" algn="ctr">
              <a:lnSpc>
                <a:spcPct val="100000"/>
              </a:lnSpc>
              <a:spcBef>
                <a:spcPts val="0"/>
              </a:spcBef>
              <a:buNone/>
              <a:defRPr sz="675" b="1" cap="all" baseline="0">
                <a:solidFill>
                  <a:srgbClr val="B01C2E"/>
                </a:solidFill>
              </a:defRPr>
            </a:lvl1pPr>
            <a:lvl2pPr marL="255985" indent="-127397">
              <a:defRPr sz="750"/>
            </a:lvl2pPr>
            <a:lvl3pPr marL="384572" indent="-128588">
              <a:defRPr sz="750"/>
            </a:lvl3pPr>
            <a:lvl4pPr marL="511969" indent="-127397">
              <a:defRPr sz="750"/>
            </a:lvl4pPr>
            <a:lvl5pPr marL="640556" indent="-128588">
              <a:defRPr sz="750"/>
            </a:lvl5pPr>
          </a:lstStyle>
          <a:p>
            <a:pPr lvl="0"/>
            <a:r>
              <a:rPr lang="en-US"/>
              <a:t>Click to edit Master text styles</a:t>
            </a:r>
          </a:p>
        </p:txBody>
      </p:sp>
      <p:sp>
        <p:nvSpPr>
          <p:cNvPr id="66" name="Text Placeholder 12"/>
          <p:cNvSpPr>
            <a:spLocks noGrp="1"/>
          </p:cNvSpPr>
          <p:nvPr>
            <p:ph type="body" sz="quarter" idx="61"/>
          </p:nvPr>
        </p:nvSpPr>
        <p:spPr>
          <a:xfrm>
            <a:off x="6084650" y="1531015"/>
            <a:ext cx="649224" cy="228600"/>
          </a:xfrm>
          <a:prstGeom prst="rect">
            <a:avLst/>
          </a:prstGeom>
          <a:ln w="6350">
            <a:noFill/>
          </a:ln>
        </p:spPr>
        <p:txBody>
          <a:bodyPr anchor="ctr"/>
          <a:lstStyle>
            <a:lvl1pPr marL="0" indent="0" algn="ctr">
              <a:lnSpc>
                <a:spcPct val="100000"/>
              </a:lnSpc>
              <a:spcBef>
                <a:spcPts val="0"/>
              </a:spcBef>
              <a:buNone/>
              <a:defRPr sz="675" b="1" cap="all" baseline="0">
                <a:solidFill>
                  <a:srgbClr val="B01C2E"/>
                </a:solidFill>
              </a:defRPr>
            </a:lvl1pPr>
            <a:lvl2pPr marL="255985" indent="-127397">
              <a:defRPr sz="750"/>
            </a:lvl2pPr>
            <a:lvl3pPr marL="384572" indent="-128588">
              <a:defRPr sz="750"/>
            </a:lvl3pPr>
            <a:lvl4pPr marL="511969" indent="-127397">
              <a:defRPr sz="750"/>
            </a:lvl4pPr>
            <a:lvl5pPr marL="640556" indent="-128588">
              <a:defRPr sz="750"/>
            </a:lvl5pPr>
          </a:lstStyle>
          <a:p>
            <a:pPr lvl="0"/>
            <a:r>
              <a:rPr lang="en-US"/>
              <a:t>Click to edit Master text styles</a:t>
            </a:r>
          </a:p>
        </p:txBody>
      </p:sp>
      <p:sp>
        <p:nvSpPr>
          <p:cNvPr id="67" name="Text Placeholder 12"/>
          <p:cNvSpPr>
            <a:spLocks noGrp="1"/>
          </p:cNvSpPr>
          <p:nvPr>
            <p:ph type="body" sz="quarter" idx="62"/>
          </p:nvPr>
        </p:nvSpPr>
        <p:spPr>
          <a:xfrm>
            <a:off x="6731540" y="1531015"/>
            <a:ext cx="649224" cy="228600"/>
          </a:xfrm>
          <a:prstGeom prst="rect">
            <a:avLst/>
          </a:prstGeom>
          <a:ln w="6350">
            <a:noFill/>
          </a:ln>
        </p:spPr>
        <p:txBody>
          <a:bodyPr anchor="ctr"/>
          <a:lstStyle>
            <a:lvl1pPr marL="0" indent="0" algn="ctr">
              <a:lnSpc>
                <a:spcPct val="100000"/>
              </a:lnSpc>
              <a:spcBef>
                <a:spcPts val="0"/>
              </a:spcBef>
              <a:buNone/>
              <a:defRPr sz="675" b="1" cap="all" baseline="0">
                <a:solidFill>
                  <a:srgbClr val="B01C2E"/>
                </a:solidFill>
              </a:defRPr>
            </a:lvl1pPr>
            <a:lvl2pPr marL="255985" indent="-127397">
              <a:defRPr sz="750"/>
            </a:lvl2pPr>
            <a:lvl3pPr marL="384572" indent="-128588">
              <a:defRPr sz="750"/>
            </a:lvl3pPr>
            <a:lvl4pPr marL="511969" indent="-127397">
              <a:defRPr sz="750"/>
            </a:lvl4pPr>
            <a:lvl5pPr marL="640556" indent="-128588">
              <a:defRPr sz="750"/>
            </a:lvl5pPr>
          </a:lstStyle>
          <a:p>
            <a:pPr lvl="0"/>
            <a:r>
              <a:rPr lang="en-US"/>
              <a:t>Click to edit Master text styles</a:t>
            </a:r>
          </a:p>
        </p:txBody>
      </p:sp>
      <p:sp>
        <p:nvSpPr>
          <p:cNvPr id="68" name="Text Placeholder 12"/>
          <p:cNvSpPr>
            <a:spLocks noGrp="1"/>
          </p:cNvSpPr>
          <p:nvPr>
            <p:ph type="body" sz="quarter" idx="63"/>
          </p:nvPr>
        </p:nvSpPr>
        <p:spPr>
          <a:xfrm>
            <a:off x="7383292" y="1531015"/>
            <a:ext cx="649224" cy="228600"/>
          </a:xfrm>
          <a:prstGeom prst="rect">
            <a:avLst/>
          </a:prstGeom>
          <a:ln w="6350">
            <a:noFill/>
          </a:ln>
        </p:spPr>
        <p:txBody>
          <a:bodyPr anchor="ctr"/>
          <a:lstStyle>
            <a:lvl1pPr marL="0" indent="0" algn="ctr">
              <a:lnSpc>
                <a:spcPct val="100000"/>
              </a:lnSpc>
              <a:spcBef>
                <a:spcPts val="0"/>
              </a:spcBef>
              <a:buNone/>
              <a:defRPr sz="675" b="1" cap="all" baseline="0">
                <a:solidFill>
                  <a:srgbClr val="B01C2E"/>
                </a:solidFill>
              </a:defRPr>
            </a:lvl1pPr>
            <a:lvl2pPr marL="255985" indent="-127397">
              <a:defRPr sz="750"/>
            </a:lvl2pPr>
            <a:lvl3pPr marL="384572" indent="-128588">
              <a:defRPr sz="750"/>
            </a:lvl3pPr>
            <a:lvl4pPr marL="511969" indent="-127397">
              <a:defRPr sz="750"/>
            </a:lvl4pPr>
            <a:lvl5pPr marL="640556" indent="-128588">
              <a:defRPr sz="750"/>
            </a:lvl5pPr>
          </a:lstStyle>
          <a:p>
            <a:pPr lvl="0"/>
            <a:r>
              <a:rPr lang="en-US"/>
              <a:t>Click to edit Master text styles</a:t>
            </a:r>
          </a:p>
        </p:txBody>
      </p:sp>
      <p:sp>
        <p:nvSpPr>
          <p:cNvPr id="69" name="Text Placeholder 12"/>
          <p:cNvSpPr>
            <a:spLocks noGrp="1"/>
          </p:cNvSpPr>
          <p:nvPr>
            <p:ph type="body" sz="quarter" idx="64"/>
          </p:nvPr>
        </p:nvSpPr>
        <p:spPr>
          <a:xfrm>
            <a:off x="8025318" y="1531015"/>
            <a:ext cx="649224" cy="228600"/>
          </a:xfrm>
          <a:prstGeom prst="rect">
            <a:avLst/>
          </a:prstGeom>
          <a:ln w="6350">
            <a:noFill/>
          </a:ln>
        </p:spPr>
        <p:txBody>
          <a:bodyPr anchor="ctr"/>
          <a:lstStyle>
            <a:lvl1pPr marL="0" indent="0" algn="ctr">
              <a:lnSpc>
                <a:spcPct val="100000"/>
              </a:lnSpc>
              <a:spcBef>
                <a:spcPts val="0"/>
              </a:spcBef>
              <a:buNone/>
              <a:defRPr sz="675" b="1" cap="all" baseline="0">
                <a:solidFill>
                  <a:srgbClr val="B01C2E"/>
                </a:solidFill>
              </a:defRPr>
            </a:lvl1pPr>
            <a:lvl2pPr marL="255985" indent="-127397">
              <a:defRPr sz="750"/>
            </a:lvl2pPr>
            <a:lvl3pPr marL="384572" indent="-128588">
              <a:defRPr sz="750"/>
            </a:lvl3pPr>
            <a:lvl4pPr marL="511969" indent="-127397">
              <a:defRPr sz="750"/>
            </a:lvl4pPr>
            <a:lvl5pPr marL="640556" indent="-128588">
              <a:defRPr sz="750"/>
            </a:lvl5pPr>
          </a:lstStyle>
          <a:p>
            <a:pPr lvl="0"/>
            <a:r>
              <a:rPr lang="en-US"/>
              <a:t>Click to edit Master text styles</a:t>
            </a:r>
          </a:p>
        </p:txBody>
      </p:sp>
      <p:sp>
        <p:nvSpPr>
          <p:cNvPr id="179" name="Text Placeholder 178"/>
          <p:cNvSpPr>
            <a:spLocks noGrp="1"/>
          </p:cNvSpPr>
          <p:nvPr>
            <p:ph type="body" sz="quarter" idx="65"/>
          </p:nvPr>
        </p:nvSpPr>
        <p:spPr>
          <a:xfrm>
            <a:off x="1546225" y="2321700"/>
            <a:ext cx="914400" cy="137160"/>
          </a:xfrm>
          <a:prstGeom prst="rect">
            <a:avLst/>
          </a:prstGeom>
          <a:solidFill>
            <a:srgbClr val="B01C2E"/>
          </a:solidFill>
        </p:spPr>
        <p:txBody>
          <a:bodyPr lIns="0" tIns="0" rIns="0" bIns="0" anchor="ctr" anchorCtr="0"/>
          <a:lstStyle>
            <a:lvl1pPr>
              <a:buNone/>
              <a:defRPr sz="450">
                <a:solidFill>
                  <a:srgbClr val="FFFFFF"/>
                </a:solidFill>
              </a:defRPr>
            </a:lvl1pPr>
          </a:lstStyle>
          <a:p>
            <a:pPr lvl="0"/>
            <a:r>
              <a:rPr lang="en-US"/>
              <a:t>Click to edit Master text styles</a:t>
            </a:r>
          </a:p>
        </p:txBody>
      </p:sp>
      <p:sp>
        <p:nvSpPr>
          <p:cNvPr id="180" name="Text Placeholder 178"/>
          <p:cNvSpPr>
            <a:spLocks noGrp="1"/>
          </p:cNvSpPr>
          <p:nvPr>
            <p:ph type="body" sz="quarter" idx="66"/>
          </p:nvPr>
        </p:nvSpPr>
        <p:spPr>
          <a:xfrm>
            <a:off x="1546225" y="2687010"/>
            <a:ext cx="1828800" cy="137160"/>
          </a:xfrm>
          <a:prstGeom prst="rect">
            <a:avLst/>
          </a:prstGeom>
          <a:solidFill>
            <a:srgbClr val="B01C2E"/>
          </a:solidFill>
        </p:spPr>
        <p:txBody>
          <a:bodyPr lIns="0" tIns="0" rIns="0" bIns="0" anchor="ctr" anchorCtr="0"/>
          <a:lstStyle>
            <a:lvl1pPr>
              <a:buNone/>
              <a:defRPr sz="450">
                <a:solidFill>
                  <a:srgbClr val="FFFFFF"/>
                </a:solidFill>
              </a:defRPr>
            </a:lvl1pPr>
          </a:lstStyle>
          <a:p>
            <a:pPr lvl="0"/>
            <a:r>
              <a:rPr lang="en-US"/>
              <a:t>Click to edit Master text styles</a:t>
            </a:r>
          </a:p>
        </p:txBody>
      </p:sp>
      <p:sp>
        <p:nvSpPr>
          <p:cNvPr id="181" name="Text Placeholder 178"/>
          <p:cNvSpPr>
            <a:spLocks noGrp="1"/>
          </p:cNvSpPr>
          <p:nvPr>
            <p:ph type="body" sz="quarter" idx="67"/>
          </p:nvPr>
        </p:nvSpPr>
        <p:spPr>
          <a:xfrm>
            <a:off x="1546225" y="3052320"/>
            <a:ext cx="2743200" cy="137160"/>
          </a:xfrm>
          <a:prstGeom prst="rect">
            <a:avLst/>
          </a:prstGeom>
          <a:solidFill>
            <a:srgbClr val="B01C2E"/>
          </a:solidFill>
        </p:spPr>
        <p:txBody>
          <a:bodyPr lIns="0" tIns="0" rIns="0" bIns="0" anchor="ctr" anchorCtr="0"/>
          <a:lstStyle>
            <a:lvl1pPr>
              <a:buNone/>
              <a:defRPr sz="450">
                <a:solidFill>
                  <a:srgbClr val="FFFFFF"/>
                </a:solidFill>
              </a:defRPr>
            </a:lvl1pPr>
          </a:lstStyle>
          <a:p>
            <a:pPr lvl="0"/>
            <a:r>
              <a:rPr lang="en-US"/>
              <a:t>Click to edit Master text styles</a:t>
            </a:r>
          </a:p>
        </p:txBody>
      </p:sp>
      <p:sp>
        <p:nvSpPr>
          <p:cNvPr id="182" name="Text Placeholder 178"/>
          <p:cNvSpPr>
            <a:spLocks noGrp="1"/>
          </p:cNvSpPr>
          <p:nvPr>
            <p:ph type="body" sz="quarter" idx="68"/>
          </p:nvPr>
        </p:nvSpPr>
        <p:spPr>
          <a:xfrm>
            <a:off x="1546225" y="3417630"/>
            <a:ext cx="3657600" cy="137160"/>
          </a:xfrm>
          <a:prstGeom prst="rect">
            <a:avLst/>
          </a:prstGeom>
          <a:solidFill>
            <a:srgbClr val="B01C2E"/>
          </a:solidFill>
        </p:spPr>
        <p:txBody>
          <a:bodyPr lIns="0" tIns="0" rIns="0" bIns="0" anchor="ctr" anchorCtr="0"/>
          <a:lstStyle>
            <a:lvl1pPr>
              <a:buNone/>
              <a:defRPr sz="450">
                <a:solidFill>
                  <a:srgbClr val="FFFFFF"/>
                </a:solidFill>
              </a:defRPr>
            </a:lvl1pPr>
          </a:lstStyle>
          <a:p>
            <a:pPr lvl="0"/>
            <a:r>
              <a:rPr lang="en-US"/>
              <a:t>Click to edit Master text styles</a:t>
            </a:r>
          </a:p>
        </p:txBody>
      </p:sp>
      <p:sp>
        <p:nvSpPr>
          <p:cNvPr id="183" name="Text Placeholder 178"/>
          <p:cNvSpPr>
            <a:spLocks noGrp="1"/>
          </p:cNvSpPr>
          <p:nvPr>
            <p:ph type="body" sz="quarter" idx="69"/>
          </p:nvPr>
        </p:nvSpPr>
        <p:spPr>
          <a:xfrm>
            <a:off x="1546225" y="3782940"/>
            <a:ext cx="4572000" cy="137160"/>
          </a:xfrm>
          <a:prstGeom prst="rect">
            <a:avLst/>
          </a:prstGeom>
          <a:solidFill>
            <a:srgbClr val="B01C2E"/>
          </a:solidFill>
        </p:spPr>
        <p:txBody>
          <a:bodyPr lIns="0" tIns="0" rIns="0" bIns="0" anchor="ctr" anchorCtr="0"/>
          <a:lstStyle>
            <a:lvl1pPr>
              <a:buNone/>
              <a:defRPr sz="450">
                <a:solidFill>
                  <a:srgbClr val="FFFFFF"/>
                </a:solidFill>
              </a:defRPr>
            </a:lvl1pPr>
          </a:lstStyle>
          <a:p>
            <a:pPr lvl="0"/>
            <a:r>
              <a:rPr lang="en-US"/>
              <a:t>Click to edit Master text styles</a:t>
            </a:r>
          </a:p>
        </p:txBody>
      </p:sp>
      <p:sp>
        <p:nvSpPr>
          <p:cNvPr id="184" name="Text Placeholder 178"/>
          <p:cNvSpPr>
            <a:spLocks noGrp="1"/>
          </p:cNvSpPr>
          <p:nvPr>
            <p:ph type="body" sz="quarter" idx="70"/>
          </p:nvPr>
        </p:nvSpPr>
        <p:spPr>
          <a:xfrm>
            <a:off x="1546225" y="4148250"/>
            <a:ext cx="914400" cy="137160"/>
          </a:xfrm>
          <a:prstGeom prst="rect">
            <a:avLst/>
          </a:prstGeom>
          <a:solidFill>
            <a:srgbClr val="B01C2E"/>
          </a:solidFill>
        </p:spPr>
        <p:txBody>
          <a:bodyPr lIns="0" tIns="0" rIns="0" bIns="0" anchor="ctr" anchorCtr="0"/>
          <a:lstStyle>
            <a:lvl1pPr>
              <a:buNone/>
              <a:defRPr sz="450">
                <a:solidFill>
                  <a:srgbClr val="FFFFFF"/>
                </a:solidFill>
              </a:defRPr>
            </a:lvl1pPr>
          </a:lstStyle>
          <a:p>
            <a:pPr lvl="0"/>
            <a:r>
              <a:rPr lang="en-US"/>
              <a:t>Click to edit Master text styles</a:t>
            </a:r>
          </a:p>
        </p:txBody>
      </p:sp>
      <p:sp>
        <p:nvSpPr>
          <p:cNvPr id="185" name="Text Placeholder 178"/>
          <p:cNvSpPr>
            <a:spLocks noGrp="1"/>
          </p:cNvSpPr>
          <p:nvPr>
            <p:ph type="body" sz="quarter" idx="71"/>
          </p:nvPr>
        </p:nvSpPr>
        <p:spPr>
          <a:xfrm>
            <a:off x="1546225" y="4513560"/>
            <a:ext cx="1828800" cy="137160"/>
          </a:xfrm>
          <a:prstGeom prst="rect">
            <a:avLst/>
          </a:prstGeom>
          <a:solidFill>
            <a:srgbClr val="B01C2E"/>
          </a:solidFill>
        </p:spPr>
        <p:txBody>
          <a:bodyPr lIns="0" tIns="0" rIns="0" bIns="0" anchor="ctr" anchorCtr="0"/>
          <a:lstStyle>
            <a:lvl1pPr>
              <a:buNone/>
              <a:defRPr sz="450">
                <a:solidFill>
                  <a:srgbClr val="FFFFFF"/>
                </a:solidFill>
              </a:defRPr>
            </a:lvl1pPr>
          </a:lstStyle>
          <a:p>
            <a:pPr lvl="0"/>
            <a:r>
              <a:rPr lang="en-US"/>
              <a:t>Click to edit Master text styles</a:t>
            </a:r>
          </a:p>
        </p:txBody>
      </p:sp>
      <p:sp>
        <p:nvSpPr>
          <p:cNvPr id="186" name="Text Placeholder 178"/>
          <p:cNvSpPr>
            <a:spLocks noGrp="1"/>
          </p:cNvSpPr>
          <p:nvPr>
            <p:ph type="body" sz="quarter" idx="72"/>
          </p:nvPr>
        </p:nvSpPr>
        <p:spPr>
          <a:xfrm>
            <a:off x="1546225" y="4878870"/>
            <a:ext cx="2743200" cy="137160"/>
          </a:xfrm>
          <a:prstGeom prst="rect">
            <a:avLst/>
          </a:prstGeom>
          <a:solidFill>
            <a:srgbClr val="B01C2E"/>
          </a:solidFill>
        </p:spPr>
        <p:txBody>
          <a:bodyPr lIns="0" tIns="0" rIns="0" bIns="0" anchor="ctr" anchorCtr="0"/>
          <a:lstStyle>
            <a:lvl1pPr>
              <a:buNone/>
              <a:defRPr sz="450">
                <a:solidFill>
                  <a:srgbClr val="FFFFFF"/>
                </a:solidFill>
              </a:defRPr>
            </a:lvl1pPr>
          </a:lstStyle>
          <a:p>
            <a:pPr lvl="0"/>
            <a:r>
              <a:rPr lang="en-US"/>
              <a:t>Click to edit Master text styles</a:t>
            </a:r>
          </a:p>
        </p:txBody>
      </p:sp>
      <p:sp>
        <p:nvSpPr>
          <p:cNvPr id="187" name="Text Placeholder 178"/>
          <p:cNvSpPr>
            <a:spLocks noGrp="1"/>
          </p:cNvSpPr>
          <p:nvPr>
            <p:ph type="body" sz="quarter" idx="73"/>
          </p:nvPr>
        </p:nvSpPr>
        <p:spPr>
          <a:xfrm>
            <a:off x="1546225" y="5244182"/>
            <a:ext cx="3657600" cy="137160"/>
          </a:xfrm>
          <a:prstGeom prst="rect">
            <a:avLst/>
          </a:prstGeom>
          <a:solidFill>
            <a:srgbClr val="B01C2E"/>
          </a:solidFill>
        </p:spPr>
        <p:txBody>
          <a:bodyPr lIns="0" tIns="0" rIns="0" bIns="0" anchor="ctr" anchorCtr="0"/>
          <a:lstStyle>
            <a:lvl1pPr>
              <a:buNone/>
              <a:defRPr sz="450">
                <a:solidFill>
                  <a:srgbClr val="FFFFFF"/>
                </a:solidFill>
              </a:defRPr>
            </a:lvl1pPr>
          </a:lstStyle>
          <a:p>
            <a:pPr lvl="0"/>
            <a:r>
              <a:rPr lang="en-US"/>
              <a:t>Click to edit Master text styles</a:t>
            </a:r>
          </a:p>
        </p:txBody>
      </p:sp>
      <p:sp>
        <p:nvSpPr>
          <p:cNvPr id="188" name="Text Placeholder 178"/>
          <p:cNvSpPr>
            <a:spLocks noGrp="1"/>
          </p:cNvSpPr>
          <p:nvPr>
            <p:ph type="body" sz="quarter" idx="74"/>
          </p:nvPr>
        </p:nvSpPr>
        <p:spPr>
          <a:xfrm>
            <a:off x="3436620" y="5562600"/>
            <a:ext cx="137160" cy="137160"/>
          </a:xfrm>
          <a:prstGeom prst="flowChartExtract">
            <a:avLst/>
          </a:prstGeom>
          <a:solidFill>
            <a:srgbClr val="B01C2E"/>
          </a:solidFill>
          <a:ln>
            <a:solidFill>
              <a:srgbClr val="B01C2E"/>
            </a:solidFill>
          </a:ln>
        </p:spPr>
        <p:txBody>
          <a:bodyPr/>
          <a:lstStyle>
            <a:lvl1pPr>
              <a:buNone/>
              <a:defRPr sz="600">
                <a:solidFill>
                  <a:srgbClr val="FFFFFF"/>
                </a:solidFill>
              </a:defRPr>
            </a:lvl1pPr>
          </a:lstStyle>
          <a:p>
            <a:pPr lvl="0"/>
            <a:r>
              <a:rPr lang="en-US"/>
              <a:t>Click to edit Master text styles</a:t>
            </a:r>
          </a:p>
        </p:txBody>
      </p:sp>
      <p:sp>
        <p:nvSpPr>
          <p:cNvPr id="190" name="Text Placeholder 12"/>
          <p:cNvSpPr>
            <a:spLocks noGrp="1"/>
          </p:cNvSpPr>
          <p:nvPr>
            <p:ph type="body" sz="quarter" idx="76"/>
          </p:nvPr>
        </p:nvSpPr>
        <p:spPr>
          <a:xfrm>
            <a:off x="3048000" y="5817472"/>
            <a:ext cx="914400" cy="228600"/>
          </a:xfrm>
          <a:prstGeom prst="rect">
            <a:avLst/>
          </a:prstGeom>
          <a:ln w="6350">
            <a:noFill/>
          </a:ln>
        </p:spPr>
        <p:txBody>
          <a:bodyPr anchor="ctr"/>
          <a:lstStyle>
            <a:lvl1pPr marL="0" indent="0" algn="ctr">
              <a:lnSpc>
                <a:spcPct val="100000"/>
              </a:lnSpc>
              <a:spcBef>
                <a:spcPts val="0"/>
              </a:spcBef>
              <a:buNone/>
              <a:defRPr sz="675" b="1" cap="all" baseline="0">
                <a:solidFill>
                  <a:srgbClr val="4D4D4D"/>
                </a:solidFill>
              </a:defRPr>
            </a:lvl1pPr>
            <a:lvl2pPr marL="255985" indent="-127397">
              <a:defRPr sz="750"/>
            </a:lvl2pPr>
            <a:lvl3pPr marL="384572" indent="-128588">
              <a:defRPr sz="750"/>
            </a:lvl3pPr>
            <a:lvl4pPr marL="511969" indent="-127397">
              <a:defRPr sz="750"/>
            </a:lvl4pPr>
            <a:lvl5pPr marL="640556" indent="-128588">
              <a:defRPr sz="750"/>
            </a:lvl5pPr>
          </a:lstStyle>
          <a:p>
            <a:pPr lvl="0"/>
            <a:r>
              <a:rPr lang="en-US"/>
              <a:t>Click to edit Master text styles</a:t>
            </a:r>
          </a:p>
        </p:txBody>
      </p:sp>
      <p:sp>
        <p:nvSpPr>
          <p:cNvPr id="191" name="Text Placeholder 178"/>
          <p:cNvSpPr>
            <a:spLocks noGrp="1"/>
          </p:cNvSpPr>
          <p:nvPr>
            <p:ph type="body" sz="quarter" idx="77"/>
          </p:nvPr>
        </p:nvSpPr>
        <p:spPr>
          <a:xfrm>
            <a:off x="5355067" y="5562600"/>
            <a:ext cx="137160" cy="137160"/>
          </a:xfrm>
          <a:prstGeom prst="flowChartExtract">
            <a:avLst/>
          </a:prstGeom>
          <a:solidFill>
            <a:srgbClr val="B01C2E"/>
          </a:solidFill>
          <a:ln>
            <a:solidFill>
              <a:srgbClr val="B01C2E"/>
            </a:solidFill>
          </a:ln>
        </p:spPr>
        <p:txBody>
          <a:bodyPr/>
          <a:lstStyle>
            <a:lvl1pPr>
              <a:buNone/>
              <a:defRPr sz="600">
                <a:solidFill>
                  <a:srgbClr val="FFFFFF"/>
                </a:solidFill>
              </a:defRPr>
            </a:lvl1pPr>
          </a:lstStyle>
          <a:p>
            <a:pPr lvl="0"/>
            <a:r>
              <a:rPr lang="en-US"/>
              <a:t>Click to edit Master text styles</a:t>
            </a:r>
          </a:p>
        </p:txBody>
      </p:sp>
      <p:sp>
        <p:nvSpPr>
          <p:cNvPr id="192" name="Text Placeholder 12"/>
          <p:cNvSpPr>
            <a:spLocks noGrp="1"/>
          </p:cNvSpPr>
          <p:nvPr>
            <p:ph type="body" sz="quarter" idx="78"/>
          </p:nvPr>
        </p:nvSpPr>
        <p:spPr>
          <a:xfrm>
            <a:off x="4966447" y="5817472"/>
            <a:ext cx="914400" cy="228600"/>
          </a:xfrm>
          <a:prstGeom prst="rect">
            <a:avLst/>
          </a:prstGeom>
          <a:ln w="6350">
            <a:noFill/>
          </a:ln>
        </p:spPr>
        <p:txBody>
          <a:bodyPr anchor="ctr"/>
          <a:lstStyle>
            <a:lvl1pPr marL="0" indent="0" algn="ctr">
              <a:lnSpc>
                <a:spcPct val="100000"/>
              </a:lnSpc>
              <a:spcBef>
                <a:spcPts val="0"/>
              </a:spcBef>
              <a:buNone/>
              <a:defRPr sz="675" b="1" cap="all" baseline="0">
                <a:solidFill>
                  <a:srgbClr val="4D4D4D"/>
                </a:solidFill>
              </a:defRPr>
            </a:lvl1pPr>
            <a:lvl2pPr marL="255985" indent="-127397">
              <a:defRPr sz="750"/>
            </a:lvl2pPr>
            <a:lvl3pPr marL="384572" indent="-128588">
              <a:defRPr sz="750"/>
            </a:lvl3pPr>
            <a:lvl4pPr marL="511969" indent="-127397">
              <a:defRPr sz="750"/>
            </a:lvl4pPr>
            <a:lvl5pPr marL="640556" indent="-128588">
              <a:defRPr sz="750"/>
            </a:lvl5pPr>
          </a:lstStyle>
          <a:p>
            <a:pPr lvl="0"/>
            <a:r>
              <a:rPr lang="en-US"/>
              <a:t>Click to edit Master text styles</a:t>
            </a:r>
          </a:p>
        </p:txBody>
      </p:sp>
      <p:sp>
        <p:nvSpPr>
          <p:cNvPr id="78" name="Rectangle 2"/>
          <p:cNvSpPr>
            <a:spLocks noGrp="1" noChangeArrowheads="1"/>
          </p:cNvSpPr>
          <p:nvPr>
            <p:ph type="title"/>
          </p:nvPr>
        </p:nvSpPr>
        <p:spPr bwMode="gray">
          <a:xfrm>
            <a:off x="452441" y="2"/>
            <a:ext cx="8239125" cy="898525"/>
          </a:xfrm>
          <a:prstGeom prst="rect">
            <a:avLst/>
          </a:prstGeom>
          <a:noFill/>
          <a:ln w="9525">
            <a:noFill/>
            <a:miter lim="800000"/>
            <a:headEnd/>
            <a:tailEnd/>
          </a:ln>
        </p:spPr>
        <p:txBody>
          <a:bodyPr vert="horz" wrap="square" lIns="0" tIns="0" rIns="0" bIns="0" numCol="1" anchor="b" anchorCtr="0" compatLnSpc="1">
            <a:prstTxWarp prst="textNoShape">
              <a:avLst/>
            </a:prstTxWarp>
          </a:bodyPr>
          <a:lstStyle>
            <a:lvl1pPr algn="l">
              <a:defRPr sz="1650"/>
            </a:lvl1pPr>
          </a:lstStyle>
          <a:p>
            <a:pPr lvl="0"/>
            <a:r>
              <a:rPr lang="en-US"/>
              <a:t>Click to edit Master title style</a:t>
            </a:r>
            <a:endParaRPr lang="en-US" dirty="0"/>
          </a:p>
        </p:txBody>
      </p:sp>
      <p:sp>
        <p:nvSpPr>
          <p:cNvPr id="101" name="Slide Number Placeholder 9"/>
          <p:cNvSpPr>
            <a:spLocks noGrp="1"/>
          </p:cNvSpPr>
          <p:nvPr>
            <p:ph type="sldNum" sz="quarter" idx="79"/>
          </p:nvPr>
        </p:nvSpPr>
        <p:spPr/>
        <p:txBody>
          <a:bodyPr/>
          <a:lstStyle>
            <a:lvl1pPr>
              <a:defRPr/>
            </a:lvl1pPr>
          </a:lstStyle>
          <a:p>
            <a:fld id="{D003C6ED-C4A5-154D-A951-DFA096D6467B}" type="slidenum">
              <a:rPr lang="en-US" altLang="en-US"/>
              <a:pPr/>
              <a:t>‹#›</a:t>
            </a:fld>
            <a:endParaRPr lang="en-US" altLang="en-US"/>
          </a:p>
        </p:txBody>
      </p:sp>
      <p:sp>
        <p:nvSpPr>
          <p:cNvPr id="102" name="Footer Placeholder 79"/>
          <p:cNvSpPr>
            <a:spLocks noGrp="1"/>
          </p:cNvSpPr>
          <p:nvPr>
            <p:ph type="ftr" sz="quarter" idx="80"/>
          </p:nvPr>
        </p:nvSpPr>
        <p:spPr/>
        <p:txBody>
          <a:bodyPr/>
          <a:lstStyle>
            <a:lvl1pPr>
              <a:defRPr smtClean="0"/>
            </a:lvl1pPr>
          </a:lstStyle>
          <a:p>
            <a:pPr>
              <a:defRPr/>
            </a:pPr>
            <a:r>
              <a:rPr lang="en-US"/>
              <a:t>Ethical Debates, Econ Theories, Real-World Impacts</a:t>
            </a:r>
          </a:p>
        </p:txBody>
      </p:sp>
    </p:spTree>
  </p:cSld>
  <p:clrMapOvr>
    <a:masterClrMapping/>
  </p:clrMapOvr>
</p:sldLayout>
</file>

<file path=ppt/slideLayouts/slideLayout41.xml><?xml version="1.0" encoding="utf-8"?>
<p:sldLayout xmlns:a="http://schemas.openxmlformats.org/drawingml/2006/main" xmlns:r="http://schemas.openxmlformats.org/officeDocument/2006/relationships" xmlns:p="http://schemas.openxmlformats.org/presentationml/2006/main" preserve="1" userDrawn="1">
  <p:cSld name="Picture">
    <p:spTree>
      <p:nvGrpSpPr>
        <p:cNvPr id="1" name=""/>
        <p:cNvGrpSpPr/>
        <p:nvPr/>
      </p:nvGrpSpPr>
      <p:grpSpPr>
        <a:xfrm>
          <a:off x="0" y="0"/>
          <a:ext cx="0" cy="0"/>
          <a:chOff x="0" y="0"/>
          <a:chExt cx="0" cy="0"/>
        </a:xfrm>
      </p:grpSpPr>
      <p:cxnSp>
        <p:nvCxnSpPr>
          <p:cNvPr id="9" name="Straight Connector 7"/>
          <p:cNvCxnSpPr>
            <a:cxnSpLocks noChangeShapeType="1"/>
          </p:cNvCxnSpPr>
          <p:nvPr userDrawn="1"/>
        </p:nvCxnSpPr>
        <p:spPr bwMode="auto">
          <a:xfrm>
            <a:off x="1779589" y="5981700"/>
            <a:ext cx="5495925" cy="1588"/>
          </a:xfrm>
          <a:prstGeom prst="line">
            <a:avLst/>
          </a:prstGeom>
          <a:noFill/>
          <a:ln w="9525">
            <a:solidFill>
              <a:srgbClr val="666666"/>
            </a:solidFill>
            <a:round/>
            <a:headEnd/>
            <a:tailEnd/>
          </a:ln>
          <a:extLst>
            <a:ext uri="{909E8E84-426E-40DD-AFC4-6F175D3DCCD1}">
              <a14:hiddenFill xmlns:a14="http://schemas.microsoft.com/office/drawing/2010/main">
                <a:noFill/>
              </a14:hiddenFill>
            </a:ext>
          </a:extLst>
        </p:spPr>
      </p:cxnSp>
      <p:sp>
        <p:nvSpPr>
          <p:cNvPr id="6" name="Title 1"/>
          <p:cNvSpPr>
            <a:spLocks noGrp="1"/>
          </p:cNvSpPr>
          <p:nvPr>
            <p:ph type="title"/>
          </p:nvPr>
        </p:nvSpPr>
        <p:spPr>
          <a:xfrm>
            <a:off x="1792288" y="5453937"/>
            <a:ext cx="5486400" cy="474325"/>
          </a:xfrm>
          <a:prstGeom prst="rect">
            <a:avLst/>
          </a:prstGeom>
        </p:spPr>
        <p:txBody>
          <a:bodyPr/>
          <a:lstStyle>
            <a:lvl1pPr algn="l">
              <a:defRPr sz="900" b="1"/>
            </a:lvl1pPr>
          </a:lstStyle>
          <a:p>
            <a:r>
              <a:rPr lang="en-US"/>
              <a:t>Click to edit Master title style</a:t>
            </a:r>
            <a:endParaRPr lang="en-US" dirty="0"/>
          </a:p>
        </p:txBody>
      </p:sp>
      <p:sp>
        <p:nvSpPr>
          <p:cNvPr id="7" name="Picture Placeholder 2"/>
          <p:cNvSpPr>
            <a:spLocks noGrp="1"/>
          </p:cNvSpPr>
          <p:nvPr>
            <p:ph type="pic" idx="1"/>
          </p:nvPr>
        </p:nvSpPr>
        <p:spPr>
          <a:xfrm>
            <a:off x="1792288" y="1166756"/>
            <a:ext cx="5486400" cy="4192689"/>
          </a:xfrm>
          <a:prstGeom prst="rect">
            <a:avLst/>
          </a:prstGeom>
        </p:spPr>
        <p:txBody>
          <a:bodyPr/>
          <a:lstStyle>
            <a:lvl1pPr marL="0" indent="0">
              <a:buNone/>
              <a:defRPr sz="2400"/>
            </a:lvl1pPr>
            <a:lvl2pPr marL="342900" indent="0">
              <a:buNone/>
              <a:defRPr sz="2100"/>
            </a:lvl2pPr>
            <a:lvl3pPr marL="685800" indent="0">
              <a:buNone/>
              <a:defRPr sz="1800"/>
            </a:lvl3pPr>
            <a:lvl4pPr marL="1028700" indent="0">
              <a:buNone/>
              <a:defRPr sz="1500"/>
            </a:lvl4pPr>
            <a:lvl5pPr marL="1371600" indent="0">
              <a:buNone/>
              <a:defRPr sz="1500"/>
            </a:lvl5pPr>
            <a:lvl6pPr marL="1714500" indent="0">
              <a:buNone/>
              <a:defRPr sz="1500"/>
            </a:lvl6pPr>
            <a:lvl7pPr marL="2057400" indent="0">
              <a:buNone/>
              <a:defRPr sz="1500"/>
            </a:lvl7pPr>
            <a:lvl8pPr marL="2400300" indent="0">
              <a:buNone/>
              <a:defRPr sz="1500"/>
            </a:lvl8pPr>
            <a:lvl9pPr marL="2743200" indent="0">
              <a:buNone/>
              <a:defRPr sz="1500"/>
            </a:lvl9pPr>
          </a:lstStyle>
          <a:p>
            <a:pPr lvl="0"/>
            <a:r>
              <a:rPr lang="en-US" noProof="0"/>
              <a:t>Drag picture to placeholder or click icon to add</a:t>
            </a:r>
          </a:p>
        </p:txBody>
      </p:sp>
      <p:sp>
        <p:nvSpPr>
          <p:cNvPr id="8" name="Text Placeholder 3"/>
          <p:cNvSpPr>
            <a:spLocks noGrp="1"/>
          </p:cNvSpPr>
          <p:nvPr>
            <p:ph type="body" sz="half" idx="2"/>
          </p:nvPr>
        </p:nvSpPr>
        <p:spPr>
          <a:xfrm>
            <a:off x="1792288" y="6042020"/>
            <a:ext cx="5486400" cy="311280"/>
          </a:xfrm>
          <a:prstGeom prst="rect">
            <a:avLst/>
          </a:prstGeom>
        </p:spPr>
        <p:txBody>
          <a:bodyPr/>
          <a:lstStyle>
            <a:lvl1pPr marL="0" indent="0">
              <a:buNone/>
              <a:defRPr sz="750" i="1">
                <a:solidFill>
                  <a:srgbClr val="4D4D4D"/>
                </a:solidFill>
                <a:latin typeface="Times New Roman" pitchFamily="18" charset="0"/>
                <a:cs typeface="Times New Roman" pitchFamily="18" charset="0"/>
              </a:defRPr>
            </a:lvl1pPr>
            <a:lvl2pPr marL="342900" indent="0">
              <a:buNone/>
              <a:defRPr sz="900"/>
            </a:lvl2pPr>
            <a:lvl3pPr marL="685800" indent="0">
              <a:buNone/>
              <a:defRPr sz="750"/>
            </a:lvl3pPr>
            <a:lvl4pPr marL="1028700" indent="0">
              <a:buNone/>
              <a:defRPr sz="675"/>
            </a:lvl4pPr>
            <a:lvl5pPr marL="1371600" indent="0">
              <a:buNone/>
              <a:defRPr sz="675"/>
            </a:lvl5pPr>
            <a:lvl6pPr marL="1714500" indent="0">
              <a:buNone/>
              <a:defRPr sz="675"/>
            </a:lvl6pPr>
            <a:lvl7pPr marL="2057400" indent="0">
              <a:buNone/>
              <a:defRPr sz="675"/>
            </a:lvl7pPr>
            <a:lvl8pPr marL="2400300" indent="0">
              <a:buNone/>
              <a:defRPr sz="675"/>
            </a:lvl8pPr>
            <a:lvl9pPr marL="2743200" indent="0">
              <a:buNone/>
              <a:defRPr sz="675"/>
            </a:lvl9pPr>
          </a:lstStyle>
          <a:p>
            <a:pPr lvl="0"/>
            <a:r>
              <a:rPr lang="en-US"/>
              <a:t>Click to edit Master text styles</a:t>
            </a:r>
          </a:p>
        </p:txBody>
      </p:sp>
      <p:sp>
        <p:nvSpPr>
          <p:cNvPr id="11" name="Text Placeholder 10"/>
          <p:cNvSpPr>
            <a:spLocks noGrp="1"/>
          </p:cNvSpPr>
          <p:nvPr>
            <p:ph type="body" sz="quarter" idx="10"/>
          </p:nvPr>
        </p:nvSpPr>
        <p:spPr>
          <a:xfrm>
            <a:off x="769503" y="0"/>
            <a:ext cx="7604994" cy="896112"/>
          </a:xfrm>
          <a:prstGeom prst="rect">
            <a:avLst/>
          </a:prstGeom>
        </p:spPr>
        <p:txBody>
          <a:bodyPr anchor="b"/>
          <a:lstStyle>
            <a:lvl1pPr>
              <a:buNone/>
              <a:defRPr sz="1650">
                <a:latin typeface="+mj-lt"/>
              </a:defRPr>
            </a:lvl1pPr>
          </a:lstStyle>
          <a:p>
            <a:pPr lvl="0"/>
            <a:r>
              <a:rPr lang="en-US"/>
              <a:t>Click to edit Master text styles</a:t>
            </a:r>
          </a:p>
        </p:txBody>
      </p:sp>
      <p:sp>
        <p:nvSpPr>
          <p:cNvPr id="10" name="Slide Number Placeholder 9"/>
          <p:cNvSpPr>
            <a:spLocks noGrp="1"/>
          </p:cNvSpPr>
          <p:nvPr>
            <p:ph type="sldNum" sz="quarter" idx="11"/>
          </p:nvPr>
        </p:nvSpPr>
        <p:spPr/>
        <p:txBody>
          <a:bodyPr/>
          <a:lstStyle>
            <a:lvl1pPr>
              <a:defRPr/>
            </a:lvl1pPr>
          </a:lstStyle>
          <a:p>
            <a:fld id="{614CE4E3-D3DE-AB41-A281-30813EB5473F}" type="slidenum">
              <a:rPr lang="en-US" altLang="en-US"/>
              <a:pPr/>
              <a:t>‹#›</a:t>
            </a:fld>
            <a:endParaRPr lang="en-US" altLang="en-US"/>
          </a:p>
        </p:txBody>
      </p:sp>
      <p:sp>
        <p:nvSpPr>
          <p:cNvPr id="12" name="Footer Placeholder 9"/>
          <p:cNvSpPr>
            <a:spLocks noGrp="1"/>
          </p:cNvSpPr>
          <p:nvPr>
            <p:ph type="ftr" sz="quarter" idx="12"/>
          </p:nvPr>
        </p:nvSpPr>
        <p:spPr/>
        <p:txBody>
          <a:bodyPr/>
          <a:lstStyle>
            <a:lvl1pPr>
              <a:defRPr smtClean="0"/>
            </a:lvl1pPr>
          </a:lstStyle>
          <a:p>
            <a:pPr>
              <a:defRPr/>
            </a:pPr>
            <a:r>
              <a:rPr lang="en-US"/>
              <a:t>Ethical Debates, Econ Theories, Real-World Impacts</a:t>
            </a:r>
          </a:p>
        </p:txBody>
      </p:sp>
    </p:spTree>
  </p:cSld>
  <p:clrMapOvr>
    <a:masterClrMapping/>
  </p:clrMapOvr>
</p:sldLayout>
</file>

<file path=ppt/slideLayouts/slideLayout42.xml><?xml version="1.0" encoding="utf-8"?>
<p:sldLayout xmlns:a="http://schemas.openxmlformats.org/drawingml/2006/main" xmlns:r="http://schemas.openxmlformats.org/officeDocument/2006/relationships" xmlns:p="http://schemas.openxmlformats.org/presentationml/2006/main" preserve="1" userDrawn="1">
  <p:cSld name="Map">
    <p:spTree>
      <p:nvGrpSpPr>
        <p:cNvPr id="1" name=""/>
        <p:cNvGrpSpPr/>
        <p:nvPr/>
      </p:nvGrpSpPr>
      <p:grpSpPr>
        <a:xfrm>
          <a:off x="0" y="0"/>
          <a:ext cx="0" cy="0"/>
          <a:chOff x="0" y="0"/>
          <a:chExt cx="0" cy="0"/>
        </a:xfrm>
      </p:grpSpPr>
      <p:sp>
        <p:nvSpPr>
          <p:cNvPr id="5" name="Rectangle 2"/>
          <p:cNvSpPr>
            <a:spLocks noGrp="1" noChangeArrowheads="1"/>
          </p:cNvSpPr>
          <p:nvPr>
            <p:ph type="title"/>
          </p:nvPr>
        </p:nvSpPr>
        <p:spPr bwMode="gray">
          <a:xfrm>
            <a:off x="452441" y="2"/>
            <a:ext cx="8239125" cy="898525"/>
          </a:xfrm>
          <a:prstGeom prst="rect">
            <a:avLst/>
          </a:prstGeom>
          <a:noFill/>
          <a:ln w="9525">
            <a:noFill/>
            <a:miter lim="800000"/>
            <a:headEnd/>
            <a:tailEnd/>
          </a:ln>
        </p:spPr>
        <p:txBody>
          <a:bodyPr vert="horz" wrap="square" lIns="0" tIns="0" rIns="0" bIns="0" numCol="1" anchor="b" anchorCtr="0" compatLnSpc="1">
            <a:prstTxWarp prst="textNoShape">
              <a:avLst/>
            </a:prstTxWarp>
          </a:bodyPr>
          <a:lstStyle>
            <a:lvl1pPr algn="l">
              <a:defRPr sz="1650"/>
            </a:lvl1pPr>
          </a:lstStyle>
          <a:p>
            <a:pPr lvl="0"/>
            <a:r>
              <a:rPr lang="en-US"/>
              <a:t>Click to edit Master title style</a:t>
            </a:r>
            <a:endParaRPr lang="en-US" dirty="0"/>
          </a:p>
        </p:txBody>
      </p:sp>
      <p:sp>
        <p:nvSpPr>
          <p:cNvPr id="8" name="Text Placeholder 11"/>
          <p:cNvSpPr>
            <a:spLocks noGrp="1"/>
          </p:cNvSpPr>
          <p:nvPr>
            <p:ph type="body" sz="quarter" idx="11"/>
          </p:nvPr>
        </p:nvSpPr>
        <p:spPr>
          <a:xfrm>
            <a:off x="452441" y="1447800"/>
            <a:ext cx="1688123" cy="914400"/>
          </a:xfrm>
          <a:prstGeom prst="rect">
            <a:avLst/>
          </a:prstGeom>
        </p:spPr>
        <p:txBody>
          <a:bodyPr/>
          <a:lstStyle>
            <a:lvl1pPr>
              <a:buNone/>
              <a:defRPr sz="750"/>
            </a:lvl1pPr>
          </a:lstStyle>
          <a:p>
            <a:pPr lvl="0"/>
            <a:r>
              <a:rPr lang="en-US"/>
              <a:t>Click to edit Master text styles</a:t>
            </a:r>
          </a:p>
        </p:txBody>
      </p:sp>
      <p:sp>
        <p:nvSpPr>
          <p:cNvPr id="9" name="Text Placeholder 11"/>
          <p:cNvSpPr>
            <a:spLocks noGrp="1"/>
          </p:cNvSpPr>
          <p:nvPr>
            <p:ph type="body" sz="quarter" idx="12"/>
          </p:nvPr>
        </p:nvSpPr>
        <p:spPr>
          <a:xfrm>
            <a:off x="452441" y="2667000"/>
            <a:ext cx="1688123" cy="914400"/>
          </a:xfrm>
          <a:prstGeom prst="rect">
            <a:avLst/>
          </a:prstGeom>
        </p:spPr>
        <p:txBody>
          <a:bodyPr/>
          <a:lstStyle>
            <a:lvl1pPr>
              <a:buNone/>
              <a:defRPr sz="750"/>
            </a:lvl1pPr>
          </a:lstStyle>
          <a:p>
            <a:pPr lvl="0"/>
            <a:r>
              <a:rPr lang="en-US"/>
              <a:t>Click to edit Master text styles</a:t>
            </a:r>
          </a:p>
        </p:txBody>
      </p:sp>
      <p:sp>
        <p:nvSpPr>
          <p:cNvPr id="10" name="Text Placeholder 11"/>
          <p:cNvSpPr>
            <a:spLocks noGrp="1"/>
          </p:cNvSpPr>
          <p:nvPr>
            <p:ph type="body" sz="quarter" idx="13"/>
          </p:nvPr>
        </p:nvSpPr>
        <p:spPr>
          <a:xfrm>
            <a:off x="452441" y="5105400"/>
            <a:ext cx="1688123" cy="914400"/>
          </a:xfrm>
          <a:prstGeom prst="rect">
            <a:avLst/>
          </a:prstGeom>
        </p:spPr>
        <p:txBody>
          <a:bodyPr/>
          <a:lstStyle>
            <a:lvl1pPr>
              <a:buNone/>
              <a:defRPr sz="750"/>
            </a:lvl1pPr>
          </a:lstStyle>
          <a:p>
            <a:pPr lvl="0"/>
            <a:r>
              <a:rPr lang="en-US"/>
              <a:t>Click to edit Master text styles</a:t>
            </a:r>
          </a:p>
        </p:txBody>
      </p:sp>
      <p:sp>
        <p:nvSpPr>
          <p:cNvPr id="11" name="Text Placeholder 11"/>
          <p:cNvSpPr>
            <a:spLocks noGrp="1"/>
          </p:cNvSpPr>
          <p:nvPr>
            <p:ph type="body" sz="quarter" idx="14"/>
          </p:nvPr>
        </p:nvSpPr>
        <p:spPr>
          <a:xfrm>
            <a:off x="7003443" y="1447800"/>
            <a:ext cx="1688123" cy="914400"/>
          </a:xfrm>
          <a:prstGeom prst="rect">
            <a:avLst/>
          </a:prstGeom>
        </p:spPr>
        <p:txBody>
          <a:bodyPr/>
          <a:lstStyle>
            <a:lvl1pPr>
              <a:buNone/>
              <a:defRPr sz="750"/>
            </a:lvl1pPr>
          </a:lstStyle>
          <a:p>
            <a:pPr lvl="0"/>
            <a:r>
              <a:rPr lang="en-US"/>
              <a:t>Click to edit Master text styles</a:t>
            </a:r>
          </a:p>
        </p:txBody>
      </p:sp>
      <p:sp>
        <p:nvSpPr>
          <p:cNvPr id="12" name="Text Placeholder 11"/>
          <p:cNvSpPr>
            <a:spLocks noGrp="1"/>
          </p:cNvSpPr>
          <p:nvPr>
            <p:ph type="body" sz="quarter" idx="15"/>
          </p:nvPr>
        </p:nvSpPr>
        <p:spPr>
          <a:xfrm>
            <a:off x="7003443" y="2667000"/>
            <a:ext cx="1688123" cy="914400"/>
          </a:xfrm>
          <a:prstGeom prst="rect">
            <a:avLst/>
          </a:prstGeom>
        </p:spPr>
        <p:txBody>
          <a:bodyPr/>
          <a:lstStyle>
            <a:lvl1pPr>
              <a:buNone/>
              <a:defRPr sz="750"/>
            </a:lvl1pPr>
          </a:lstStyle>
          <a:p>
            <a:pPr lvl="0"/>
            <a:r>
              <a:rPr lang="en-US"/>
              <a:t>Click to edit Master text styles</a:t>
            </a:r>
          </a:p>
        </p:txBody>
      </p:sp>
      <p:sp>
        <p:nvSpPr>
          <p:cNvPr id="13" name="Text Placeholder 11"/>
          <p:cNvSpPr>
            <a:spLocks noGrp="1"/>
          </p:cNvSpPr>
          <p:nvPr>
            <p:ph type="body" sz="quarter" idx="16"/>
          </p:nvPr>
        </p:nvSpPr>
        <p:spPr>
          <a:xfrm>
            <a:off x="7003443" y="3886200"/>
            <a:ext cx="1688123" cy="914400"/>
          </a:xfrm>
          <a:prstGeom prst="rect">
            <a:avLst/>
          </a:prstGeom>
        </p:spPr>
        <p:txBody>
          <a:bodyPr/>
          <a:lstStyle>
            <a:lvl1pPr>
              <a:buNone/>
              <a:defRPr sz="750"/>
            </a:lvl1pPr>
          </a:lstStyle>
          <a:p>
            <a:pPr lvl="0"/>
            <a:r>
              <a:rPr lang="en-US"/>
              <a:t>Click to edit Master text styles</a:t>
            </a:r>
          </a:p>
        </p:txBody>
      </p:sp>
      <p:sp>
        <p:nvSpPr>
          <p:cNvPr id="14" name="Text Placeholder 11"/>
          <p:cNvSpPr>
            <a:spLocks noGrp="1"/>
          </p:cNvSpPr>
          <p:nvPr>
            <p:ph type="body" sz="quarter" idx="17"/>
          </p:nvPr>
        </p:nvSpPr>
        <p:spPr>
          <a:xfrm>
            <a:off x="7003443" y="5105400"/>
            <a:ext cx="1688123" cy="914400"/>
          </a:xfrm>
          <a:prstGeom prst="rect">
            <a:avLst/>
          </a:prstGeom>
        </p:spPr>
        <p:txBody>
          <a:bodyPr/>
          <a:lstStyle>
            <a:lvl1pPr>
              <a:buNone/>
              <a:defRPr sz="750"/>
            </a:lvl1pPr>
          </a:lstStyle>
          <a:p>
            <a:pPr lvl="0"/>
            <a:r>
              <a:rPr lang="en-US"/>
              <a:t>Click to edit Master text styles</a:t>
            </a:r>
          </a:p>
        </p:txBody>
      </p:sp>
      <p:sp>
        <p:nvSpPr>
          <p:cNvPr id="15" name="Text Placeholder 11"/>
          <p:cNvSpPr>
            <a:spLocks noGrp="1"/>
          </p:cNvSpPr>
          <p:nvPr>
            <p:ph type="body" sz="quarter" idx="18"/>
          </p:nvPr>
        </p:nvSpPr>
        <p:spPr>
          <a:xfrm>
            <a:off x="452441" y="3886200"/>
            <a:ext cx="1688123" cy="914400"/>
          </a:xfrm>
          <a:prstGeom prst="rect">
            <a:avLst/>
          </a:prstGeom>
        </p:spPr>
        <p:txBody>
          <a:bodyPr/>
          <a:lstStyle>
            <a:lvl1pPr>
              <a:buNone/>
              <a:defRPr sz="750"/>
            </a:lvl1pPr>
          </a:lstStyle>
          <a:p>
            <a:pPr lvl="0"/>
            <a:r>
              <a:rPr lang="en-US"/>
              <a:t>Click to edit Master text styles</a:t>
            </a:r>
          </a:p>
        </p:txBody>
      </p:sp>
      <p:sp>
        <p:nvSpPr>
          <p:cNvPr id="16" name="Slide Number Placeholder 9"/>
          <p:cNvSpPr>
            <a:spLocks noGrp="1"/>
          </p:cNvSpPr>
          <p:nvPr>
            <p:ph type="sldNum" sz="quarter" idx="19"/>
          </p:nvPr>
        </p:nvSpPr>
        <p:spPr/>
        <p:txBody>
          <a:bodyPr/>
          <a:lstStyle>
            <a:lvl1pPr>
              <a:defRPr/>
            </a:lvl1pPr>
          </a:lstStyle>
          <a:p>
            <a:fld id="{1B28FF10-2575-714D-9D0B-AB6D45C94EAE}" type="slidenum">
              <a:rPr lang="en-US" altLang="en-US"/>
              <a:pPr/>
              <a:t>‹#›</a:t>
            </a:fld>
            <a:endParaRPr lang="en-US" altLang="en-US"/>
          </a:p>
        </p:txBody>
      </p:sp>
      <p:sp>
        <p:nvSpPr>
          <p:cNvPr id="17" name="Footer Placeholder 12"/>
          <p:cNvSpPr>
            <a:spLocks noGrp="1"/>
          </p:cNvSpPr>
          <p:nvPr>
            <p:ph type="ftr" sz="quarter" idx="20"/>
          </p:nvPr>
        </p:nvSpPr>
        <p:spPr/>
        <p:txBody>
          <a:bodyPr/>
          <a:lstStyle>
            <a:lvl1pPr>
              <a:defRPr/>
            </a:lvl1pPr>
          </a:lstStyle>
          <a:p>
            <a:pPr>
              <a:defRPr/>
            </a:pPr>
            <a:r>
              <a:rPr lang="en-US"/>
              <a:t>Ethical Debates, Econ Theories, Real-World Impacts</a:t>
            </a:r>
          </a:p>
        </p:txBody>
      </p:sp>
    </p:spTree>
  </p:cSld>
  <p:clrMapOvr>
    <a:masterClrMapping/>
  </p:clrMapOvr>
</p:sldLayout>
</file>

<file path=ppt/slideLayouts/slideLayout43.xml><?xml version="1.0" encoding="utf-8"?>
<p:sldLayout xmlns:a="http://schemas.openxmlformats.org/drawingml/2006/main" xmlns:r="http://schemas.openxmlformats.org/officeDocument/2006/relationships" xmlns:p="http://schemas.openxmlformats.org/presentationml/2006/main" preserve="1" userDrawn="1">
  <p:cSld name="Map with Callout">
    <p:spTree>
      <p:nvGrpSpPr>
        <p:cNvPr id="1" name=""/>
        <p:cNvGrpSpPr/>
        <p:nvPr/>
      </p:nvGrpSpPr>
      <p:grpSpPr>
        <a:xfrm>
          <a:off x="0" y="0"/>
          <a:ext cx="0" cy="0"/>
          <a:chOff x="0" y="0"/>
          <a:chExt cx="0" cy="0"/>
        </a:xfrm>
      </p:grpSpPr>
      <p:sp>
        <p:nvSpPr>
          <p:cNvPr id="5" name="Content Placeholder 2"/>
          <p:cNvSpPr>
            <a:spLocks noGrp="1"/>
          </p:cNvSpPr>
          <p:nvPr>
            <p:ph idx="1"/>
          </p:nvPr>
        </p:nvSpPr>
        <p:spPr>
          <a:xfrm>
            <a:off x="6159380" y="1419225"/>
            <a:ext cx="2532185" cy="4800600"/>
          </a:xfrm>
          <a:prstGeom prst="rect">
            <a:avLst/>
          </a:prstGeom>
        </p:spPr>
        <p:txBody>
          <a:bodyPr/>
          <a:lstStyle>
            <a:lvl1pPr marL="171450" indent="-171450">
              <a:buClr>
                <a:srgbClr val="B01C2E"/>
              </a:buClr>
              <a:buFont typeface="Wingdings 2" pitchFamily="18" charset="2"/>
              <a:buChar char=""/>
              <a:defRPr sz="825"/>
            </a:lvl1pPr>
            <a:lvl2pPr marL="342900" indent="-171450">
              <a:buClr>
                <a:srgbClr val="B01C2E"/>
              </a:buClr>
              <a:buSzPct val="125000"/>
              <a:buFont typeface="Arial" pitchFamily="34" charset="0"/>
              <a:buChar char="•"/>
              <a:defRPr sz="825"/>
            </a:lvl2pPr>
            <a:lvl3pPr marL="514350">
              <a:buClr>
                <a:srgbClr val="B01C2E"/>
              </a:buClr>
              <a:buFont typeface="Arial" pitchFamily="34" charset="0"/>
              <a:buChar char="–"/>
              <a:defRPr sz="825"/>
            </a:lvl3pPr>
            <a:lvl4pPr marL="685800">
              <a:buClr>
                <a:srgbClr val="B01C2E"/>
              </a:buClr>
              <a:buFont typeface="Arial" pitchFamily="34" charset="0"/>
              <a:buChar char="–"/>
              <a:defRPr sz="825"/>
            </a:lvl4pPr>
            <a:lvl5pPr marL="857250">
              <a:buClr>
                <a:srgbClr val="B01C2E"/>
              </a:buClr>
              <a:buFont typeface="Arial" pitchFamily="34" charset="0"/>
              <a:buChar char="–"/>
              <a:defRPr sz="825"/>
            </a:lvl5pPr>
            <a:lvl6pPr>
              <a:defRPr sz="1500"/>
            </a:lvl6pPr>
            <a:lvl7pPr>
              <a:defRPr sz="1500"/>
            </a:lvl7pPr>
            <a:lvl8pPr>
              <a:defRPr sz="1500"/>
            </a:lvl8pPr>
            <a:lvl9pPr>
              <a:defRPr sz="15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Rectangle 2"/>
          <p:cNvSpPr>
            <a:spLocks noGrp="1" noChangeArrowheads="1"/>
          </p:cNvSpPr>
          <p:nvPr>
            <p:ph type="title"/>
          </p:nvPr>
        </p:nvSpPr>
        <p:spPr bwMode="gray">
          <a:xfrm>
            <a:off x="452441" y="2"/>
            <a:ext cx="8239125" cy="898525"/>
          </a:xfrm>
          <a:prstGeom prst="rect">
            <a:avLst/>
          </a:prstGeom>
          <a:noFill/>
          <a:ln w="9525">
            <a:noFill/>
            <a:miter lim="800000"/>
            <a:headEnd/>
            <a:tailEnd/>
          </a:ln>
        </p:spPr>
        <p:txBody>
          <a:bodyPr vert="horz" wrap="square" lIns="0" tIns="0" rIns="0" bIns="0" numCol="1" anchor="b" anchorCtr="0" compatLnSpc="1">
            <a:prstTxWarp prst="textNoShape">
              <a:avLst/>
            </a:prstTxWarp>
          </a:bodyPr>
          <a:lstStyle>
            <a:lvl1pPr algn="l">
              <a:defRPr sz="1650"/>
            </a:lvl1pPr>
          </a:lstStyle>
          <a:p>
            <a:pPr lvl="0"/>
            <a:r>
              <a:rPr lang="en-US"/>
              <a:t>Click to edit Master title style</a:t>
            </a:r>
            <a:endParaRPr lang="en-US" dirty="0"/>
          </a:p>
        </p:txBody>
      </p:sp>
      <p:sp>
        <p:nvSpPr>
          <p:cNvPr id="4" name="Slide Number Placeholder 9"/>
          <p:cNvSpPr>
            <a:spLocks noGrp="1"/>
          </p:cNvSpPr>
          <p:nvPr>
            <p:ph type="sldNum" sz="quarter" idx="10"/>
          </p:nvPr>
        </p:nvSpPr>
        <p:spPr/>
        <p:txBody>
          <a:bodyPr/>
          <a:lstStyle>
            <a:lvl1pPr>
              <a:defRPr/>
            </a:lvl1pPr>
          </a:lstStyle>
          <a:p>
            <a:fld id="{3B598768-D1F4-594C-B51E-99B1ED06033F}" type="slidenum">
              <a:rPr lang="en-US" altLang="en-US"/>
              <a:pPr/>
              <a:t>‹#›</a:t>
            </a:fld>
            <a:endParaRPr lang="en-US" altLang="en-US"/>
          </a:p>
        </p:txBody>
      </p:sp>
      <p:sp>
        <p:nvSpPr>
          <p:cNvPr id="6" name="Footer Placeholder 12"/>
          <p:cNvSpPr>
            <a:spLocks noGrp="1"/>
          </p:cNvSpPr>
          <p:nvPr>
            <p:ph type="ftr" sz="quarter" idx="11"/>
          </p:nvPr>
        </p:nvSpPr>
        <p:spPr/>
        <p:txBody>
          <a:bodyPr/>
          <a:lstStyle>
            <a:lvl1pPr>
              <a:defRPr/>
            </a:lvl1pPr>
          </a:lstStyle>
          <a:p>
            <a:pPr>
              <a:defRPr/>
            </a:pPr>
            <a:r>
              <a:rPr lang="en-US"/>
              <a:t>Ethical Debates, Econ Theories, Real-World Impacts</a:t>
            </a:r>
          </a:p>
        </p:txBody>
      </p:sp>
    </p:spTree>
  </p:cSld>
  <p:clrMapOvr>
    <a:masterClrMapping/>
  </p:clrMapOvr>
</p:sldLayout>
</file>

<file path=ppt/slideLayouts/slideLayout44.xml><?xml version="1.0" encoding="utf-8"?>
<p:sldLayout xmlns:a="http://schemas.openxmlformats.org/drawingml/2006/main" xmlns:r="http://schemas.openxmlformats.org/officeDocument/2006/relationships" xmlns:p="http://schemas.openxmlformats.org/presentationml/2006/main" preserve="1" userDrawn="1">
  <p:cSld name="Left Callout">
    <p:spTree>
      <p:nvGrpSpPr>
        <p:cNvPr id="1" name=""/>
        <p:cNvGrpSpPr/>
        <p:nvPr/>
      </p:nvGrpSpPr>
      <p:grpSpPr>
        <a:xfrm>
          <a:off x="0" y="0"/>
          <a:ext cx="0" cy="0"/>
          <a:chOff x="0" y="0"/>
          <a:chExt cx="0" cy="0"/>
        </a:xfrm>
      </p:grpSpPr>
      <p:sp>
        <p:nvSpPr>
          <p:cNvPr id="5" name="Content Placeholder 2"/>
          <p:cNvSpPr>
            <a:spLocks noGrp="1"/>
          </p:cNvSpPr>
          <p:nvPr>
            <p:ph idx="1"/>
          </p:nvPr>
        </p:nvSpPr>
        <p:spPr>
          <a:xfrm>
            <a:off x="3575052" y="1419225"/>
            <a:ext cx="5111750" cy="4706938"/>
          </a:xfrm>
          <a:prstGeom prst="rect">
            <a:avLst/>
          </a:prstGeom>
        </p:spPr>
        <p:txBody>
          <a:bodyPr/>
          <a:lstStyle>
            <a:lvl1pPr marL="171450" indent="-171450">
              <a:buClr>
                <a:srgbClr val="B01C2E"/>
              </a:buClr>
              <a:buFont typeface="Wingdings 2" pitchFamily="18" charset="2"/>
              <a:buChar char=""/>
              <a:defRPr sz="900"/>
            </a:lvl1pPr>
            <a:lvl2pPr marL="342900" indent="-171450">
              <a:buClr>
                <a:srgbClr val="B01C2E"/>
              </a:buClr>
              <a:buSzPct val="125000"/>
              <a:buFont typeface="Arial" pitchFamily="34" charset="0"/>
              <a:buChar char="•"/>
              <a:defRPr sz="900"/>
            </a:lvl2pPr>
            <a:lvl3pPr marL="514350">
              <a:buClr>
                <a:srgbClr val="B01C2E"/>
              </a:buClr>
              <a:buFont typeface="Arial" pitchFamily="34" charset="0"/>
              <a:buChar char="–"/>
              <a:defRPr sz="900"/>
            </a:lvl3pPr>
            <a:lvl4pPr marL="685800">
              <a:buClr>
                <a:srgbClr val="B01C2E"/>
              </a:buClr>
              <a:buFont typeface="Arial" pitchFamily="34" charset="0"/>
              <a:buChar char="–"/>
              <a:defRPr sz="900"/>
            </a:lvl4pPr>
            <a:lvl5pPr marL="857250">
              <a:buClr>
                <a:srgbClr val="B01C2E"/>
              </a:buClr>
              <a:buFont typeface="Arial" pitchFamily="34" charset="0"/>
              <a:buChar char="–"/>
              <a:defRPr sz="900"/>
            </a:lvl5pPr>
            <a:lvl6pPr>
              <a:defRPr sz="1500"/>
            </a:lvl6pPr>
            <a:lvl7pPr>
              <a:defRPr sz="1500"/>
            </a:lvl7pPr>
            <a:lvl8pPr>
              <a:defRPr sz="1500"/>
            </a:lvl8pPr>
            <a:lvl9pPr>
              <a:defRPr sz="15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6" name="Text Placeholder 3"/>
          <p:cNvSpPr>
            <a:spLocks noGrp="1"/>
          </p:cNvSpPr>
          <p:nvPr>
            <p:ph type="body" sz="half" idx="2"/>
          </p:nvPr>
        </p:nvSpPr>
        <p:spPr>
          <a:xfrm>
            <a:off x="457201" y="1419226"/>
            <a:ext cx="2918298" cy="4706938"/>
          </a:xfrm>
          <a:prstGeom prst="rect">
            <a:avLst/>
          </a:prstGeom>
        </p:spPr>
        <p:txBody>
          <a:bodyPr/>
          <a:lstStyle>
            <a:lvl1pPr marL="0" indent="0">
              <a:buNone/>
              <a:defRPr sz="900" i="1">
                <a:solidFill>
                  <a:srgbClr val="666666"/>
                </a:solidFill>
                <a:latin typeface="Times New Roman" pitchFamily="18" charset="0"/>
                <a:cs typeface="Times New Roman" pitchFamily="18" charset="0"/>
              </a:defRPr>
            </a:lvl1pPr>
            <a:lvl2pPr marL="342900" indent="0">
              <a:buNone/>
              <a:defRPr sz="900"/>
            </a:lvl2pPr>
            <a:lvl3pPr marL="685800" indent="0">
              <a:buNone/>
              <a:defRPr sz="750"/>
            </a:lvl3pPr>
            <a:lvl4pPr marL="1028700" indent="0">
              <a:buNone/>
              <a:defRPr sz="675"/>
            </a:lvl4pPr>
            <a:lvl5pPr marL="1371600" indent="0">
              <a:buNone/>
              <a:defRPr sz="675"/>
            </a:lvl5pPr>
            <a:lvl6pPr marL="1714500" indent="0">
              <a:buNone/>
              <a:defRPr sz="675"/>
            </a:lvl6pPr>
            <a:lvl7pPr marL="2057400" indent="0">
              <a:buNone/>
              <a:defRPr sz="675"/>
            </a:lvl7pPr>
            <a:lvl8pPr marL="2400300" indent="0">
              <a:buNone/>
              <a:defRPr sz="675"/>
            </a:lvl8pPr>
            <a:lvl9pPr marL="2743200" indent="0">
              <a:buNone/>
              <a:defRPr sz="675"/>
            </a:lvl9pPr>
          </a:lstStyle>
          <a:p>
            <a:pPr lvl="0"/>
            <a:r>
              <a:rPr lang="en-US"/>
              <a:t>Click to edit Master text styles</a:t>
            </a:r>
          </a:p>
        </p:txBody>
      </p:sp>
      <p:sp>
        <p:nvSpPr>
          <p:cNvPr id="7" name="Rectangle 2"/>
          <p:cNvSpPr>
            <a:spLocks noGrp="1" noChangeArrowheads="1"/>
          </p:cNvSpPr>
          <p:nvPr>
            <p:ph type="title"/>
          </p:nvPr>
        </p:nvSpPr>
        <p:spPr bwMode="gray">
          <a:xfrm>
            <a:off x="452441" y="2"/>
            <a:ext cx="8239125" cy="898525"/>
          </a:xfrm>
          <a:prstGeom prst="rect">
            <a:avLst/>
          </a:prstGeom>
          <a:noFill/>
          <a:ln w="9525">
            <a:noFill/>
            <a:miter lim="800000"/>
            <a:headEnd/>
            <a:tailEnd/>
          </a:ln>
        </p:spPr>
        <p:txBody>
          <a:bodyPr vert="horz" wrap="square" lIns="0" tIns="0" rIns="0" bIns="0" numCol="1" anchor="b" anchorCtr="0" compatLnSpc="1">
            <a:prstTxWarp prst="textNoShape">
              <a:avLst/>
            </a:prstTxWarp>
          </a:bodyPr>
          <a:lstStyle>
            <a:lvl1pPr algn="l">
              <a:defRPr sz="1650"/>
            </a:lvl1pPr>
          </a:lstStyle>
          <a:p>
            <a:pPr lvl="0"/>
            <a:r>
              <a:rPr lang="en-US"/>
              <a:t>Click to edit Master title style</a:t>
            </a:r>
            <a:endParaRPr lang="en-US" dirty="0"/>
          </a:p>
        </p:txBody>
      </p:sp>
      <p:sp>
        <p:nvSpPr>
          <p:cNvPr id="8" name="Slide Number Placeholder 9"/>
          <p:cNvSpPr>
            <a:spLocks noGrp="1"/>
          </p:cNvSpPr>
          <p:nvPr>
            <p:ph type="sldNum" sz="quarter" idx="10"/>
          </p:nvPr>
        </p:nvSpPr>
        <p:spPr/>
        <p:txBody>
          <a:bodyPr/>
          <a:lstStyle>
            <a:lvl1pPr>
              <a:defRPr/>
            </a:lvl1pPr>
          </a:lstStyle>
          <a:p>
            <a:fld id="{219B113F-1BA8-CA4E-A6B3-92D1D8C0C887}" type="slidenum">
              <a:rPr lang="en-US" altLang="en-US"/>
              <a:pPr/>
              <a:t>‹#›</a:t>
            </a:fld>
            <a:endParaRPr lang="en-US" altLang="en-US"/>
          </a:p>
        </p:txBody>
      </p:sp>
      <p:sp>
        <p:nvSpPr>
          <p:cNvPr id="9" name="Footer Placeholder 12"/>
          <p:cNvSpPr>
            <a:spLocks noGrp="1"/>
          </p:cNvSpPr>
          <p:nvPr>
            <p:ph type="ftr" sz="quarter" idx="11"/>
          </p:nvPr>
        </p:nvSpPr>
        <p:spPr/>
        <p:txBody>
          <a:bodyPr/>
          <a:lstStyle>
            <a:lvl1pPr>
              <a:defRPr/>
            </a:lvl1pPr>
          </a:lstStyle>
          <a:p>
            <a:pPr>
              <a:defRPr/>
            </a:pPr>
            <a:r>
              <a:rPr lang="en-US"/>
              <a:t>Ethical Debates, Econ Theories, Real-World Impacts</a:t>
            </a:r>
          </a:p>
        </p:txBody>
      </p:sp>
    </p:spTree>
  </p:cSld>
  <p:clrMapOvr>
    <a:masterClrMapping/>
  </p:clrMapOvr>
</p:sldLayout>
</file>

<file path=ppt/slideLayouts/slideLayout45.xml><?xml version="1.0" encoding="utf-8"?>
<p:sldLayout xmlns:a="http://schemas.openxmlformats.org/drawingml/2006/main" xmlns:r="http://schemas.openxmlformats.org/officeDocument/2006/relationships" xmlns:p="http://schemas.openxmlformats.org/presentationml/2006/main" preserve="1" userDrawn="1">
  <p:cSld name="Right Callout">
    <p:spTree>
      <p:nvGrpSpPr>
        <p:cNvPr id="1" name=""/>
        <p:cNvGrpSpPr/>
        <p:nvPr/>
      </p:nvGrpSpPr>
      <p:grpSpPr>
        <a:xfrm>
          <a:off x="0" y="0"/>
          <a:ext cx="0" cy="0"/>
          <a:chOff x="0" y="0"/>
          <a:chExt cx="0" cy="0"/>
        </a:xfrm>
      </p:grpSpPr>
      <p:sp>
        <p:nvSpPr>
          <p:cNvPr id="5" name="Content Placeholder 2"/>
          <p:cNvSpPr>
            <a:spLocks noGrp="1"/>
          </p:cNvSpPr>
          <p:nvPr>
            <p:ph idx="1"/>
          </p:nvPr>
        </p:nvSpPr>
        <p:spPr>
          <a:xfrm>
            <a:off x="457201" y="1419225"/>
            <a:ext cx="5111750" cy="4706938"/>
          </a:xfrm>
          <a:prstGeom prst="rect">
            <a:avLst/>
          </a:prstGeom>
        </p:spPr>
        <p:txBody>
          <a:bodyPr/>
          <a:lstStyle>
            <a:lvl1pPr marL="171450" indent="-171450">
              <a:buClr>
                <a:srgbClr val="B01C2E"/>
              </a:buClr>
              <a:buFont typeface="Wingdings 2" pitchFamily="18" charset="2"/>
              <a:buChar char=""/>
              <a:defRPr sz="900"/>
            </a:lvl1pPr>
            <a:lvl2pPr marL="342900" indent="-171450">
              <a:buClr>
                <a:srgbClr val="B01C2E"/>
              </a:buClr>
              <a:buSzPct val="125000"/>
              <a:buFont typeface="Arial" pitchFamily="34" charset="0"/>
              <a:buChar char="•"/>
              <a:defRPr sz="900"/>
            </a:lvl2pPr>
            <a:lvl3pPr marL="514350">
              <a:buClr>
                <a:srgbClr val="B01C2E"/>
              </a:buClr>
              <a:buFont typeface="Arial" pitchFamily="34" charset="0"/>
              <a:buChar char="–"/>
              <a:defRPr sz="900"/>
            </a:lvl3pPr>
            <a:lvl4pPr marL="685800">
              <a:buClr>
                <a:srgbClr val="B01C2E"/>
              </a:buClr>
              <a:buFont typeface="Arial" pitchFamily="34" charset="0"/>
              <a:buChar char="–"/>
              <a:defRPr sz="900"/>
            </a:lvl4pPr>
            <a:lvl5pPr marL="857250">
              <a:buClr>
                <a:srgbClr val="B01C2E"/>
              </a:buClr>
              <a:buFont typeface="Arial" pitchFamily="34" charset="0"/>
              <a:buChar char="–"/>
              <a:defRPr sz="900"/>
            </a:lvl5pPr>
            <a:lvl6pPr>
              <a:defRPr sz="1500"/>
            </a:lvl6pPr>
            <a:lvl7pPr>
              <a:defRPr sz="1500"/>
            </a:lvl7pPr>
            <a:lvl8pPr>
              <a:defRPr sz="1500"/>
            </a:lvl8pPr>
            <a:lvl9pPr>
              <a:defRPr sz="15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6" name="Text Placeholder 3"/>
          <p:cNvSpPr>
            <a:spLocks noGrp="1"/>
          </p:cNvSpPr>
          <p:nvPr>
            <p:ph type="body" sz="half" idx="2"/>
          </p:nvPr>
        </p:nvSpPr>
        <p:spPr>
          <a:xfrm>
            <a:off x="5773265" y="1419226"/>
            <a:ext cx="2918298" cy="4706938"/>
          </a:xfrm>
          <a:prstGeom prst="rect">
            <a:avLst/>
          </a:prstGeom>
        </p:spPr>
        <p:txBody>
          <a:bodyPr/>
          <a:lstStyle>
            <a:lvl1pPr marL="0" indent="0">
              <a:buNone/>
              <a:defRPr sz="900" i="1">
                <a:solidFill>
                  <a:srgbClr val="666666"/>
                </a:solidFill>
                <a:latin typeface="Times New Roman" pitchFamily="18" charset="0"/>
                <a:cs typeface="Times New Roman" pitchFamily="18" charset="0"/>
              </a:defRPr>
            </a:lvl1pPr>
            <a:lvl2pPr marL="342900" indent="0">
              <a:buNone/>
              <a:defRPr sz="900"/>
            </a:lvl2pPr>
            <a:lvl3pPr marL="685800" indent="0">
              <a:buNone/>
              <a:defRPr sz="750"/>
            </a:lvl3pPr>
            <a:lvl4pPr marL="1028700" indent="0">
              <a:buNone/>
              <a:defRPr sz="675"/>
            </a:lvl4pPr>
            <a:lvl5pPr marL="1371600" indent="0">
              <a:buNone/>
              <a:defRPr sz="675"/>
            </a:lvl5pPr>
            <a:lvl6pPr marL="1714500" indent="0">
              <a:buNone/>
              <a:defRPr sz="675"/>
            </a:lvl6pPr>
            <a:lvl7pPr marL="2057400" indent="0">
              <a:buNone/>
              <a:defRPr sz="675"/>
            </a:lvl7pPr>
            <a:lvl8pPr marL="2400300" indent="0">
              <a:buNone/>
              <a:defRPr sz="675"/>
            </a:lvl8pPr>
            <a:lvl9pPr marL="2743200" indent="0">
              <a:buNone/>
              <a:defRPr sz="675"/>
            </a:lvl9pPr>
          </a:lstStyle>
          <a:p>
            <a:pPr lvl="0"/>
            <a:r>
              <a:rPr lang="en-US"/>
              <a:t>Click to edit Master text styles</a:t>
            </a:r>
          </a:p>
        </p:txBody>
      </p:sp>
      <p:sp>
        <p:nvSpPr>
          <p:cNvPr id="7" name="Rectangle 2"/>
          <p:cNvSpPr>
            <a:spLocks noGrp="1" noChangeArrowheads="1"/>
          </p:cNvSpPr>
          <p:nvPr>
            <p:ph type="title"/>
          </p:nvPr>
        </p:nvSpPr>
        <p:spPr bwMode="gray">
          <a:xfrm>
            <a:off x="452441" y="2"/>
            <a:ext cx="8239125" cy="898525"/>
          </a:xfrm>
          <a:prstGeom prst="rect">
            <a:avLst/>
          </a:prstGeom>
          <a:noFill/>
          <a:ln w="9525">
            <a:noFill/>
            <a:miter lim="800000"/>
            <a:headEnd/>
            <a:tailEnd/>
          </a:ln>
        </p:spPr>
        <p:txBody>
          <a:bodyPr vert="horz" wrap="square" lIns="0" tIns="0" rIns="0" bIns="0" numCol="1" anchor="b" anchorCtr="0" compatLnSpc="1">
            <a:prstTxWarp prst="textNoShape">
              <a:avLst/>
            </a:prstTxWarp>
          </a:bodyPr>
          <a:lstStyle>
            <a:lvl1pPr algn="l">
              <a:defRPr sz="1650"/>
            </a:lvl1pPr>
          </a:lstStyle>
          <a:p>
            <a:pPr lvl="0"/>
            <a:r>
              <a:rPr lang="en-US"/>
              <a:t>Click to edit Master title style</a:t>
            </a:r>
            <a:endParaRPr lang="en-US" dirty="0"/>
          </a:p>
        </p:txBody>
      </p:sp>
      <p:sp>
        <p:nvSpPr>
          <p:cNvPr id="8" name="Slide Number Placeholder 9"/>
          <p:cNvSpPr>
            <a:spLocks noGrp="1"/>
          </p:cNvSpPr>
          <p:nvPr>
            <p:ph type="sldNum" sz="quarter" idx="10"/>
          </p:nvPr>
        </p:nvSpPr>
        <p:spPr/>
        <p:txBody>
          <a:bodyPr/>
          <a:lstStyle>
            <a:lvl1pPr>
              <a:defRPr/>
            </a:lvl1pPr>
          </a:lstStyle>
          <a:p>
            <a:fld id="{524011BE-5C53-0E48-93A9-5E9857491FB1}" type="slidenum">
              <a:rPr lang="en-US" altLang="en-US"/>
              <a:pPr/>
              <a:t>‹#›</a:t>
            </a:fld>
            <a:endParaRPr lang="en-US" altLang="en-US"/>
          </a:p>
        </p:txBody>
      </p:sp>
      <p:sp>
        <p:nvSpPr>
          <p:cNvPr id="9" name="Footer Placeholder 12"/>
          <p:cNvSpPr>
            <a:spLocks noGrp="1"/>
          </p:cNvSpPr>
          <p:nvPr>
            <p:ph type="ftr" sz="quarter" idx="11"/>
          </p:nvPr>
        </p:nvSpPr>
        <p:spPr/>
        <p:txBody>
          <a:bodyPr/>
          <a:lstStyle>
            <a:lvl1pPr>
              <a:defRPr/>
            </a:lvl1pPr>
          </a:lstStyle>
          <a:p>
            <a:pPr>
              <a:defRPr/>
            </a:pPr>
            <a:r>
              <a:rPr lang="en-US"/>
              <a:t>Ethical Debates, Econ Theories, Real-World Impacts</a:t>
            </a:r>
          </a:p>
        </p:txBody>
      </p:sp>
    </p:spTree>
  </p:cSld>
  <p:clrMapOvr>
    <a:masterClrMapping/>
  </p:clrMapOvr>
</p:sldLayout>
</file>

<file path=ppt/slideLayouts/slideLayout46.xml><?xml version="1.0" encoding="utf-8"?>
<p:sldLayout xmlns:a="http://schemas.openxmlformats.org/drawingml/2006/main" xmlns:r="http://schemas.openxmlformats.org/officeDocument/2006/relationships" xmlns:p="http://schemas.openxmlformats.org/presentationml/2006/main" preserve="1" userDrawn="1">
  <p:cSld name="Attorney Bio">
    <p:spTree>
      <p:nvGrpSpPr>
        <p:cNvPr id="1" name=""/>
        <p:cNvGrpSpPr/>
        <p:nvPr/>
      </p:nvGrpSpPr>
      <p:grpSpPr>
        <a:xfrm>
          <a:off x="0" y="0"/>
          <a:ext cx="0" cy="0"/>
          <a:chOff x="0" y="0"/>
          <a:chExt cx="0" cy="0"/>
        </a:xfrm>
      </p:grpSpPr>
      <p:sp>
        <p:nvSpPr>
          <p:cNvPr id="12" name="Line 22"/>
          <p:cNvSpPr>
            <a:spLocks noChangeShapeType="1"/>
          </p:cNvSpPr>
          <p:nvPr/>
        </p:nvSpPr>
        <p:spPr bwMode="auto">
          <a:xfrm>
            <a:off x="2076450" y="2667000"/>
            <a:ext cx="6629400" cy="0"/>
          </a:xfrm>
          <a:prstGeom prst="line">
            <a:avLst/>
          </a:prstGeom>
          <a:noFill/>
          <a:ln w="6350">
            <a:solidFill>
              <a:schemeClr val="tx1"/>
            </a:solidFill>
            <a:round/>
            <a:headEnd/>
            <a:tailEnd/>
          </a:ln>
          <a:extLst>
            <a:ext uri="{909E8E84-426E-40DD-AFC4-6F175D3DCCD1}">
              <a14:hiddenFill xmlns:a14="http://schemas.microsoft.com/office/drawing/2010/main">
                <a:noFill/>
              </a14:hiddenFill>
            </a:ext>
          </a:extLst>
        </p:spPr>
        <p:txBody>
          <a:bodyPr/>
          <a:lstStyle/>
          <a:p>
            <a:endParaRPr lang="en-US" sz="1350"/>
          </a:p>
        </p:txBody>
      </p:sp>
      <p:sp>
        <p:nvSpPr>
          <p:cNvPr id="13" name="TextBox 13"/>
          <p:cNvSpPr txBox="1">
            <a:spLocks noChangeArrowheads="1"/>
          </p:cNvSpPr>
          <p:nvPr userDrawn="1"/>
        </p:nvSpPr>
        <p:spPr bwMode="auto">
          <a:xfrm>
            <a:off x="2066925" y="1108077"/>
            <a:ext cx="3200400" cy="20774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a:spAutoFit/>
          </a:bodyPr>
          <a:lstStyle>
            <a:lvl1pPr>
              <a:defRPr>
                <a:solidFill>
                  <a:schemeClr val="tx1"/>
                </a:solidFill>
                <a:latin typeface="Calibri" pitchFamily="34" charset="0"/>
              </a:defRPr>
            </a:lvl1pPr>
            <a:lvl2pPr marL="742950" indent="-285750">
              <a:defRPr>
                <a:solidFill>
                  <a:schemeClr val="tx1"/>
                </a:solidFill>
                <a:latin typeface="Calibri" pitchFamily="34" charset="0"/>
              </a:defRPr>
            </a:lvl2pPr>
            <a:lvl3pPr marL="1143000" indent="-228600">
              <a:defRPr>
                <a:solidFill>
                  <a:schemeClr val="tx1"/>
                </a:solidFill>
                <a:latin typeface="Calibri" pitchFamily="34" charset="0"/>
              </a:defRPr>
            </a:lvl3pPr>
            <a:lvl4pPr marL="1600200" indent="-228600">
              <a:defRPr>
                <a:solidFill>
                  <a:schemeClr val="tx1"/>
                </a:solidFill>
                <a:latin typeface="Calibri" pitchFamily="34" charset="0"/>
              </a:defRPr>
            </a:lvl4pPr>
            <a:lvl5pPr marL="2057400" indent="-228600">
              <a:defRPr>
                <a:solidFill>
                  <a:schemeClr val="tx1"/>
                </a:solidFill>
                <a:latin typeface="Calibri" pitchFamily="34" charset="0"/>
              </a:defRPr>
            </a:lvl5pPr>
            <a:lvl6pPr marL="2514600" indent="-228600" fontAlgn="base">
              <a:spcBef>
                <a:spcPct val="0"/>
              </a:spcBef>
              <a:spcAft>
                <a:spcPct val="0"/>
              </a:spcAft>
              <a:defRPr>
                <a:solidFill>
                  <a:schemeClr val="tx1"/>
                </a:solidFill>
                <a:latin typeface="Calibri" pitchFamily="34" charset="0"/>
              </a:defRPr>
            </a:lvl6pPr>
            <a:lvl7pPr marL="2971800" indent="-228600" fontAlgn="base">
              <a:spcBef>
                <a:spcPct val="0"/>
              </a:spcBef>
              <a:spcAft>
                <a:spcPct val="0"/>
              </a:spcAft>
              <a:defRPr>
                <a:solidFill>
                  <a:schemeClr val="tx1"/>
                </a:solidFill>
                <a:latin typeface="Calibri" pitchFamily="34" charset="0"/>
              </a:defRPr>
            </a:lvl7pPr>
            <a:lvl8pPr marL="3429000" indent="-228600" fontAlgn="base">
              <a:spcBef>
                <a:spcPct val="0"/>
              </a:spcBef>
              <a:spcAft>
                <a:spcPct val="0"/>
              </a:spcAft>
              <a:defRPr>
                <a:solidFill>
                  <a:schemeClr val="tx1"/>
                </a:solidFill>
                <a:latin typeface="Calibri" pitchFamily="34" charset="0"/>
              </a:defRPr>
            </a:lvl8pPr>
            <a:lvl9pPr marL="3886200" indent="-228600" fontAlgn="base">
              <a:spcBef>
                <a:spcPct val="0"/>
              </a:spcBef>
              <a:spcAft>
                <a:spcPct val="0"/>
              </a:spcAft>
              <a:defRPr>
                <a:solidFill>
                  <a:schemeClr val="tx1"/>
                </a:solidFill>
                <a:latin typeface="Calibri" pitchFamily="34" charset="0"/>
              </a:defRPr>
            </a:lvl9pPr>
          </a:lstStyle>
          <a:p>
            <a:pPr>
              <a:defRPr/>
            </a:pPr>
            <a:r>
              <a:rPr lang="en-US" sz="750" b="1">
                <a:solidFill>
                  <a:srgbClr val="B01C2E"/>
                </a:solidFill>
                <a:latin typeface="Arial" charset="0"/>
                <a:ea typeface="+mn-ea"/>
              </a:rPr>
              <a:t>Specialization</a:t>
            </a:r>
          </a:p>
        </p:txBody>
      </p:sp>
      <p:sp>
        <p:nvSpPr>
          <p:cNvPr id="14" name="TextBox 14"/>
          <p:cNvSpPr txBox="1">
            <a:spLocks noChangeArrowheads="1"/>
          </p:cNvSpPr>
          <p:nvPr userDrawn="1"/>
        </p:nvSpPr>
        <p:spPr bwMode="auto">
          <a:xfrm>
            <a:off x="5505450" y="1108077"/>
            <a:ext cx="3200400" cy="20774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a:spAutoFit/>
          </a:bodyPr>
          <a:lstStyle>
            <a:lvl1pPr>
              <a:defRPr>
                <a:solidFill>
                  <a:schemeClr val="tx1"/>
                </a:solidFill>
                <a:latin typeface="Calibri" pitchFamily="34" charset="0"/>
              </a:defRPr>
            </a:lvl1pPr>
            <a:lvl2pPr marL="742950" indent="-285750">
              <a:defRPr>
                <a:solidFill>
                  <a:schemeClr val="tx1"/>
                </a:solidFill>
                <a:latin typeface="Calibri" pitchFamily="34" charset="0"/>
              </a:defRPr>
            </a:lvl2pPr>
            <a:lvl3pPr marL="1143000" indent="-228600">
              <a:defRPr>
                <a:solidFill>
                  <a:schemeClr val="tx1"/>
                </a:solidFill>
                <a:latin typeface="Calibri" pitchFamily="34" charset="0"/>
              </a:defRPr>
            </a:lvl3pPr>
            <a:lvl4pPr marL="1600200" indent="-228600">
              <a:defRPr>
                <a:solidFill>
                  <a:schemeClr val="tx1"/>
                </a:solidFill>
                <a:latin typeface="Calibri" pitchFamily="34" charset="0"/>
              </a:defRPr>
            </a:lvl4pPr>
            <a:lvl5pPr marL="2057400" indent="-228600">
              <a:defRPr>
                <a:solidFill>
                  <a:schemeClr val="tx1"/>
                </a:solidFill>
                <a:latin typeface="Calibri" pitchFamily="34" charset="0"/>
              </a:defRPr>
            </a:lvl5pPr>
            <a:lvl6pPr marL="2514600" indent="-228600" fontAlgn="base">
              <a:spcBef>
                <a:spcPct val="0"/>
              </a:spcBef>
              <a:spcAft>
                <a:spcPct val="0"/>
              </a:spcAft>
              <a:defRPr>
                <a:solidFill>
                  <a:schemeClr val="tx1"/>
                </a:solidFill>
                <a:latin typeface="Calibri" pitchFamily="34" charset="0"/>
              </a:defRPr>
            </a:lvl6pPr>
            <a:lvl7pPr marL="2971800" indent="-228600" fontAlgn="base">
              <a:spcBef>
                <a:spcPct val="0"/>
              </a:spcBef>
              <a:spcAft>
                <a:spcPct val="0"/>
              </a:spcAft>
              <a:defRPr>
                <a:solidFill>
                  <a:schemeClr val="tx1"/>
                </a:solidFill>
                <a:latin typeface="Calibri" pitchFamily="34" charset="0"/>
              </a:defRPr>
            </a:lvl7pPr>
            <a:lvl8pPr marL="3429000" indent="-228600" fontAlgn="base">
              <a:spcBef>
                <a:spcPct val="0"/>
              </a:spcBef>
              <a:spcAft>
                <a:spcPct val="0"/>
              </a:spcAft>
              <a:defRPr>
                <a:solidFill>
                  <a:schemeClr val="tx1"/>
                </a:solidFill>
                <a:latin typeface="Calibri" pitchFamily="34" charset="0"/>
              </a:defRPr>
            </a:lvl8pPr>
            <a:lvl9pPr marL="3886200" indent="-228600" fontAlgn="base">
              <a:spcBef>
                <a:spcPct val="0"/>
              </a:spcBef>
              <a:spcAft>
                <a:spcPct val="0"/>
              </a:spcAft>
              <a:defRPr>
                <a:solidFill>
                  <a:schemeClr val="tx1"/>
                </a:solidFill>
                <a:latin typeface="Calibri" pitchFamily="34" charset="0"/>
              </a:defRPr>
            </a:lvl9pPr>
          </a:lstStyle>
          <a:p>
            <a:pPr>
              <a:defRPr/>
            </a:pPr>
            <a:r>
              <a:rPr lang="en-US" sz="750" b="1">
                <a:solidFill>
                  <a:srgbClr val="B01C2E"/>
                </a:solidFill>
                <a:latin typeface="Arial" charset="0"/>
                <a:ea typeface="+mn-ea"/>
              </a:rPr>
              <a:t>Education</a:t>
            </a:r>
          </a:p>
        </p:txBody>
      </p:sp>
      <p:sp>
        <p:nvSpPr>
          <p:cNvPr id="17" name="Text Placeholder 16"/>
          <p:cNvSpPr>
            <a:spLocks noGrp="1"/>
          </p:cNvSpPr>
          <p:nvPr>
            <p:ph type="body" sz="quarter" idx="17"/>
          </p:nvPr>
        </p:nvSpPr>
        <p:spPr>
          <a:xfrm>
            <a:off x="2067306" y="2743200"/>
            <a:ext cx="6638544" cy="3429000"/>
          </a:xfrm>
          <a:prstGeom prst="rect">
            <a:avLst/>
          </a:prstGeom>
          <a:ln>
            <a:noFill/>
          </a:ln>
        </p:spPr>
        <p:txBody>
          <a:bodyPr lIns="27432" anchor="t"/>
          <a:lstStyle>
            <a:lvl1pPr marL="0" indent="0" algn="l">
              <a:lnSpc>
                <a:spcPts val="900"/>
              </a:lnSpc>
              <a:spcBef>
                <a:spcPts val="0"/>
              </a:spcBef>
              <a:spcAft>
                <a:spcPts val="450"/>
              </a:spcAft>
              <a:buFont typeface="Arial" pitchFamily="34" charset="0"/>
              <a:buChar char=" "/>
              <a:defRPr sz="750" b="0" baseline="0">
                <a:latin typeface="+mn-lt"/>
              </a:defRPr>
            </a:lvl1pPr>
            <a:lvl2pPr marL="0" indent="0">
              <a:lnSpc>
                <a:spcPts val="900"/>
              </a:lnSpc>
              <a:spcBef>
                <a:spcPts val="0"/>
              </a:spcBef>
              <a:spcAft>
                <a:spcPts val="900"/>
              </a:spcAft>
              <a:buFont typeface="Arial" pitchFamily="34" charset="0"/>
              <a:buChar char=" "/>
              <a:defRPr sz="750" b="1" baseline="0">
                <a:solidFill>
                  <a:srgbClr val="666666"/>
                </a:solidFill>
                <a:latin typeface="Arial" pitchFamily="34" charset="0"/>
              </a:defRPr>
            </a:lvl2pPr>
            <a:lvl3pPr marL="171450" indent="-171450">
              <a:buClr>
                <a:srgbClr val="B01C2E"/>
              </a:buClr>
              <a:buFont typeface="Wingdings 2" pitchFamily="18" charset="2"/>
              <a:buChar char="¡"/>
              <a:defRPr sz="750" baseline="0">
                <a:latin typeface="Arial" pitchFamily="34" charset="0"/>
              </a:defRPr>
            </a:lvl3pPr>
            <a:lvl4pPr marL="342900" indent="-171450">
              <a:buClr>
                <a:srgbClr val="B01C2E"/>
              </a:buClr>
              <a:buFont typeface="Arial" pitchFamily="34" charset="0"/>
              <a:buChar char="–"/>
              <a:defRPr sz="750" baseline="0">
                <a:latin typeface="Arial" pitchFamily="34" charset="0"/>
              </a:defRPr>
            </a:lvl4pPr>
            <a:lvl5pPr marL="514350" indent="-171450">
              <a:buClr>
                <a:srgbClr val="B01C2E"/>
              </a:buClr>
              <a:buFont typeface="Arial" pitchFamily="34" charset="0"/>
              <a:buChar char="–"/>
              <a:defRPr sz="750" baseline="0">
                <a:latin typeface="Arial" pitchFamily="34" charset="0"/>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9" name="Rectangle 2"/>
          <p:cNvSpPr>
            <a:spLocks noGrp="1" noChangeArrowheads="1"/>
          </p:cNvSpPr>
          <p:nvPr>
            <p:ph type="title"/>
          </p:nvPr>
        </p:nvSpPr>
        <p:spPr bwMode="gray">
          <a:xfrm>
            <a:off x="452441" y="2"/>
            <a:ext cx="8239125" cy="898525"/>
          </a:xfrm>
          <a:prstGeom prst="rect">
            <a:avLst/>
          </a:prstGeom>
          <a:noFill/>
          <a:ln w="9525">
            <a:noFill/>
            <a:miter lim="800000"/>
            <a:headEnd/>
            <a:tailEnd/>
          </a:ln>
        </p:spPr>
        <p:txBody>
          <a:bodyPr vert="horz" wrap="square" lIns="0" tIns="0" rIns="0" bIns="0" numCol="1" anchor="b" anchorCtr="0" compatLnSpc="1">
            <a:prstTxWarp prst="textNoShape">
              <a:avLst/>
            </a:prstTxWarp>
          </a:bodyPr>
          <a:lstStyle>
            <a:lvl1pPr algn="l">
              <a:defRPr sz="1650" baseline="0"/>
            </a:lvl1pPr>
          </a:lstStyle>
          <a:p>
            <a:pPr lvl="0"/>
            <a:r>
              <a:rPr lang="en-US"/>
              <a:t>Click to edit Master title style</a:t>
            </a:r>
            <a:endParaRPr lang="en-US" dirty="0"/>
          </a:p>
        </p:txBody>
      </p:sp>
      <p:sp>
        <p:nvSpPr>
          <p:cNvPr id="18" name="Picture Placeholder 9"/>
          <p:cNvSpPr>
            <a:spLocks noGrp="1"/>
          </p:cNvSpPr>
          <p:nvPr>
            <p:ph type="pic" sz="quarter" idx="13"/>
          </p:nvPr>
        </p:nvSpPr>
        <p:spPr>
          <a:xfrm>
            <a:off x="455612" y="1108074"/>
            <a:ext cx="1170432" cy="1563624"/>
          </a:xfrm>
          <a:prstGeom prst="rect">
            <a:avLst/>
          </a:prstGeom>
        </p:spPr>
        <p:txBody>
          <a:bodyPr/>
          <a:lstStyle>
            <a:lvl1pPr>
              <a:buFont typeface="Wingdings 2" pitchFamily="18" charset="2"/>
              <a:buChar char=""/>
              <a:defRPr lang="en-US" sz="1200" kern="1200" noProof="0" dirty="0">
                <a:solidFill>
                  <a:schemeClr val="tx1"/>
                </a:solidFill>
                <a:latin typeface="+mn-lt"/>
                <a:ea typeface="+mn-ea"/>
                <a:cs typeface="+mn-cs"/>
              </a:defRPr>
            </a:lvl1pPr>
          </a:lstStyle>
          <a:p>
            <a:pPr lvl="0"/>
            <a:r>
              <a:rPr lang="en-US" noProof="0"/>
              <a:t>Drag picture to placeholder or click icon to add</a:t>
            </a:r>
            <a:endParaRPr lang="en-US" noProof="0" dirty="0"/>
          </a:p>
        </p:txBody>
      </p:sp>
      <p:sp>
        <p:nvSpPr>
          <p:cNvPr id="22" name="Text Placeholder 7"/>
          <p:cNvSpPr>
            <a:spLocks noGrp="1"/>
          </p:cNvSpPr>
          <p:nvPr>
            <p:ph type="body" sz="quarter" idx="12"/>
          </p:nvPr>
        </p:nvSpPr>
        <p:spPr>
          <a:xfrm>
            <a:off x="455615" y="2722996"/>
            <a:ext cx="1525587" cy="553604"/>
          </a:xfrm>
          <a:prstGeom prst="rect">
            <a:avLst/>
          </a:prstGeom>
        </p:spPr>
        <p:txBody>
          <a:bodyPr lIns="0"/>
          <a:lstStyle>
            <a:lvl1pPr marL="0" indent="0">
              <a:lnSpc>
                <a:spcPts val="750"/>
              </a:lnSpc>
              <a:buNone/>
              <a:defRPr sz="750" b="0" baseline="0"/>
            </a:lvl1pPr>
            <a:lvl2pPr marL="0" indent="0">
              <a:lnSpc>
                <a:spcPts val="750"/>
              </a:lnSpc>
              <a:buNone/>
              <a:defRPr sz="750" i="1"/>
            </a:lvl2pPr>
            <a:lvl3pPr marL="0" indent="0">
              <a:lnSpc>
                <a:spcPts val="750"/>
              </a:lnSpc>
              <a:buFont typeface="Arial" pitchFamily="34" charset="0"/>
              <a:buNone/>
              <a:defRPr sz="750"/>
            </a:lvl3pPr>
            <a:lvl4pPr marL="0" indent="0">
              <a:lnSpc>
                <a:spcPts val="750"/>
              </a:lnSpc>
              <a:buNone/>
              <a:defRPr sz="750"/>
            </a:lvl4pPr>
            <a:lvl5pPr marL="0" indent="0">
              <a:buNone/>
              <a:defRPr sz="750"/>
            </a:lvl5pPr>
          </a:lstStyle>
          <a:p>
            <a:pPr lvl="0"/>
            <a:r>
              <a:rPr lang="en-US"/>
              <a:t>Click to edit Master text styles</a:t>
            </a:r>
          </a:p>
        </p:txBody>
      </p:sp>
      <p:sp>
        <p:nvSpPr>
          <p:cNvPr id="40" name="Text Placeholder 12"/>
          <p:cNvSpPr>
            <a:spLocks noGrp="1"/>
          </p:cNvSpPr>
          <p:nvPr>
            <p:ph type="body" sz="quarter" idx="37"/>
          </p:nvPr>
        </p:nvSpPr>
        <p:spPr>
          <a:xfrm>
            <a:off x="5505450" y="2144554"/>
            <a:ext cx="3200400" cy="246888"/>
          </a:xfrm>
          <a:prstGeom prst="rect">
            <a:avLst/>
          </a:prstGeom>
          <a:ln w="6350">
            <a:noFill/>
          </a:ln>
        </p:spPr>
        <p:txBody>
          <a:bodyPr lIns="27432" tIns="45720" rIns="45720" bIns="45720" anchor="t" anchorCtr="0"/>
          <a:lstStyle>
            <a:lvl1pPr marL="128588" indent="-128588">
              <a:buClr>
                <a:srgbClr val="B01C2E"/>
              </a:buClr>
              <a:buFont typeface="Wingdings 2" pitchFamily="18" charset="2"/>
              <a:buNone/>
              <a:defRPr sz="750" b="1" baseline="0">
                <a:solidFill>
                  <a:srgbClr val="B01C2E"/>
                </a:solidFill>
              </a:defRPr>
            </a:lvl1pPr>
            <a:lvl2pPr marL="89154" indent="-89154">
              <a:buClr>
                <a:srgbClr val="B01C2E"/>
              </a:buClr>
              <a:buFont typeface="Wingdings 2" pitchFamily="18" charset="2"/>
              <a:buNone/>
              <a:defRPr sz="750" b="1" baseline="0">
                <a:solidFill>
                  <a:srgbClr val="B01C2E"/>
                </a:solidFill>
              </a:defRPr>
            </a:lvl2pPr>
            <a:lvl3pPr marL="0" indent="-89154" algn="l" defTabSz="685800" rtl="0" eaLnBrk="1" latinLnBrk="0" hangingPunct="1">
              <a:lnSpc>
                <a:spcPct val="95000"/>
              </a:lnSpc>
              <a:spcBef>
                <a:spcPts val="0"/>
              </a:spcBef>
              <a:spcAft>
                <a:spcPts val="180"/>
              </a:spcAft>
              <a:buClr>
                <a:srgbClr val="B01C2E"/>
              </a:buClr>
              <a:buFont typeface="Wingdings 2" pitchFamily="18" charset="2"/>
              <a:buNone/>
              <a:defRPr lang="en-US" sz="750" b="1" kern="1200" baseline="0" dirty="0" smtClean="0">
                <a:solidFill>
                  <a:srgbClr val="B01C2E"/>
                </a:solidFill>
                <a:latin typeface="+mn-lt"/>
                <a:ea typeface="+mn-ea"/>
                <a:cs typeface="+mn-cs"/>
              </a:defRPr>
            </a:lvl3pPr>
            <a:lvl4pPr marL="511969" indent="-127397">
              <a:buClr>
                <a:srgbClr val="B01C2E"/>
              </a:buClr>
              <a:defRPr sz="750"/>
            </a:lvl4pPr>
            <a:lvl5pPr marL="640556" indent="-128588">
              <a:buClr>
                <a:srgbClr val="B01C2E"/>
              </a:buClr>
              <a:buFont typeface="Arial" pitchFamily="34" charset="0"/>
              <a:buChar char="–"/>
              <a:defRPr sz="750"/>
            </a:lvl5pPr>
          </a:lstStyle>
          <a:p>
            <a:pPr lvl="0"/>
            <a:r>
              <a:rPr lang="en-US"/>
              <a:t>Click to edit Master text styles</a:t>
            </a:r>
          </a:p>
        </p:txBody>
      </p:sp>
      <p:sp>
        <p:nvSpPr>
          <p:cNvPr id="42" name="Text Placeholder 12"/>
          <p:cNvSpPr>
            <a:spLocks noGrp="1"/>
          </p:cNvSpPr>
          <p:nvPr>
            <p:ph type="body" sz="quarter" idx="39"/>
          </p:nvPr>
        </p:nvSpPr>
        <p:spPr>
          <a:xfrm>
            <a:off x="2067306" y="2144554"/>
            <a:ext cx="3200400" cy="246888"/>
          </a:xfrm>
          <a:prstGeom prst="rect">
            <a:avLst/>
          </a:prstGeom>
          <a:ln w="6350">
            <a:noFill/>
          </a:ln>
        </p:spPr>
        <p:txBody>
          <a:bodyPr lIns="27432" tIns="45720" rIns="45720" bIns="45720" anchor="t" anchorCtr="0"/>
          <a:lstStyle>
            <a:lvl1pPr marL="128588" indent="-128588">
              <a:buClr>
                <a:srgbClr val="B01C2E"/>
              </a:buClr>
              <a:buFont typeface="Wingdings 2" pitchFamily="18" charset="2"/>
              <a:buNone/>
              <a:defRPr sz="750" b="1" baseline="0">
                <a:solidFill>
                  <a:srgbClr val="B01C2E"/>
                </a:solidFill>
              </a:defRPr>
            </a:lvl1pPr>
            <a:lvl2pPr marL="89154" indent="-89154">
              <a:buClr>
                <a:srgbClr val="B01C2E"/>
              </a:buClr>
              <a:buFont typeface="Wingdings 2" pitchFamily="18" charset="2"/>
              <a:buNone/>
              <a:defRPr sz="750" b="1" baseline="0">
                <a:solidFill>
                  <a:srgbClr val="B01C2E"/>
                </a:solidFill>
              </a:defRPr>
            </a:lvl2pPr>
            <a:lvl3pPr marL="0" indent="-89154" algn="l" defTabSz="685800" rtl="0" eaLnBrk="1" latinLnBrk="0" hangingPunct="1">
              <a:lnSpc>
                <a:spcPct val="95000"/>
              </a:lnSpc>
              <a:spcBef>
                <a:spcPts val="0"/>
              </a:spcBef>
              <a:spcAft>
                <a:spcPts val="180"/>
              </a:spcAft>
              <a:buClr>
                <a:srgbClr val="B01C2E"/>
              </a:buClr>
              <a:buFont typeface="Wingdings 2" pitchFamily="18" charset="2"/>
              <a:buNone/>
              <a:defRPr lang="en-US" sz="750" b="1" kern="1200" baseline="0" dirty="0" smtClean="0">
                <a:solidFill>
                  <a:srgbClr val="B01C2E"/>
                </a:solidFill>
                <a:latin typeface="+mn-lt"/>
                <a:ea typeface="+mn-ea"/>
                <a:cs typeface="+mn-cs"/>
              </a:defRPr>
            </a:lvl3pPr>
            <a:lvl4pPr marL="511969" indent="-127397">
              <a:buClr>
                <a:srgbClr val="B01C2E"/>
              </a:buClr>
              <a:defRPr sz="750"/>
            </a:lvl4pPr>
            <a:lvl5pPr marL="640556" indent="-128588">
              <a:buClr>
                <a:srgbClr val="B01C2E"/>
              </a:buClr>
              <a:buFont typeface="Arial" pitchFamily="34" charset="0"/>
              <a:buChar char="–"/>
              <a:defRPr sz="750"/>
            </a:lvl5pPr>
          </a:lstStyle>
          <a:p>
            <a:pPr lvl="0"/>
            <a:r>
              <a:rPr lang="en-US"/>
              <a:t>Click to edit Master text styles</a:t>
            </a:r>
          </a:p>
        </p:txBody>
      </p:sp>
      <p:sp>
        <p:nvSpPr>
          <p:cNvPr id="44" name="Text Placeholder 16"/>
          <p:cNvSpPr>
            <a:spLocks noGrp="1"/>
          </p:cNvSpPr>
          <p:nvPr>
            <p:ph type="body" sz="quarter" idx="41"/>
          </p:nvPr>
        </p:nvSpPr>
        <p:spPr>
          <a:xfrm>
            <a:off x="2067306" y="2308860"/>
            <a:ext cx="3200400" cy="347472"/>
          </a:xfrm>
          <a:prstGeom prst="rect">
            <a:avLst/>
          </a:prstGeom>
          <a:ln>
            <a:noFill/>
          </a:ln>
        </p:spPr>
        <p:txBody>
          <a:bodyPr lIns="27432" anchor="t"/>
          <a:lstStyle>
            <a:lvl1pPr marL="0" indent="0" algn="l">
              <a:lnSpc>
                <a:spcPct val="95000"/>
              </a:lnSpc>
              <a:spcBef>
                <a:spcPts val="0"/>
              </a:spcBef>
              <a:spcAft>
                <a:spcPts val="180"/>
              </a:spcAft>
              <a:buNone/>
              <a:defRPr sz="750" b="0" baseline="0">
                <a:latin typeface="+mn-lt"/>
              </a:defRPr>
            </a:lvl1pPr>
            <a:lvl2pPr>
              <a:defRPr sz="900" baseline="0">
                <a:latin typeface="Arial" pitchFamily="34" charset="0"/>
              </a:defRPr>
            </a:lvl2pPr>
            <a:lvl3pPr>
              <a:defRPr sz="900" baseline="0">
                <a:latin typeface="Arial" pitchFamily="34" charset="0"/>
              </a:defRPr>
            </a:lvl3pPr>
            <a:lvl4pPr>
              <a:defRPr sz="900" baseline="0">
                <a:latin typeface="Arial" pitchFamily="34" charset="0"/>
              </a:defRPr>
            </a:lvl4pPr>
            <a:lvl5pPr>
              <a:defRPr sz="900" baseline="0">
                <a:latin typeface="Arial" pitchFamily="34" charset="0"/>
              </a:defRPr>
            </a:lvl5pPr>
          </a:lstStyle>
          <a:p>
            <a:pPr lvl="0"/>
            <a:r>
              <a:rPr lang="en-US"/>
              <a:t>Click to edit Master text styles</a:t>
            </a:r>
          </a:p>
        </p:txBody>
      </p:sp>
      <p:sp>
        <p:nvSpPr>
          <p:cNvPr id="46" name="Text Placeholder 16"/>
          <p:cNvSpPr>
            <a:spLocks noGrp="1"/>
          </p:cNvSpPr>
          <p:nvPr>
            <p:ph type="body" sz="quarter" idx="42"/>
          </p:nvPr>
        </p:nvSpPr>
        <p:spPr>
          <a:xfrm>
            <a:off x="5505450" y="2308860"/>
            <a:ext cx="3200400" cy="347472"/>
          </a:xfrm>
          <a:prstGeom prst="rect">
            <a:avLst/>
          </a:prstGeom>
          <a:ln>
            <a:noFill/>
          </a:ln>
        </p:spPr>
        <p:txBody>
          <a:bodyPr lIns="27432" anchor="t"/>
          <a:lstStyle>
            <a:lvl1pPr marL="0" indent="0" algn="l">
              <a:lnSpc>
                <a:spcPct val="95000"/>
              </a:lnSpc>
              <a:spcBef>
                <a:spcPts val="0"/>
              </a:spcBef>
              <a:spcAft>
                <a:spcPts val="180"/>
              </a:spcAft>
              <a:buNone/>
              <a:defRPr sz="750" b="0" baseline="0">
                <a:latin typeface="+mn-lt"/>
              </a:defRPr>
            </a:lvl1pPr>
            <a:lvl2pPr>
              <a:defRPr sz="900" baseline="0">
                <a:latin typeface="Arial" pitchFamily="34" charset="0"/>
              </a:defRPr>
            </a:lvl2pPr>
            <a:lvl3pPr>
              <a:defRPr sz="900" baseline="0">
                <a:latin typeface="Arial" pitchFamily="34" charset="0"/>
              </a:defRPr>
            </a:lvl3pPr>
            <a:lvl4pPr>
              <a:defRPr sz="900" baseline="0">
                <a:latin typeface="Arial" pitchFamily="34" charset="0"/>
              </a:defRPr>
            </a:lvl4pPr>
            <a:lvl5pPr>
              <a:defRPr sz="900" baseline="0">
                <a:latin typeface="Arial" pitchFamily="34" charset="0"/>
              </a:defRPr>
            </a:lvl5pPr>
          </a:lstStyle>
          <a:p>
            <a:pPr lvl="0"/>
            <a:r>
              <a:rPr lang="en-US"/>
              <a:t>Click to edit Master text styles</a:t>
            </a:r>
          </a:p>
        </p:txBody>
      </p:sp>
      <p:sp>
        <p:nvSpPr>
          <p:cNvPr id="47" name="Text Placeholder 19"/>
          <p:cNvSpPr>
            <a:spLocks noGrp="1"/>
          </p:cNvSpPr>
          <p:nvPr>
            <p:ph type="body" sz="quarter" idx="29"/>
          </p:nvPr>
        </p:nvSpPr>
        <p:spPr>
          <a:xfrm>
            <a:off x="2067306" y="1295400"/>
            <a:ext cx="3200400" cy="822960"/>
          </a:xfrm>
          <a:prstGeom prst="rect">
            <a:avLst/>
          </a:prstGeom>
          <a:solidFill>
            <a:srgbClr val="FFFFFF"/>
          </a:solidFill>
          <a:ln>
            <a:noFill/>
          </a:ln>
        </p:spPr>
        <p:txBody>
          <a:bodyPr wrap="square" lIns="27432" tIns="45720" rIns="45720" bIns="45720" anchor="t">
            <a:noAutofit/>
          </a:bodyPr>
          <a:lstStyle>
            <a:lvl1pPr marL="89154" indent="-89154">
              <a:lnSpc>
                <a:spcPct val="95000"/>
              </a:lnSpc>
              <a:spcBef>
                <a:spcPts val="0"/>
              </a:spcBef>
              <a:spcAft>
                <a:spcPts val="150"/>
              </a:spcAft>
              <a:buClr>
                <a:schemeClr val="accent1"/>
              </a:buClr>
              <a:buFont typeface="Wingdings 2" pitchFamily="18" charset="2"/>
              <a:buChar char=""/>
              <a:defRPr sz="750" baseline="0">
                <a:solidFill>
                  <a:schemeClr val="tx1"/>
                </a:solidFill>
              </a:defRPr>
            </a:lvl1pPr>
            <a:lvl2pPr marL="89154" indent="-89154">
              <a:lnSpc>
                <a:spcPct val="95000"/>
              </a:lnSpc>
              <a:spcBef>
                <a:spcPts val="0"/>
              </a:spcBef>
              <a:spcAft>
                <a:spcPts val="150"/>
              </a:spcAft>
              <a:buClr>
                <a:srgbClr val="B01C2E"/>
              </a:buClr>
              <a:buFont typeface="NSimSun" pitchFamily="49" charset="-122"/>
              <a:buChar char=" "/>
              <a:defRPr sz="750" baseline="0"/>
            </a:lvl2pPr>
            <a:lvl3pPr marL="89154" indent="-89154">
              <a:lnSpc>
                <a:spcPct val="95000"/>
              </a:lnSpc>
              <a:spcBef>
                <a:spcPts val="0"/>
              </a:spcBef>
              <a:spcAft>
                <a:spcPts val="150"/>
              </a:spcAft>
              <a:buClr>
                <a:srgbClr val="B01C2E"/>
              </a:buClr>
              <a:buFont typeface="Wingdings 2" pitchFamily="18" charset="2"/>
              <a:buChar char="¡"/>
              <a:defRPr sz="750"/>
            </a:lvl3pPr>
          </a:lstStyle>
          <a:p>
            <a:pPr lvl="0"/>
            <a:r>
              <a:rPr lang="en-US"/>
              <a:t>Click to edit Master text styles</a:t>
            </a:r>
          </a:p>
        </p:txBody>
      </p:sp>
      <p:sp>
        <p:nvSpPr>
          <p:cNvPr id="48" name="Text Placeholder 19"/>
          <p:cNvSpPr>
            <a:spLocks noGrp="1"/>
          </p:cNvSpPr>
          <p:nvPr>
            <p:ph type="body" sz="quarter" idx="43"/>
          </p:nvPr>
        </p:nvSpPr>
        <p:spPr>
          <a:xfrm>
            <a:off x="5505450" y="1295400"/>
            <a:ext cx="3200400" cy="822960"/>
          </a:xfrm>
          <a:prstGeom prst="rect">
            <a:avLst/>
          </a:prstGeom>
          <a:solidFill>
            <a:srgbClr val="FFFFFF"/>
          </a:solidFill>
          <a:ln>
            <a:noFill/>
          </a:ln>
        </p:spPr>
        <p:txBody>
          <a:bodyPr wrap="square" lIns="27432" tIns="45720" rIns="45720" bIns="45720" anchor="t">
            <a:noAutofit/>
          </a:bodyPr>
          <a:lstStyle>
            <a:lvl1pPr marL="89154" indent="-89154">
              <a:lnSpc>
                <a:spcPct val="95000"/>
              </a:lnSpc>
              <a:spcBef>
                <a:spcPts val="0"/>
              </a:spcBef>
              <a:spcAft>
                <a:spcPts val="150"/>
              </a:spcAft>
              <a:buClr>
                <a:schemeClr val="accent1"/>
              </a:buClr>
              <a:buFont typeface="Wingdings 2" pitchFamily="18" charset="2"/>
              <a:buChar char=""/>
              <a:defRPr sz="750" baseline="0">
                <a:solidFill>
                  <a:schemeClr val="tx1"/>
                </a:solidFill>
              </a:defRPr>
            </a:lvl1pPr>
            <a:lvl2pPr marL="89154" indent="-89154">
              <a:lnSpc>
                <a:spcPct val="95000"/>
              </a:lnSpc>
              <a:spcBef>
                <a:spcPts val="0"/>
              </a:spcBef>
              <a:spcAft>
                <a:spcPts val="150"/>
              </a:spcAft>
              <a:buClr>
                <a:srgbClr val="B01C2E"/>
              </a:buClr>
              <a:buFont typeface="Arial" pitchFamily="34" charset="0"/>
              <a:buChar char=" "/>
              <a:defRPr sz="750" baseline="0"/>
            </a:lvl2pPr>
            <a:lvl3pPr marL="89154" indent="-89154">
              <a:lnSpc>
                <a:spcPct val="95000"/>
              </a:lnSpc>
              <a:spcBef>
                <a:spcPts val="0"/>
              </a:spcBef>
              <a:spcAft>
                <a:spcPts val="150"/>
              </a:spcAft>
              <a:buClr>
                <a:srgbClr val="B01C2E"/>
              </a:buClr>
              <a:buFont typeface="Wingdings 2" pitchFamily="18" charset="2"/>
              <a:buChar char="¡"/>
              <a:defRPr sz="750"/>
            </a:lvl3pPr>
          </a:lstStyle>
          <a:p>
            <a:pPr lvl="0"/>
            <a:r>
              <a:rPr lang="en-US"/>
              <a:t>Click to edit Master text styles</a:t>
            </a:r>
          </a:p>
        </p:txBody>
      </p:sp>
      <p:sp>
        <p:nvSpPr>
          <p:cNvPr id="15" name="Slide Number Placeholder 9"/>
          <p:cNvSpPr>
            <a:spLocks noGrp="1"/>
          </p:cNvSpPr>
          <p:nvPr>
            <p:ph type="sldNum" sz="quarter" idx="44"/>
          </p:nvPr>
        </p:nvSpPr>
        <p:spPr/>
        <p:txBody>
          <a:bodyPr/>
          <a:lstStyle>
            <a:lvl1pPr>
              <a:defRPr/>
            </a:lvl1pPr>
          </a:lstStyle>
          <a:p>
            <a:fld id="{3D17329F-BDC0-3444-A6CB-5CFB4AFF00F8}" type="slidenum">
              <a:rPr lang="en-US" altLang="en-US"/>
              <a:pPr/>
              <a:t>‹#›</a:t>
            </a:fld>
            <a:endParaRPr lang="en-US" altLang="en-US"/>
          </a:p>
        </p:txBody>
      </p:sp>
      <p:sp>
        <p:nvSpPr>
          <p:cNvPr id="16" name="Footer Placeholder 15"/>
          <p:cNvSpPr>
            <a:spLocks noGrp="1"/>
          </p:cNvSpPr>
          <p:nvPr>
            <p:ph type="ftr" sz="quarter" idx="45"/>
          </p:nvPr>
        </p:nvSpPr>
        <p:spPr/>
        <p:txBody>
          <a:bodyPr/>
          <a:lstStyle>
            <a:lvl1pPr>
              <a:defRPr smtClean="0"/>
            </a:lvl1pPr>
          </a:lstStyle>
          <a:p>
            <a:pPr>
              <a:defRPr/>
            </a:pPr>
            <a:r>
              <a:rPr lang="en-US"/>
              <a:t>Ethical Debates, Econ Theories, Real-World Impacts</a:t>
            </a:r>
          </a:p>
        </p:txBody>
      </p:sp>
    </p:spTree>
  </p:cSld>
  <p:clrMapOvr>
    <a:masterClrMapping/>
  </p:clrMapOvr>
</p:sldLayout>
</file>

<file path=ppt/slideLayouts/slideLayout47.xml><?xml version="1.0" encoding="utf-8"?>
<p:sldLayout xmlns:a="http://schemas.openxmlformats.org/drawingml/2006/main" xmlns:r="http://schemas.openxmlformats.org/officeDocument/2006/relationships" xmlns:p="http://schemas.openxmlformats.org/presentationml/2006/main" preserve="1" userDrawn="1">
  <p:cSld name="The Team with Pictures">
    <p:spTree>
      <p:nvGrpSpPr>
        <p:cNvPr id="1" name=""/>
        <p:cNvGrpSpPr/>
        <p:nvPr/>
      </p:nvGrpSpPr>
      <p:grpSpPr>
        <a:xfrm>
          <a:off x="0" y="0"/>
          <a:ext cx="0" cy="0"/>
          <a:chOff x="0" y="0"/>
          <a:chExt cx="0" cy="0"/>
        </a:xfrm>
      </p:grpSpPr>
      <p:sp>
        <p:nvSpPr>
          <p:cNvPr id="5" name="Text Placeholder 7"/>
          <p:cNvSpPr>
            <a:spLocks noGrp="1"/>
          </p:cNvSpPr>
          <p:nvPr>
            <p:ph type="body" sz="quarter" idx="12"/>
          </p:nvPr>
        </p:nvSpPr>
        <p:spPr>
          <a:xfrm>
            <a:off x="576987" y="2982769"/>
            <a:ext cx="1428461" cy="934604"/>
          </a:xfrm>
          <a:prstGeom prst="rect">
            <a:avLst/>
          </a:prstGeom>
        </p:spPr>
        <p:txBody>
          <a:bodyPr/>
          <a:lstStyle>
            <a:lvl1pPr marL="0" indent="0">
              <a:lnSpc>
                <a:spcPts val="750"/>
              </a:lnSpc>
              <a:buNone/>
              <a:defRPr sz="750" b="1" baseline="0"/>
            </a:lvl1pPr>
            <a:lvl2pPr marL="0" indent="0">
              <a:lnSpc>
                <a:spcPts val="750"/>
              </a:lnSpc>
              <a:buNone/>
              <a:defRPr sz="750" i="1"/>
            </a:lvl2pPr>
            <a:lvl3pPr marL="0" indent="0">
              <a:lnSpc>
                <a:spcPts val="750"/>
              </a:lnSpc>
              <a:buFont typeface="Arial" pitchFamily="34" charset="0"/>
              <a:buNone/>
              <a:defRPr sz="750"/>
            </a:lvl3pPr>
            <a:lvl4pPr marL="0" indent="0">
              <a:lnSpc>
                <a:spcPts val="750"/>
              </a:lnSpc>
              <a:buNone/>
              <a:defRPr sz="750"/>
            </a:lvl4pPr>
            <a:lvl5pPr marL="0" indent="0">
              <a:buNone/>
              <a:defRPr sz="750"/>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6" name="Picture Placeholder 9"/>
          <p:cNvSpPr>
            <a:spLocks noGrp="1"/>
          </p:cNvSpPr>
          <p:nvPr>
            <p:ph type="pic" sz="quarter" idx="13"/>
          </p:nvPr>
        </p:nvSpPr>
        <p:spPr>
          <a:xfrm>
            <a:off x="576985" y="1589235"/>
            <a:ext cx="1069975" cy="1330325"/>
          </a:xfrm>
          <a:prstGeom prst="rect">
            <a:avLst/>
          </a:prstGeom>
        </p:spPr>
        <p:txBody>
          <a:bodyPr/>
          <a:lstStyle>
            <a:lvl1pPr>
              <a:buFont typeface="Wingdings 2" pitchFamily="18" charset="2"/>
              <a:buChar char=""/>
              <a:defRPr lang="en-US" sz="1200" kern="1200" noProof="0" dirty="0">
                <a:solidFill>
                  <a:schemeClr val="tx1"/>
                </a:solidFill>
                <a:latin typeface="+mn-lt"/>
                <a:ea typeface="+mn-ea"/>
                <a:cs typeface="+mn-cs"/>
              </a:defRPr>
            </a:lvl1pPr>
          </a:lstStyle>
          <a:p>
            <a:pPr lvl="0"/>
            <a:r>
              <a:rPr lang="en-US" noProof="0"/>
              <a:t>Drag picture to placeholder or click icon to add</a:t>
            </a:r>
            <a:endParaRPr lang="en-US" noProof="0" dirty="0"/>
          </a:p>
        </p:txBody>
      </p:sp>
      <p:sp>
        <p:nvSpPr>
          <p:cNvPr id="7" name="Text Placeholder 11"/>
          <p:cNvSpPr>
            <a:spLocks noGrp="1"/>
          </p:cNvSpPr>
          <p:nvPr>
            <p:ph type="body" sz="quarter" idx="14"/>
          </p:nvPr>
        </p:nvSpPr>
        <p:spPr>
          <a:xfrm>
            <a:off x="467882" y="1246188"/>
            <a:ext cx="8188325" cy="228600"/>
          </a:xfrm>
          <a:prstGeom prst="rect">
            <a:avLst/>
          </a:prstGeom>
        </p:spPr>
        <p:txBody>
          <a:bodyPr/>
          <a:lstStyle>
            <a:lvl1pPr>
              <a:buFontTx/>
              <a:buNone/>
              <a:defRPr sz="900" b="1" cap="all" baseline="0">
                <a:solidFill>
                  <a:srgbClr val="C00000"/>
                </a:solidFill>
              </a:defRPr>
            </a:lvl1pPr>
          </a:lstStyle>
          <a:p>
            <a:pPr lvl="0"/>
            <a:r>
              <a:rPr lang="en-US"/>
              <a:t>Click to edit Master text styles</a:t>
            </a:r>
          </a:p>
        </p:txBody>
      </p:sp>
      <p:sp>
        <p:nvSpPr>
          <p:cNvPr id="8" name="Text Placeholder 7"/>
          <p:cNvSpPr>
            <a:spLocks noGrp="1"/>
          </p:cNvSpPr>
          <p:nvPr>
            <p:ph type="body" sz="quarter" idx="15"/>
          </p:nvPr>
        </p:nvSpPr>
        <p:spPr>
          <a:xfrm>
            <a:off x="2197969" y="2982769"/>
            <a:ext cx="1428461" cy="934604"/>
          </a:xfrm>
          <a:prstGeom prst="rect">
            <a:avLst/>
          </a:prstGeom>
        </p:spPr>
        <p:txBody>
          <a:bodyPr/>
          <a:lstStyle>
            <a:lvl1pPr marL="0" indent="0">
              <a:lnSpc>
                <a:spcPts val="750"/>
              </a:lnSpc>
              <a:buNone/>
              <a:defRPr sz="750" b="1"/>
            </a:lvl1pPr>
            <a:lvl2pPr marL="0" indent="0">
              <a:lnSpc>
                <a:spcPts val="750"/>
              </a:lnSpc>
              <a:buNone/>
              <a:defRPr sz="750" i="1"/>
            </a:lvl2pPr>
            <a:lvl3pPr marL="0" indent="0">
              <a:lnSpc>
                <a:spcPts val="750"/>
              </a:lnSpc>
              <a:buFont typeface="Arial" pitchFamily="34" charset="0"/>
              <a:buNone/>
              <a:defRPr sz="750"/>
            </a:lvl3pPr>
            <a:lvl4pPr marL="0" indent="0">
              <a:lnSpc>
                <a:spcPts val="750"/>
              </a:lnSpc>
              <a:spcBef>
                <a:spcPts val="0"/>
              </a:spcBef>
              <a:buNone/>
              <a:defRPr sz="750"/>
            </a:lvl4pPr>
            <a:lvl5pPr marL="0" indent="0">
              <a:buNone/>
              <a:defRPr sz="750"/>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9" name="Picture Placeholder 9"/>
          <p:cNvSpPr>
            <a:spLocks noGrp="1"/>
          </p:cNvSpPr>
          <p:nvPr>
            <p:ph type="pic" sz="quarter" idx="16"/>
          </p:nvPr>
        </p:nvSpPr>
        <p:spPr>
          <a:xfrm>
            <a:off x="2197967" y="1589235"/>
            <a:ext cx="1069975" cy="1330325"/>
          </a:xfrm>
          <a:prstGeom prst="rect">
            <a:avLst/>
          </a:prstGeom>
        </p:spPr>
        <p:txBody>
          <a:bodyPr/>
          <a:lstStyle>
            <a:lvl1pPr>
              <a:buFont typeface="Wingdings 2" pitchFamily="18" charset="2"/>
              <a:buChar char=""/>
              <a:defRPr lang="en-US" sz="1200" kern="1200" noProof="0">
                <a:solidFill>
                  <a:schemeClr val="tx1"/>
                </a:solidFill>
                <a:latin typeface="+mn-lt"/>
                <a:ea typeface="+mn-ea"/>
                <a:cs typeface="+mn-cs"/>
              </a:defRPr>
            </a:lvl1pPr>
          </a:lstStyle>
          <a:p>
            <a:pPr lvl="0"/>
            <a:r>
              <a:rPr lang="en-US" noProof="0"/>
              <a:t>Drag picture to placeholder or click icon to add</a:t>
            </a:r>
            <a:endParaRPr lang="en-US" noProof="0" dirty="0"/>
          </a:p>
        </p:txBody>
      </p:sp>
      <p:sp>
        <p:nvSpPr>
          <p:cNvPr id="10" name="Text Placeholder 7"/>
          <p:cNvSpPr>
            <a:spLocks noGrp="1"/>
          </p:cNvSpPr>
          <p:nvPr>
            <p:ph type="body" sz="quarter" idx="17"/>
          </p:nvPr>
        </p:nvSpPr>
        <p:spPr>
          <a:xfrm>
            <a:off x="3850124" y="2982769"/>
            <a:ext cx="1428461" cy="934604"/>
          </a:xfrm>
          <a:prstGeom prst="rect">
            <a:avLst/>
          </a:prstGeom>
        </p:spPr>
        <p:txBody>
          <a:bodyPr/>
          <a:lstStyle>
            <a:lvl1pPr marL="0" indent="0">
              <a:lnSpc>
                <a:spcPts val="750"/>
              </a:lnSpc>
              <a:buNone/>
              <a:defRPr sz="750" b="1"/>
            </a:lvl1pPr>
            <a:lvl2pPr marL="0" indent="0">
              <a:lnSpc>
                <a:spcPts val="750"/>
              </a:lnSpc>
              <a:buNone/>
              <a:defRPr sz="750" i="1"/>
            </a:lvl2pPr>
            <a:lvl3pPr marL="0" indent="0">
              <a:lnSpc>
                <a:spcPts val="750"/>
              </a:lnSpc>
              <a:buFont typeface="Arial" pitchFamily="34" charset="0"/>
              <a:buNone/>
              <a:defRPr sz="750"/>
            </a:lvl3pPr>
            <a:lvl4pPr marL="0" indent="0">
              <a:lnSpc>
                <a:spcPts val="750"/>
              </a:lnSpc>
              <a:buNone/>
              <a:defRPr sz="750"/>
            </a:lvl4pPr>
            <a:lvl5pPr marL="0" indent="0">
              <a:buNone/>
              <a:defRPr sz="750"/>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11" name="Picture Placeholder 9"/>
          <p:cNvSpPr>
            <a:spLocks noGrp="1"/>
          </p:cNvSpPr>
          <p:nvPr>
            <p:ph type="pic" sz="quarter" idx="18"/>
          </p:nvPr>
        </p:nvSpPr>
        <p:spPr>
          <a:xfrm>
            <a:off x="3850124" y="1589235"/>
            <a:ext cx="1069975" cy="1330325"/>
          </a:xfrm>
          <a:prstGeom prst="rect">
            <a:avLst/>
          </a:prstGeom>
        </p:spPr>
        <p:txBody>
          <a:bodyPr/>
          <a:lstStyle>
            <a:lvl1pPr>
              <a:buFont typeface="Wingdings 2" pitchFamily="18" charset="2"/>
              <a:buChar char=""/>
              <a:defRPr lang="en-US" sz="1200" kern="1200" noProof="0" dirty="0">
                <a:solidFill>
                  <a:schemeClr val="tx1"/>
                </a:solidFill>
                <a:latin typeface="+mn-lt"/>
                <a:ea typeface="+mn-ea"/>
                <a:cs typeface="+mn-cs"/>
              </a:defRPr>
            </a:lvl1pPr>
          </a:lstStyle>
          <a:p>
            <a:pPr lvl="0"/>
            <a:r>
              <a:rPr lang="en-US" noProof="0"/>
              <a:t>Drag picture to placeholder or click icon to add</a:t>
            </a:r>
            <a:endParaRPr lang="en-US" noProof="0" dirty="0"/>
          </a:p>
        </p:txBody>
      </p:sp>
      <p:sp>
        <p:nvSpPr>
          <p:cNvPr id="12" name="Text Placeholder 7"/>
          <p:cNvSpPr>
            <a:spLocks noGrp="1"/>
          </p:cNvSpPr>
          <p:nvPr>
            <p:ph type="body" sz="quarter" idx="19"/>
          </p:nvPr>
        </p:nvSpPr>
        <p:spPr>
          <a:xfrm>
            <a:off x="5491888" y="2982769"/>
            <a:ext cx="1428461" cy="934604"/>
          </a:xfrm>
          <a:prstGeom prst="rect">
            <a:avLst/>
          </a:prstGeom>
        </p:spPr>
        <p:txBody>
          <a:bodyPr/>
          <a:lstStyle>
            <a:lvl1pPr marL="0" indent="0">
              <a:lnSpc>
                <a:spcPts val="750"/>
              </a:lnSpc>
              <a:buNone/>
              <a:defRPr sz="750" b="1"/>
            </a:lvl1pPr>
            <a:lvl2pPr marL="0" indent="0">
              <a:lnSpc>
                <a:spcPts val="750"/>
              </a:lnSpc>
              <a:buNone/>
              <a:defRPr sz="750" i="1"/>
            </a:lvl2pPr>
            <a:lvl3pPr marL="0" indent="0">
              <a:lnSpc>
                <a:spcPts val="750"/>
              </a:lnSpc>
              <a:buFont typeface="Arial" pitchFamily="34" charset="0"/>
              <a:buNone/>
              <a:defRPr sz="750"/>
            </a:lvl3pPr>
            <a:lvl4pPr marL="0" indent="0">
              <a:lnSpc>
                <a:spcPts val="750"/>
              </a:lnSpc>
              <a:buNone/>
              <a:defRPr sz="750"/>
            </a:lvl4pPr>
            <a:lvl5pPr marL="0" indent="0">
              <a:buNone/>
              <a:defRPr sz="750"/>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13" name="Picture Placeholder 9"/>
          <p:cNvSpPr>
            <a:spLocks noGrp="1"/>
          </p:cNvSpPr>
          <p:nvPr>
            <p:ph type="pic" sz="quarter" idx="21"/>
          </p:nvPr>
        </p:nvSpPr>
        <p:spPr>
          <a:xfrm>
            <a:off x="5491886" y="1589235"/>
            <a:ext cx="1069975" cy="1330325"/>
          </a:xfrm>
          <a:prstGeom prst="rect">
            <a:avLst/>
          </a:prstGeom>
        </p:spPr>
        <p:txBody>
          <a:bodyPr/>
          <a:lstStyle>
            <a:lvl1pPr>
              <a:defRPr lang="en-US" sz="1200" kern="1200" noProof="0" dirty="0">
                <a:solidFill>
                  <a:schemeClr val="tx1"/>
                </a:solidFill>
                <a:latin typeface="+mn-lt"/>
                <a:ea typeface="+mn-ea"/>
                <a:cs typeface="+mn-cs"/>
              </a:defRPr>
            </a:lvl1pPr>
          </a:lstStyle>
          <a:p>
            <a:pPr lvl="0"/>
            <a:r>
              <a:rPr lang="en-US" noProof="0"/>
              <a:t>Drag picture to placeholder or click icon to add</a:t>
            </a:r>
            <a:endParaRPr lang="en-US" noProof="0" dirty="0"/>
          </a:p>
        </p:txBody>
      </p:sp>
      <p:sp>
        <p:nvSpPr>
          <p:cNvPr id="14" name="Text Placeholder 7"/>
          <p:cNvSpPr>
            <a:spLocks noGrp="1"/>
          </p:cNvSpPr>
          <p:nvPr>
            <p:ph type="body" sz="quarter" idx="22"/>
          </p:nvPr>
        </p:nvSpPr>
        <p:spPr>
          <a:xfrm>
            <a:off x="7144042" y="2982769"/>
            <a:ext cx="1428461" cy="934604"/>
          </a:xfrm>
          <a:prstGeom prst="rect">
            <a:avLst/>
          </a:prstGeom>
        </p:spPr>
        <p:txBody>
          <a:bodyPr/>
          <a:lstStyle>
            <a:lvl1pPr marL="0" indent="0">
              <a:lnSpc>
                <a:spcPts val="750"/>
              </a:lnSpc>
              <a:buNone/>
              <a:defRPr sz="750" b="1"/>
            </a:lvl1pPr>
            <a:lvl2pPr marL="0" indent="0">
              <a:lnSpc>
                <a:spcPts val="750"/>
              </a:lnSpc>
              <a:buNone/>
              <a:defRPr sz="750" i="1"/>
            </a:lvl2pPr>
            <a:lvl3pPr marL="0" indent="0">
              <a:lnSpc>
                <a:spcPts val="750"/>
              </a:lnSpc>
              <a:buFont typeface="Arial" pitchFamily="34" charset="0"/>
              <a:buNone/>
              <a:defRPr sz="750"/>
            </a:lvl3pPr>
            <a:lvl4pPr marL="0" indent="0">
              <a:lnSpc>
                <a:spcPts val="750"/>
              </a:lnSpc>
              <a:buNone/>
              <a:defRPr sz="750"/>
            </a:lvl4pPr>
            <a:lvl5pPr marL="0" indent="0">
              <a:buNone/>
              <a:defRPr sz="750"/>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15" name="Picture Placeholder 9"/>
          <p:cNvSpPr>
            <a:spLocks noGrp="1"/>
          </p:cNvSpPr>
          <p:nvPr>
            <p:ph type="pic" sz="quarter" idx="23"/>
          </p:nvPr>
        </p:nvSpPr>
        <p:spPr>
          <a:xfrm>
            <a:off x="7144042" y="1589235"/>
            <a:ext cx="1069975" cy="1330325"/>
          </a:xfrm>
          <a:prstGeom prst="rect">
            <a:avLst/>
          </a:prstGeom>
        </p:spPr>
        <p:txBody>
          <a:bodyPr/>
          <a:lstStyle>
            <a:lvl1pPr>
              <a:defRPr lang="en-US" sz="1200" kern="1200" noProof="0" dirty="0">
                <a:solidFill>
                  <a:schemeClr val="tx1"/>
                </a:solidFill>
                <a:latin typeface="+mn-lt"/>
                <a:ea typeface="+mn-ea"/>
                <a:cs typeface="+mn-cs"/>
              </a:defRPr>
            </a:lvl1pPr>
          </a:lstStyle>
          <a:p>
            <a:pPr lvl="0"/>
            <a:r>
              <a:rPr lang="en-US" noProof="0"/>
              <a:t>Drag picture to placeholder or click icon to add</a:t>
            </a:r>
            <a:endParaRPr lang="en-US" noProof="0" dirty="0"/>
          </a:p>
        </p:txBody>
      </p:sp>
      <p:sp>
        <p:nvSpPr>
          <p:cNvPr id="16" name="Text Placeholder 7"/>
          <p:cNvSpPr>
            <a:spLocks noGrp="1"/>
          </p:cNvSpPr>
          <p:nvPr>
            <p:ph type="body" sz="quarter" idx="24"/>
          </p:nvPr>
        </p:nvSpPr>
        <p:spPr>
          <a:xfrm>
            <a:off x="576987" y="5320723"/>
            <a:ext cx="1428461" cy="934604"/>
          </a:xfrm>
          <a:prstGeom prst="rect">
            <a:avLst/>
          </a:prstGeom>
        </p:spPr>
        <p:txBody>
          <a:bodyPr/>
          <a:lstStyle>
            <a:lvl1pPr marL="0" indent="0">
              <a:lnSpc>
                <a:spcPts val="750"/>
              </a:lnSpc>
              <a:buNone/>
              <a:defRPr sz="750" b="1"/>
            </a:lvl1pPr>
            <a:lvl2pPr marL="0" indent="0">
              <a:lnSpc>
                <a:spcPts val="750"/>
              </a:lnSpc>
              <a:buNone/>
              <a:defRPr sz="750" i="1"/>
            </a:lvl2pPr>
            <a:lvl3pPr marL="0" indent="0">
              <a:lnSpc>
                <a:spcPts val="750"/>
              </a:lnSpc>
              <a:buFont typeface="Arial" pitchFamily="34" charset="0"/>
              <a:buNone/>
              <a:defRPr sz="750"/>
            </a:lvl3pPr>
            <a:lvl4pPr marL="0" indent="0">
              <a:lnSpc>
                <a:spcPts val="750"/>
              </a:lnSpc>
              <a:buNone/>
              <a:defRPr sz="750"/>
            </a:lvl4pPr>
            <a:lvl5pPr marL="0" indent="0">
              <a:buNone/>
              <a:defRPr sz="750"/>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17" name="Picture Placeholder 9"/>
          <p:cNvSpPr>
            <a:spLocks noGrp="1"/>
          </p:cNvSpPr>
          <p:nvPr>
            <p:ph type="pic" sz="quarter" idx="25"/>
          </p:nvPr>
        </p:nvSpPr>
        <p:spPr>
          <a:xfrm>
            <a:off x="576985" y="3927188"/>
            <a:ext cx="1069975" cy="1330325"/>
          </a:xfrm>
          <a:prstGeom prst="rect">
            <a:avLst/>
          </a:prstGeom>
        </p:spPr>
        <p:txBody>
          <a:bodyPr/>
          <a:lstStyle>
            <a:lvl1pPr>
              <a:defRPr lang="en-US" sz="1200" kern="1200" noProof="0" dirty="0">
                <a:solidFill>
                  <a:schemeClr val="tx1"/>
                </a:solidFill>
                <a:latin typeface="+mn-lt"/>
                <a:ea typeface="+mn-ea"/>
                <a:cs typeface="+mn-cs"/>
              </a:defRPr>
            </a:lvl1pPr>
          </a:lstStyle>
          <a:p>
            <a:pPr lvl="0"/>
            <a:r>
              <a:rPr lang="en-US" noProof="0"/>
              <a:t>Drag picture to placeholder or click icon to add</a:t>
            </a:r>
            <a:endParaRPr lang="en-US" noProof="0" dirty="0"/>
          </a:p>
        </p:txBody>
      </p:sp>
      <p:sp>
        <p:nvSpPr>
          <p:cNvPr id="18" name="Text Placeholder 7"/>
          <p:cNvSpPr>
            <a:spLocks noGrp="1"/>
          </p:cNvSpPr>
          <p:nvPr>
            <p:ph type="body" sz="quarter" idx="26"/>
          </p:nvPr>
        </p:nvSpPr>
        <p:spPr>
          <a:xfrm>
            <a:off x="2197969" y="5320723"/>
            <a:ext cx="1428461" cy="934604"/>
          </a:xfrm>
          <a:prstGeom prst="rect">
            <a:avLst/>
          </a:prstGeom>
        </p:spPr>
        <p:txBody>
          <a:bodyPr/>
          <a:lstStyle>
            <a:lvl1pPr marL="0" indent="0">
              <a:lnSpc>
                <a:spcPts val="750"/>
              </a:lnSpc>
              <a:buNone/>
              <a:defRPr sz="750" b="1"/>
            </a:lvl1pPr>
            <a:lvl2pPr marL="0" indent="0">
              <a:lnSpc>
                <a:spcPts val="750"/>
              </a:lnSpc>
              <a:buNone/>
              <a:defRPr sz="750" i="1"/>
            </a:lvl2pPr>
            <a:lvl3pPr marL="0" indent="0">
              <a:lnSpc>
                <a:spcPts val="750"/>
              </a:lnSpc>
              <a:buFont typeface="Arial" pitchFamily="34" charset="0"/>
              <a:buNone/>
              <a:defRPr sz="750"/>
            </a:lvl3pPr>
            <a:lvl4pPr marL="0" indent="0">
              <a:lnSpc>
                <a:spcPts val="750"/>
              </a:lnSpc>
              <a:spcBef>
                <a:spcPts val="0"/>
              </a:spcBef>
              <a:buNone/>
              <a:defRPr sz="750"/>
            </a:lvl4pPr>
            <a:lvl5pPr marL="0" indent="0">
              <a:buNone/>
              <a:defRPr sz="750"/>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19" name="Picture Placeholder 9"/>
          <p:cNvSpPr>
            <a:spLocks noGrp="1"/>
          </p:cNvSpPr>
          <p:nvPr>
            <p:ph type="pic" sz="quarter" idx="27"/>
          </p:nvPr>
        </p:nvSpPr>
        <p:spPr>
          <a:xfrm>
            <a:off x="2197967" y="3927188"/>
            <a:ext cx="1069975" cy="1330325"/>
          </a:xfrm>
          <a:prstGeom prst="rect">
            <a:avLst/>
          </a:prstGeom>
        </p:spPr>
        <p:txBody>
          <a:bodyPr/>
          <a:lstStyle>
            <a:lvl1pPr>
              <a:defRPr lang="en-US" sz="1200" kern="1200" noProof="0" dirty="0">
                <a:solidFill>
                  <a:schemeClr val="tx1"/>
                </a:solidFill>
                <a:latin typeface="+mn-lt"/>
                <a:ea typeface="+mn-ea"/>
                <a:cs typeface="+mn-cs"/>
              </a:defRPr>
            </a:lvl1pPr>
          </a:lstStyle>
          <a:p>
            <a:pPr lvl="0"/>
            <a:r>
              <a:rPr lang="en-US" noProof="0"/>
              <a:t>Drag picture to placeholder or click icon to add</a:t>
            </a:r>
            <a:endParaRPr lang="en-US" noProof="0" dirty="0"/>
          </a:p>
        </p:txBody>
      </p:sp>
      <p:sp>
        <p:nvSpPr>
          <p:cNvPr id="20" name="Text Placeholder 7"/>
          <p:cNvSpPr>
            <a:spLocks noGrp="1"/>
          </p:cNvSpPr>
          <p:nvPr>
            <p:ph type="body" sz="quarter" idx="28"/>
          </p:nvPr>
        </p:nvSpPr>
        <p:spPr>
          <a:xfrm>
            <a:off x="3850124" y="5320723"/>
            <a:ext cx="1428461" cy="934604"/>
          </a:xfrm>
          <a:prstGeom prst="rect">
            <a:avLst/>
          </a:prstGeom>
        </p:spPr>
        <p:txBody>
          <a:bodyPr/>
          <a:lstStyle>
            <a:lvl1pPr marL="0" indent="0">
              <a:lnSpc>
                <a:spcPts val="750"/>
              </a:lnSpc>
              <a:buNone/>
              <a:defRPr sz="750" b="1"/>
            </a:lvl1pPr>
            <a:lvl2pPr marL="0" indent="0">
              <a:lnSpc>
                <a:spcPts val="750"/>
              </a:lnSpc>
              <a:buNone/>
              <a:defRPr sz="750" i="1"/>
            </a:lvl2pPr>
            <a:lvl3pPr marL="0" indent="0">
              <a:lnSpc>
                <a:spcPts val="750"/>
              </a:lnSpc>
              <a:buFont typeface="Arial" pitchFamily="34" charset="0"/>
              <a:buNone/>
              <a:defRPr sz="750"/>
            </a:lvl3pPr>
            <a:lvl4pPr marL="0" indent="0">
              <a:lnSpc>
                <a:spcPts val="750"/>
              </a:lnSpc>
              <a:buNone/>
              <a:defRPr sz="750"/>
            </a:lvl4pPr>
            <a:lvl5pPr marL="0" indent="0">
              <a:buNone/>
              <a:defRPr sz="750"/>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21" name="Picture Placeholder 9"/>
          <p:cNvSpPr>
            <a:spLocks noGrp="1"/>
          </p:cNvSpPr>
          <p:nvPr>
            <p:ph type="pic" sz="quarter" idx="29"/>
          </p:nvPr>
        </p:nvSpPr>
        <p:spPr>
          <a:xfrm>
            <a:off x="3850124" y="3927188"/>
            <a:ext cx="1069975" cy="1330325"/>
          </a:xfrm>
          <a:prstGeom prst="rect">
            <a:avLst/>
          </a:prstGeom>
        </p:spPr>
        <p:txBody>
          <a:bodyPr/>
          <a:lstStyle>
            <a:lvl1pPr>
              <a:defRPr lang="en-US" sz="1200" kern="1200" noProof="0" dirty="0">
                <a:solidFill>
                  <a:schemeClr val="tx1"/>
                </a:solidFill>
                <a:latin typeface="+mn-lt"/>
                <a:ea typeface="+mn-ea"/>
                <a:cs typeface="+mn-cs"/>
              </a:defRPr>
            </a:lvl1pPr>
          </a:lstStyle>
          <a:p>
            <a:pPr lvl="0"/>
            <a:r>
              <a:rPr lang="en-US" noProof="0"/>
              <a:t>Drag picture to placeholder or click icon to add</a:t>
            </a:r>
            <a:endParaRPr lang="en-US" noProof="0" dirty="0"/>
          </a:p>
        </p:txBody>
      </p:sp>
      <p:sp>
        <p:nvSpPr>
          <p:cNvPr id="22" name="Text Placeholder 7"/>
          <p:cNvSpPr>
            <a:spLocks noGrp="1"/>
          </p:cNvSpPr>
          <p:nvPr>
            <p:ph type="body" sz="quarter" idx="30"/>
          </p:nvPr>
        </p:nvSpPr>
        <p:spPr>
          <a:xfrm>
            <a:off x="5491888" y="5320723"/>
            <a:ext cx="1428461" cy="934604"/>
          </a:xfrm>
          <a:prstGeom prst="rect">
            <a:avLst/>
          </a:prstGeom>
        </p:spPr>
        <p:txBody>
          <a:bodyPr/>
          <a:lstStyle>
            <a:lvl1pPr marL="0" indent="0">
              <a:lnSpc>
                <a:spcPts val="750"/>
              </a:lnSpc>
              <a:buNone/>
              <a:defRPr sz="750" b="1"/>
            </a:lvl1pPr>
            <a:lvl2pPr marL="0" indent="0">
              <a:lnSpc>
                <a:spcPts val="750"/>
              </a:lnSpc>
              <a:buNone/>
              <a:defRPr sz="750" i="1"/>
            </a:lvl2pPr>
            <a:lvl3pPr marL="0" indent="0">
              <a:lnSpc>
                <a:spcPts val="750"/>
              </a:lnSpc>
              <a:buFont typeface="Arial" pitchFamily="34" charset="0"/>
              <a:buNone/>
              <a:defRPr sz="750"/>
            </a:lvl3pPr>
            <a:lvl4pPr marL="0" indent="0">
              <a:lnSpc>
                <a:spcPts val="750"/>
              </a:lnSpc>
              <a:buNone/>
              <a:defRPr sz="750"/>
            </a:lvl4pPr>
            <a:lvl5pPr marL="0" indent="0">
              <a:buNone/>
              <a:defRPr sz="750"/>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23" name="Picture Placeholder 9"/>
          <p:cNvSpPr>
            <a:spLocks noGrp="1"/>
          </p:cNvSpPr>
          <p:nvPr>
            <p:ph type="pic" sz="quarter" idx="31"/>
          </p:nvPr>
        </p:nvSpPr>
        <p:spPr>
          <a:xfrm>
            <a:off x="5491886" y="3927188"/>
            <a:ext cx="1069975" cy="1330325"/>
          </a:xfrm>
          <a:prstGeom prst="rect">
            <a:avLst/>
          </a:prstGeom>
        </p:spPr>
        <p:txBody>
          <a:bodyPr/>
          <a:lstStyle>
            <a:lvl1pPr>
              <a:defRPr lang="en-US" sz="1200" kern="1200" noProof="0" dirty="0">
                <a:solidFill>
                  <a:schemeClr val="tx1"/>
                </a:solidFill>
                <a:latin typeface="+mn-lt"/>
                <a:ea typeface="+mn-ea"/>
                <a:cs typeface="+mn-cs"/>
              </a:defRPr>
            </a:lvl1pPr>
          </a:lstStyle>
          <a:p>
            <a:pPr lvl="0"/>
            <a:r>
              <a:rPr lang="en-US" noProof="0"/>
              <a:t>Drag picture to placeholder or click icon to add</a:t>
            </a:r>
            <a:endParaRPr lang="en-US" noProof="0" dirty="0"/>
          </a:p>
        </p:txBody>
      </p:sp>
      <p:sp>
        <p:nvSpPr>
          <p:cNvPr id="24" name="Text Placeholder 7"/>
          <p:cNvSpPr>
            <a:spLocks noGrp="1"/>
          </p:cNvSpPr>
          <p:nvPr>
            <p:ph type="body" sz="quarter" idx="32"/>
          </p:nvPr>
        </p:nvSpPr>
        <p:spPr>
          <a:xfrm>
            <a:off x="7144042" y="5320723"/>
            <a:ext cx="1428461" cy="934604"/>
          </a:xfrm>
          <a:prstGeom prst="rect">
            <a:avLst/>
          </a:prstGeom>
        </p:spPr>
        <p:txBody>
          <a:bodyPr/>
          <a:lstStyle>
            <a:lvl1pPr marL="0" indent="0">
              <a:lnSpc>
                <a:spcPts val="750"/>
              </a:lnSpc>
              <a:buNone/>
              <a:defRPr sz="750" b="1"/>
            </a:lvl1pPr>
            <a:lvl2pPr marL="0" indent="0">
              <a:lnSpc>
                <a:spcPts val="750"/>
              </a:lnSpc>
              <a:buNone/>
              <a:defRPr sz="750" i="1"/>
            </a:lvl2pPr>
            <a:lvl3pPr marL="0" indent="0">
              <a:lnSpc>
                <a:spcPts val="750"/>
              </a:lnSpc>
              <a:buFont typeface="Arial" pitchFamily="34" charset="0"/>
              <a:buNone/>
              <a:defRPr sz="750"/>
            </a:lvl3pPr>
            <a:lvl4pPr marL="0" indent="0">
              <a:lnSpc>
                <a:spcPts val="750"/>
              </a:lnSpc>
              <a:buNone/>
              <a:defRPr sz="750"/>
            </a:lvl4pPr>
            <a:lvl5pPr marL="0" indent="0">
              <a:buNone/>
              <a:defRPr sz="750"/>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25" name="Picture Placeholder 9"/>
          <p:cNvSpPr>
            <a:spLocks noGrp="1"/>
          </p:cNvSpPr>
          <p:nvPr>
            <p:ph type="pic" sz="quarter" idx="33"/>
          </p:nvPr>
        </p:nvSpPr>
        <p:spPr>
          <a:xfrm>
            <a:off x="7144042" y="3962402"/>
            <a:ext cx="1069975" cy="1330325"/>
          </a:xfrm>
          <a:prstGeom prst="rect">
            <a:avLst/>
          </a:prstGeom>
        </p:spPr>
        <p:txBody>
          <a:bodyPr/>
          <a:lstStyle>
            <a:lvl1pPr>
              <a:defRPr lang="en-US" sz="1200" kern="1200" noProof="0" dirty="0">
                <a:solidFill>
                  <a:schemeClr val="tx1"/>
                </a:solidFill>
                <a:latin typeface="+mn-lt"/>
                <a:ea typeface="+mn-ea"/>
                <a:cs typeface="+mn-cs"/>
              </a:defRPr>
            </a:lvl1pPr>
            <a:lvl2pPr>
              <a:defRPr lang="en-US" sz="1200" kern="1200" noProof="0" dirty="0">
                <a:solidFill>
                  <a:schemeClr val="tx1"/>
                </a:solidFill>
                <a:latin typeface="+mn-lt"/>
                <a:ea typeface="+mn-ea"/>
                <a:cs typeface="+mn-cs"/>
              </a:defRPr>
            </a:lvl2pPr>
          </a:lstStyle>
          <a:p>
            <a:pPr lvl="0"/>
            <a:r>
              <a:rPr lang="en-US" noProof="0"/>
              <a:t>Drag picture to placeholder or click icon to add</a:t>
            </a:r>
            <a:endParaRPr lang="en-US" noProof="0" dirty="0"/>
          </a:p>
        </p:txBody>
      </p:sp>
      <p:sp>
        <p:nvSpPr>
          <p:cNvPr id="26" name="Rectangle 2"/>
          <p:cNvSpPr>
            <a:spLocks noGrp="1" noChangeArrowheads="1"/>
          </p:cNvSpPr>
          <p:nvPr>
            <p:ph type="title"/>
          </p:nvPr>
        </p:nvSpPr>
        <p:spPr bwMode="gray">
          <a:xfrm>
            <a:off x="452441" y="2"/>
            <a:ext cx="8239125" cy="898525"/>
          </a:xfrm>
          <a:prstGeom prst="rect">
            <a:avLst/>
          </a:prstGeom>
          <a:noFill/>
          <a:ln w="9525">
            <a:noFill/>
            <a:miter lim="800000"/>
            <a:headEnd/>
            <a:tailEnd/>
          </a:ln>
        </p:spPr>
        <p:txBody>
          <a:bodyPr vert="horz" wrap="square" lIns="0" tIns="0" rIns="0" bIns="0" numCol="1" anchor="b" anchorCtr="0" compatLnSpc="1">
            <a:prstTxWarp prst="textNoShape">
              <a:avLst/>
            </a:prstTxWarp>
          </a:bodyPr>
          <a:lstStyle>
            <a:lvl1pPr algn="l">
              <a:defRPr sz="1650"/>
            </a:lvl1pPr>
          </a:lstStyle>
          <a:p>
            <a:pPr lvl="0"/>
            <a:r>
              <a:rPr lang="en-US"/>
              <a:t>Click to edit Master title style</a:t>
            </a:r>
            <a:endParaRPr lang="en-US" dirty="0"/>
          </a:p>
        </p:txBody>
      </p:sp>
      <p:sp>
        <p:nvSpPr>
          <p:cNvPr id="27" name="Slide Number Placeholder 9"/>
          <p:cNvSpPr>
            <a:spLocks noGrp="1"/>
          </p:cNvSpPr>
          <p:nvPr>
            <p:ph type="sldNum" sz="quarter" idx="34"/>
          </p:nvPr>
        </p:nvSpPr>
        <p:spPr/>
        <p:txBody>
          <a:bodyPr/>
          <a:lstStyle>
            <a:lvl1pPr>
              <a:defRPr/>
            </a:lvl1pPr>
          </a:lstStyle>
          <a:p>
            <a:fld id="{516D5A61-1BB2-3C40-A809-0A00CE29D5F0}" type="slidenum">
              <a:rPr lang="en-US" altLang="en-US"/>
              <a:pPr/>
              <a:t>‹#›</a:t>
            </a:fld>
            <a:endParaRPr lang="en-US" altLang="en-US"/>
          </a:p>
        </p:txBody>
      </p:sp>
      <p:sp>
        <p:nvSpPr>
          <p:cNvPr id="28" name="Footer Placeholder 12"/>
          <p:cNvSpPr>
            <a:spLocks noGrp="1"/>
          </p:cNvSpPr>
          <p:nvPr>
            <p:ph type="ftr" sz="quarter" idx="35"/>
          </p:nvPr>
        </p:nvSpPr>
        <p:spPr/>
        <p:txBody>
          <a:bodyPr/>
          <a:lstStyle>
            <a:lvl1pPr>
              <a:defRPr/>
            </a:lvl1pPr>
          </a:lstStyle>
          <a:p>
            <a:pPr>
              <a:defRPr/>
            </a:pPr>
            <a:r>
              <a:rPr lang="en-US"/>
              <a:t>Ethical Debates, Econ Theories, Real-World Impacts</a:t>
            </a:r>
          </a:p>
        </p:txBody>
      </p:sp>
    </p:spTree>
  </p:cSld>
  <p:clrMapOvr>
    <a:masterClrMapping/>
  </p:clrMapOvr>
</p:sldLayout>
</file>

<file path=ppt/slideLayouts/slideLayout48.xml><?xml version="1.0" encoding="utf-8"?>
<p:sldLayout xmlns:a="http://schemas.openxmlformats.org/drawingml/2006/main" xmlns:r="http://schemas.openxmlformats.org/officeDocument/2006/relationships" xmlns:p="http://schemas.openxmlformats.org/presentationml/2006/main" preserve="1" userDrawn="1">
  <p:cSld name="The Team - Full Page">
    <p:spTree>
      <p:nvGrpSpPr>
        <p:cNvPr id="1" name=""/>
        <p:cNvGrpSpPr/>
        <p:nvPr/>
      </p:nvGrpSpPr>
      <p:grpSpPr>
        <a:xfrm>
          <a:off x="0" y="0"/>
          <a:ext cx="0" cy="0"/>
          <a:chOff x="0" y="0"/>
          <a:chExt cx="0" cy="0"/>
        </a:xfrm>
      </p:grpSpPr>
      <p:sp>
        <p:nvSpPr>
          <p:cNvPr id="10" name="Text Box 12"/>
          <p:cNvSpPr txBox="1">
            <a:spLocks noChangeArrowheads="1"/>
          </p:cNvSpPr>
          <p:nvPr/>
        </p:nvSpPr>
        <p:spPr bwMode="auto">
          <a:xfrm>
            <a:off x="441325" y="1439863"/>
            <a:ext cx="8350250" cy="381000"/>
          </a:xfrm>
          <a:prstGeom prst="rect">
            <a:avLst/>
          </a:prstGeom>
          <a:noFill/>
          <a:ln w="9525">
            <a:noFill/>
            <a:miter lim="800000"/>
            <a:headEnd/>
            <a:tailEnd/>
          </a:ln>
          <a:effectLst/>
        </p:spPr>
        <p:txBody>
          <a:bodyPr wrap="none" lIns="0" tIns="0" rIns="0" bIns="0" anchor="b"/>
          <a:lstStyle/>
          <a:p>
            <a:pPr fontAlgn="auto">
              <a:spcBef>
                <a:spcPts val="0"/>
              </a:spcBef>
              <a:spcAft>
                <a:spcPts val="0"/>
              </a:spcAft>
              <a:defRPr/>
            </a:pPr>
            <a:r>
              <a:rPr lang="en-US" sz="788" b="1" dirty="0">
                <a:solidFill>
                  <a:srgbClr val="C00000"/>
                </a:solidFill>
                <a:latin typeface="Arial" charset="0"/>
                <a:ea typeface="+mn-ea"/>
                <a:cs typeface="+mn-cs"/>
              </a:rPr>
              <a:t>PARTNERS</a:t>
            </a:r>
          </a:p>
        </p:txBody>
      </p:sp>
      <p:sp>
        <p:nvSpPr>
          <p:cNvPr id="11" name="Line 22"/>
          <p:cNvSpPr>
            <a:spLocks noChangeShapeType="1"/>
          </p:cNvSpPr>
          <p:nvPr/>
        </p:nvSpPr>
        <p:spPr bwMode="auto">
          <a:xfrm>
            <a:off x="438151" y="1897063"/>
            <a:ext cx="8353425" cy="0"/>
          </a:xfrm>
          <a:prstGeom prst="line">
            <a:avLst/>
          </a:prstGeom>
          <a:noFill/>
          <a:ln w="6350">
            <a:solidFill>
              <a:schemeClr val="tx1"/>
            </a:solidFill>
            <a:round/>
            <a:headEnd/>
            <a:tailEnd/>
          </a:ln>
          <a:extLst>
            <a:ext uri="{909E8E84-426E-40DD-AFC4-6F175D3DCCD1}">
              <a14:hiddenFill xmlns:a14="http://schemas.microsoft.com/office/drawing/2010/main">
                <a:noFill/>
              </a14:hiddenFill>
            </a:ext>
          </a:extLst>
        </p:spPr>
        <p:txBody>
          <a:bodyPr/>
          <a:lstStyle/>
          <a:p>
            <a:endParaRPr lang="en-US" sz="1350"/>
          </a:p>
        </p:txBody>
      </p:sp>
      <p:sp>
        <p:nvSpPr>
          <p:cNvPr id="12" name="Text Box 23"/>
          <p:cNvSpPr txBox="1">
            <a:spLocks noChangeArrowheads="1"/>
          </p:cNvSpPr>
          <p:nvPr/>
        </p:nvSpPr>
        <p:spPr bwMode="auto">
          <a:xfrm>
            <a:off x="441325" y="3268663"/>
            <a:ext cx="8350250" cy="381000"/>
          </a:xfrm>
          <a:prstGeom prst="rect">
            <a:avLst/>
          </a:prstGeom>
          <a:noFill/>
          <a:ln w="9525">
            <a:noFill/>
            <a:miter lim="800000"/>
            <a:headEnd/>
            <a:tailEnd/>
          </a:ln>
          <a:effectLst/>
        </p:spPr>
        <p:txBody>
          <a:bodyPr wrap="none" lIns="0" tIns="0" rIns="0" bIns="0" anchor="b"/>
          <a:lstStyle/>
          <a:p>
            <a:pPr fontAlgn="auto">
              <a:spcBef>
                <a:spcPts val="0"/>
              </a:spcBef>
              <a:spcAft>
                <a:spcPts val="0"/>
              </a:spcAft>
              <a:defRPr/>
            </a:pPr>
            <a:r>
              <a:rPr lang="en-US" sz="788" b="1" dirty="0">
                <a:solidFill>
                  <a:srgbClr val="C00000"/>
                </a:solidFill>
                <a:latin typeface="Arial" charset="0"/>
                <a:ea typeface="+mn-ea"/>
                <a:cs typeface="+mn-cs"/>
              </a:rPr>
              <a:t>ASSOCIATES</a:t>
            </a:r>
          </a:p>
        </p:txBody>
      </p:sp>
      <p:sp>
        <p:nvSpPr>
          <p:cNvPr id="13" name="Line 24"/>
          <p:cNvSpPr>
            <a:spLocks noChangeShapeType="1"/>
          </p:cNvSpPr>
          <p:nvPr/>
        </p:nvSpPr>
        <p:spPr bwMode="auto">
          <a:xfrm>
            <a:off x="438151" y="3725863"/>
            <a:ext cx="8353425" cy="0"/>
          </a:xfrm>
          <a:prstGeom prst="line">
            <a:avLst/>
          </a:prstGeom>
          <a:noFill/>
          <a:ln w="6350">
            <a:solidFill>
              <a:schemeClr val="tx1"/>
            </a:solidFill>
            <a:round/>
            <a:headEnd/>
            <a:tailEnd/>
          </a:ln>
          <a:extLst>
            <a:ext uri="{909E8E84-426E-40DD-AFC4-6F175D3DCCD1}">
              <a14:hiddenFill xmlns:a14="http://schemas.microsoft.com/office/drawing/2010/main">
                <a:noFill/>
              </a14:hiddenFill>
            </a:ext>
          </a:extLst>
        </p:spPr>
        <p:txBody>
          <a:bodyPr/>
          <a:lstStyle/>
          <a:p>
            <a:endParaRPr lang="en-US" sz="1350"/>
          </a:p>
        </p:txBody>
      </p:sp>
      <p:sp>
        <p:nvSpPr>
          <p:cNvPr id="28" name="Text Placeholder 27"/>
          <p:cNvSpPr>
            <a:spLocks noGrp="1"/>
          </p:cNvSpPr>
          <p:nvPr>
            <p:ph type="body" sz="quarter" idx="10"/>
          </p:nvPr>
        </p:nvSpPr>
        <p:spPr>
          <a:xfrm>
            <a:off x="2608581" y="2019300"/>
            <a:ext cx="1828800" cy="731520"/>
          </a:xfrm>
          <a:prstGeom prst="rect">
            <a:avLst/>
          </a:prstGeom>
          <a:ln>
            <a:solidFill>
              <a:srgbClr val="666666"/>
            </a:solidFill>
          </a:ln>
        </p:spPr>
        <p:txBody>
          <a:bodyPr anchor="ctr"/>
          <a:lstStyle>
            <a:lvl1pPr marL="0" indent="0" algn="ctr">
              <a:buNone/>
              <a:defRPr sz="900" b="1"/>
            </a:lvl1pPr>
          </a:lstStyle>
          <a:p>
            <a:pPr lvl="0"/>
            <a:r>
              <a:rPr lang="en-US"/>
              <a:t>Click to edit Master text styles</a:t>
            </a:r>
          </a:p>
        </p:txBody>
      </p:sp>
      <p:sp>
        <p:nvSpPr>
          <p:cNvPr id="32" name="Text Placeholder 31"/>
          <p:cNvSpPr>
            <a:spLocks noGrp="1"/>
          </p:cNvSpPr>
          <p:nvPr>
            <p:ph type="body" sz="quarter" idx="11"/>
          </p:nvPr>
        </p:nvSpPr>
        <p:spPr>
          <a:xfrm>
            <a:off x="4779011" y="2019300"/>
            <a:ext cx="1828800" cy="731520"/>
          </a:xfrm>
          <a:prstGeom prst="rect">
            <a:avLst/>
          </a:prstGeom>
          <a:ln>
            <a:solidFill>
              <a:srgbClr val="666666"/>
            </a:solidFill>
          </a:ln>
        </p:spPr>
        <p:txBody>
          <a:bodyPr anchor="ctr"/>
          <a:lstStyle>
            <a:lvl1pPr marL="0" indent="0" algn="ctr">
              <a:buNone/>
              <a:defRPr sz="900" b="1"/>
            </a:lvl1pPr>
          </a:lstStyle>
          <a:p>
            <a:pPr lvl="0"/>
            <a:r>
              <a:rPr lang="en-US"/>
              <a:t>Click to edit Master text styles</a:t>
            </a:r>
          </a:p>
        </p:txBody>
      </p:sp>
      <p:sp>
        <p:nvSpPr>
          <p:cNvPr id="34" name="Text Placeholder 33"/>
          <p:cNvSpPr>
            <a:spLocks noGrp="1"/>
          </p:cNvSpPr>
          <p:nvPr>
            <p:ph type="body" sz="quarter" idx="12"/>
          </p:nvPr>
        </p:nvSpPr>
        <p:spPr>
          <a:xfrm>
            <a:off x="6949440" y="2019300"/>
            <a:ext cx="1828800" cy="731520"/>
          </a:xfrm>
          <a:prstGeom prst="rect">
            <a:avLst/>
          </a:prstGeom>
          <a:ln>
            <a:solidFill>
              <a:srgbClr val="666666"/>
            </a:solidFill>
          </a:ln>
        </p:spPr>
        <p:txBody>
          <a:bodyPr anchor="ctr"/>
          <a:lstStyle>
            <a:lvl1pPr marL="0" indent="0" algn="ctr">
              <a:buNone/>
              <a:defRPr sz="900" b="1"/>
            </a:lvl1pPr>
          </a:lstStyle>
          <a:p>
            <a:pPr lvl="0"/>
            <a:r>
              <a:rPr lang="en-US"/>
              <a:t>Click to edit Master text styles</a:t>
            </a:r>
          </a:p>
        </p:txBody>
      </p:sp>
      <p:sp>
        <p:nvSpPr>
          <p:cNvPr id="17" name="Text Placeholder 16"/>
          <p:cNvSpPr>
            <a:spLocks noGrp="1"/>
          </p:cNvSpPr>
          <p:nvPr>
            <p:ph type="body" sz="quarter" idx="17"/>
          </p:nvPr>
        </p:nvSpPr>
        <p:spPr>
          <a:xfrm>
            <a:off x="1481328" y="3886200"/>
            <a:ext cx="2971800" cy="731520"/>
          </a:xfrm>
          <a:prstGeom prst="rect">
            <a:avLst/>
          </a:prstGeom>
          <a:ln>
            <a:solidFill>
              <a:srgbClr val="666666"/>
            </a:solidFill>
          </a:ln>
        </p:spPr>
        <p:txBody>
          <a:bodyPr anchor="ctr"/>
          <a:lstStyle>
            <a:lvl1pPr marL="0" indent="0" algn="ctr">
              <a:buNone/>
              <a:defRPr sz="900" b="1" baseline="0">
                <a:latin typeface="+mn-lt"/>
              </a:defRPr>
            </a:lvl1pPr>
            <a:lvl2pPr>
              <a:defRPr sz="900" baseline="0">
                <a:latin typeface="Arial" pitchFamily="34" charset="0"/>
              </a:defRPr>
            </a:lvl2pPr>
            <a:lvl3pPr>
              <a:defRPr sz="900" baseline="0">
                <a:latin typeface="Arial" pitchFamily="34" charset="0"/>
              </a:defRPr>
            </a:lvl3pPr>
            <a:lvl4pPr>
              <a:defRPr sz="900" baseline="0">
                <a:latin typeface="Arial" pitchFamily="34" charset="0"/>
              </a:defRPr>
            </a:lvl4pPr>
            <a:lvl5pPr>
              <a:defRPr sz="900" baseline="0">
                <a:latin typeface="Arial" pitchFamily="34" charset="0"/>
              </a:defRPr>
            </a:lvl5pPr>
          </a:lstStyle>
          <a:p>
            <a:pPr lvl="0"/>
            <a:r>
              <a:rPr lang="en-US"/>
              <a:t>Click to edit Master text styles</a:t>
            </a:r>
          </a:p>
        </p:txBody>
      </p:sp>
      <p:sp>
        <p:nvSpPr>
          <p:cNvPr id="15" name="Text Placeholder 14"/>
          <p:cNvSpPr>
            <a:spLocks noGrp="1"/>
          </p:cNvSpPr>
          <p:nvPr>
            <p:ph type="body" sz="quarter" idx="18"/>
          </p:nvPr>
        </p:nvSpPr>
        <p:spPr>
          <a:xfrm>
            <a:off x="4724400" y="3886200"/>
            <a:ext cx="2971800" cy="731520"/>
          </a:xfrm>
          <a:prstGeom prst="rect">
            <a:avLst/>
          </a:prstGeom>
          <a:ln>
            <a:solidFill>
              <a:srgbClr val="666666"/>
            </a:solidFill>
          </a:ln>
        </p:spPr>
        <p:txBody>
          <a:bodyPr anchor="ctr"/>
          <a:lstStyle>
            <a:lvl1pPr marL="0" indent="0" algn="ctr">
              <a:buNone/>
              <a:defRPr sz="900" b="1" baseline="0">
                <a:latin typeface="+mn-lt"/>
              </a:defRPr>
            </a:lvl1pPr>
            <a:lvl2pPr>
              <a:defRPr sz="900" baseline="0">
                <a:latin typeface="Arial" pitchFamily="34" charset="0"/>
              </a:defRPr>
            </a:lvl2pPr>
            <a:lvl3pPr>
              <a:defRPr sz="900" baseline="0">
                <a:latin typeface="Arial" pitchFamily="34" charset="0"/>
              </a:defRPr>
            </a:lvl3pPr>
            <a:lvl4pPr>
              <a:defRPr sz="900" baseline="0">
                <a:latin typeface="Arial" pitchFamily="34" charset="0"/>
              </a:defRPr>
            </a:lvl4pPr>
            <a:lvl5pPr>
              <a:defRPr sz="900" baseline="0">
                <a:latin typeface="Arial" pitchFamily="34" charset="0"/>
              </a:defRPr>
            </a:lvl5pPr>
          </a:lstStyle>
          <a:p>
            <a:pPr lvl="0"/>
            <a:r>
              <a:rPr lang="en-US"/>
              <a:t>Click to edit Master text styles</a:t>
            </a:r>
          </a:p>
        </p:txBody>
      </p:sp>
      <p:sp>
        <p:nvSpPr>
          <p:cNvPr id="19" name="Rectangle 2"/>
          <p:cNvSpPr>
            <a:spLocks noGrp="1" noChangeArrowheads="1"/>
          </p:cNvSpPr>
          <p:nvPr>
            <p:ph type="title"/>
          </p:nvPr>
        </p:nvSpPr>
        <p:spPr bwMode="gray">
          <a:xfrm>
            <a:off x="452441" y="2"/>
            <a:ext cx="8239125" cy="898525"/>
          </a:xfrm>
          <a:prstGeom prst="rect">
            <a:avLst/>
          </a:prstGeom>
          <a:noFill/>
          <a:ln w="9525">
            <a:noFill/>
            <a:miter lim="800000"/>
            <a:headEnd/>
            <a:tailEnd/>
          </a:ln>
        </p:spPr>
        <p:txBody>
          <a:bodyPr vert="horz" wrap="square" lIns="0" tIns="0" rIns="0" bIns="0" numCol="1" anchor="b" anchorCtr="0" compatLnSpc="1">
            <a:prstTxWarp prst="textNoShape">
              <a:avLst/>
            </a:prstTxWarp>
          </a:bodyPr>
          <a:lstStyle>
            <a:lvl1pPr algn="l">
              <a:defRPr sz="1650"/>
            </a:lvl1pPr>
          </a:lstStyle>
          <a:p>
            <a:pPr lvl="0"/>
            <a:r>
              <a:rPr lang="en-US"/>
              <a:t>Click to edit Master title style</a:t>
            </a:r>
            <a:endParaRPr lang="en-US" dirty="0"/>
          </a:p>
        </p:txBody>
      </p:sp>
      <p:sp>
        <p:nvSpPr>
          <p:cNvPr id="20" name="Text Placeholder 14"/>
          <p:cNvSpPr>
            <a:spLocks noGrp="1"/>
          </p:cNvSpPr>
          <p:nvPr>
            <p:ph type="body" sz="quarter" idx="19"/>
          </p:nvPr>
        </p:nvSpPr>
        <p:spPr>
          <a:xfrm>
            <a:off x="1481328" y="4800600"/>
            <a:ext cx="6217920" cy="548640"/>
          </a:xfrm>
          <a:prstGeom prst="rect">
            <a:avLst/>
          </a:prstGeom>
          <a:ln>
            <a:solidFill>
              <a:srgbClr val="666666"/>
            </a:solidFill>
          </a:ln>
        </p:spPr>
        <p:txBody>
          <a:bodyPr anchor="ctr"/>
          <a:lstStyle>
            <a:lvl1pPr marL="0" indent="0" algn="ctr">
              <a:buNone/>
              <a:defRPr sz="900" b="1" baseline="0">
                <a:latin typeface="+mn-lt"/>
              </a:defRPr>
            </a:lvl1pPr>
            <a:lvl2pPr>
              <a:defRPr sz="900" baseline="0">
                <a:latin typeface="Arial" pitchFamily="34" charset="0"/>
              </a:defRPr>
            </a:lvl2pPr>
            <a:lvl3pPr>
              <a:defRPr sz="900" baseline="0">
                <a:latin typeface="Arial" pitchFamily="34" charset="0"/>
              </a:defRPr>
            </a:lvl3pPr>
            <a:lvl4pPr>
              <a:defRPr sz="900" baseline="0">
                <a:latin typeface="Arial" pitchFamily="34" charset="0"/>
              </a:defRPr>
            </a:lvl4pPr>
            <a:lvl5pPr>
              <a:defRPr sz="900" baseline="0">
                <a:latin typeface="Arial" pitchFamily="34" charset="0"/>
              </a:defRPr>
            </a:lvl5pPr>
          </a:lstStyle>
          <a:p>
            <a:pPr lvl="0"/>
            <a:r>
              <a:rPr lang="en-US"/>
              <a:t>Click to edit Master text styles</a:t>
            </a:r>
          </a:p>
        </p:txBody>
      </p:sp>
      <p:sp>
        <p:nvSpPr>
          <p:cNvPr id="21" name="Text Placeholder 27"/>
          <p:cNvSpPr>
            <a:spLocks noGrp="1"/>
          </p:cNvSpPr>
          <p:nvPr>
            <p:ph type="body" sz="quarter" idx="20"/>
          </p:nvPr>
        </p:nvSpPr>
        <p:spPr>
          <a:xfrm>
            <a:off x="438151" y="2019300"/>
            <a:ext cx="1828800" cy="731520"/>
          </a:xfrm>
          <a:prstGeom prst="rect">
            <a:avLst/>
          </a:prstGeom>
          <a:ln>
            <a:solidFill>
              <a:srgbClr val="666666"/>
            </a:solidFill>
          </a:ln>
        </p:spPr>
        <p:txBody>
          <a:bodyPr anchor="ctr"/>
          <a:lstStyle>
            <a:lvl1pPr marL="0" indent="0" algn="ctr">
              <a:buNone/>
              <a:defRPr sz="900" b="1"/>
            </a:lvl1pPr>
          </a:lstStyle>
          <a:p>
            <a:pPr lvl="0"/>
            <a:r>
              <a:rPr lang="en-US"/>
              <a:t>Click to edit Master text styles</a:t>
            </a:r>
          </a:p>
        </p:txBody>
      </p:sp>
      <p:sp>
        <p:nvSpPr>
          <p:cNvPr id="14" name="Slide Number Placeholder 9"/>
          <p:cNvSpPr>
            <a:spLocks noGrp="1"/>
          </p:cNvSpPr>
          <p:nvPr>
            <p:ph type="sldNum" sz="quarter" idx="21"/>
          </p:nvPr>
        </p:nvSpPr>
        <p:spPr/>
        <p:txBody>
          <a:bodyPr/>
          <a:lstStyle>
            <a:lvl1pPr>
              <a:defRPr/>
            </a:lvl1pPr>
          </a:lstStyle>
          <a:p>
            <a:fld id="{B0AC1651-679E-F444-9932-326657929C56}" type="slidenum">
              <a:rPr lang="en-US" altLang="en-US"/>
              <a:pPr/>
              <a:t>‹#›</a:t>
            </a:fld>
            <a:endParaRPr lang="en-US" altLang="en-US"/>
          </a:p>
        </p:txBody>
      </p:sp>
      <p:sp>
        <p:nvSpPr>
          <p:cNvPr id="16" name="Footer Placeholder 15"/>
          <p:cNvSpPr>
            <a:spLocks noGrp="1"/>
          </p:cNvSpPr>
          <p:nvPr>
            <p:ph type="ftr" sz="quarter" idx="22"/>
          </p:nvPr>
        </p:nvSpPr>
        <p:spPr/>
        <p:txBody>
          <a:bodyPr/>
          <a:lstStyle>
            <a:lvl1pPr>
              <a:defRPr smtClean="0"/>
            </a:lvl1pPr>
          </a:lstStyle>
          <a:p>
            <a:pPr>
              <a:defRPr/>
            </a:pPr>
            <a:r>
              <a:rPr lang="en-US"/>
              <a:t>Ethical Debates, Econ Theories, Real-World Impacts</a:t>
            </a:r>
          </a:p>
        </p:txBody>
      </p:sp>
    </p:spTree>
  </p:cSld>
  <p:clrMapOvr>
    <a:masterClrMapping/>
  </p:clrMapOvr>
</p:sldLayout>
</file>

<file path=ppt/slideLayouts/slideLayout49.xml><?xml version="1.0" encoding="utf-8"?>
<p:sldLayout xmlns:a="http://schemas.openxmlformats.org/drawingml/2006/main" xmlns:r="http://schemas.openxmlformats.org/officeDocument/2006/relationships" xmlns:p="http://schemas.openxmlformats.org/presentationml/2006/main" preserve="1" userDrawn="1">
  <p:cSld name="Tombstone - HIGHLIGHTS V1">
    <p:spTree>
      <p:nvGrpSpPr>
        <p:cNvPr id="1" name=""/>
        <p:cNvGrpSpPr/>
        <p:nvPr/>
      </p:nvGrpSpPr>
      <p:grpSpPr>
        <a:xfrm>
          <a:off x="0" y="0"/>
          <a:ext cx="0" cy="0"/>
          <a:chOff x="0" y="0"/>
          <a:chExt cx="0" cy="0"/>
        </a:xfrm>
      </p:grpSpPr>
      <p:sp>
        <p:nvSpPr>
          <p:cNvPr id="6" name="Text Placeholder 36"/>
          <p:cNvSpPr>
            <a:spLocks noGrp="1"/>
          </p:cNvSpPr>
          <p:nvPr>
            <p:ph type="body" sz="quarter" idx="102"/>
          </p:nvPr>
        </p:nvSpPr>
        <p:spPr>
          <a:xfrm>
            <a:off x="450850" y="1219200"/>
            <a:ext cx="1584000" cy="1584000"/>
          </a:xfrm>
          <a:prstGeom prst="rect">
            <a:avLst/>
          </a:prstGeom>
          <a:solidFill>
            <a:srgbClr val="FFFFFF"/>
          </a:solidFill>
          <a:ln w="9525">
            <a:solidFill>
              <a:srgbClr val="C0C0C0"/>
            </a:solidFill>
          </a:ln>
          <a:effectLst/>
        </p:spPr>
        <p:txBody>
          <a:bodyPr vert="horz" lIns="91440" tIns="457200" rIns="91440" bIns="45720" rtlCol="0" anchor="t" anchorCtr="0">
            <a:normAutofit/>
          </a:bodyPr>
          <a:lstStyle>
            <a:lvl1pPr marL="0" indent="0" algn="l" defTabSz="685800" rtl="0" eaLnBrk="1" latinLnBrk="0" hangingPunct="1">
              <a:lnSpc>
                <a:spcPct val="100000"/>
              </a:lnSpc>
              <a:spcBef>
                <a:spcPts val="150"/>
              </a:spcBef>
              <a:buNone/>
              <a:defRPr kumimoji="0" lang="en-US" sz="600" b="1" i="0" u="none" strike="noStrike" kern="1200" cap="none" spc="0" normalizeH="0" baseline="0" noProof="0" dirty="0" smtClean="0">
                <a:ln>
                  <a:noFill/>
                </a:ln>
                <a:solidFill>
                  <a:srgbClr val="9E3039"/>
                </a:solidFill>
                <a:effectLst/>
                <a:uLnTx/>
                <a:uFillTx/>
                <a:latin typeface="+mn-lt"/>
                <a:ea typeface="+mn-ea"/>
                <a:cs typeface="+mn-cs"/>
              </a:defRPr>
            </a:lvl1pPr>
            <a:lvl2pPr marL="0" indent="0" algn="l" defTabSz="685800" rtl="0" eaLnBrk="1" latinLnBrk="0" hangingPunct="1">
              <a:lnSpc>
                <a:spcPct val="100000"/>
              </a:lnSpc>
              <a:spcBef>
                <a:spcPts val="150"/>
              </a:spcBef>
              <a:buNone/>
              <a:defRPr kumimoji="0" lang="en-US" sz="600" b="1" i="0" u="none" strike="noStrike" kern="1200" cap="none" spc="0" normalizeH="0" baseline="0" noProof="0" dirty="0" smtClean="0">
                <a:ln>
                  <a:noFill/>
                </a:ln>
                <a:solidFill>
                  <a:schemeClr val="tx1"/>
                </a:solidFill>
                <a:effectLst/>
                <a:uLnTx/>
                <a:uFillTx/>
                <a:latin typeface="+mn-lt"/>
                <a:ea typeface="+mn-ea"/>
                <a:cs typeface="+mn-cs"/>
              </a:defRPr>
            </a:lvl2pPr>
            <a:lvl3pPr marL="0" indent="0" algn="l" defTabSz="685800" rtl="0" eaLnBrk="1" latinLnBrk="0" hangingPunct="1">
              <a:lnSpc>
                <a:spcPct val="100000"/>
              </a:lnSpc>
              <a:spcBef>
                <a:spcPts val="150"/>
              </a:spcBef>
              <a:buNone/>
              <a:defRPr kumimoji="0" lang="en-US" sz="525" b="0" i="0" u="none" strike="noStrike" kern="1200" cap="none" spc="0" normalizeH="0" baseline="0" noProof="0" dirty="0" smtClean="0">
                <a:ln>
                  <a:noFill/>
                </a:ln>
                <a:solidFill>
                  <a:srgbClr val="000000"/>
                </a:solidFill>
                <a:effectLst/>
                <a:uLnTx/>
                <a:uFillTx/>
                <a:latin typeface="+mn-lt"/>
                <a:ea typeface="+mn-ea"/>
                <a:cs typeface="+mn-cs"/>
              </a:defRPr>
            </a:lvl3pPr>
            <a:lvl4pPr marL="0" indent="0" algn="l" defTabSz="685800" rtl="0" eaLnBrk="1" latinLnBrk="0" hangingPunct="1">
              <a:lnSpc>
                <a:spcPct val="100000"/>
              </a:lnSpc>
              <a:spcBef>
                <a:spcPts val="150"/>
              </a:spcBef>
              <a:buNone/>
              <a:defRPr kumimoji="0" lang="en-US" sz="525" b="0" i="0" u="none" strike="noStrike" kern="1200" cap="none" spc="0" normalizeH="0" baseline="0" noProof="0" dirty="0" smtClean="0">
                <a:ln>
                  <a:noFill/>
                </a:ln>
                <a:solidFill>
                  <a:srgbClr val="000000"/>
                </a:solidFill>
                <a:effectLst/>
                <a:uLnTx/>
                <a:uFillTx/>
                <a:latin typeface="+mn-lt"/>
                <a:ea typeface="+mn-ea"/>
                <a:cs typeface="+mn-cs"/>
              </a:defRPr>
            </a:lvl4pPr>
            <a:lvl5pPr marL="0" indent="0" algn="l" defTabSz="685800" rtl="0" eaLnBrk="1" latinLnBrk="0" hangingPunct="1">
              <a:lnSpc>
                <a:spcPct val="100000"/>
              </a:lnSpc>
              <a:spcBef>
                <a:spcPts val="150"/>
              </a:spcBef>
              <a:buNone/>
              <a:defRPr kumimoji="0" lang="en-US" sz="525" b="0" i="0" u="none" strike="noStrike" kern="1200" cap="none" spc="0" normalizeH="0" baseline="0" noProof="0" dirty="0" smtClean="0">
                <a:ln>
                  <a:noFill/>
                </a:ln>
                <a:solidFill>
                  <a:srgbClr val="000000"/>
                </a:solidFill>
                <a:effectLst/>
                <a:uLnTx/>
                <a:uFillTx/>
                <a:latin typeface="+mn-lt"/>
                <a:ea typeface="+mn-ea"/>
                <a:cs typeface="+mn-cs"/>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Text Placeholder 36"/>
          <p:cNvSpPr>
            <a:spLocks noGrp="1"/>
          </p:cNvSpPr>
          <p:nvPr>
            <p:ph type="body" sz="quarter" idx="103"/>
          </p:nvPr>
        </p:nvSpPr>
        <p:spPr>
          <a:xfrm>
            <a:off x="450850" y="2620320"/>
            <a:ext cx="1584000" cy="182880"/>
          </a:xfrm>
          <a:prstGeom prst="rect">
            <a:avLst/>
          </a:prstGeom>
          <a:solidFill>
            <a:srgbClr val="FFFFFF"/>
          </a:solidFill>
          <a:ln w="9525">
            <a:solidFill>
              <a:srgbClr val="C0C0C0"/>
            </a:solidFill>
          </a:ln>
          <a:effectLst/>
        </p:spPr>
        <p:txBody>
          <a:bodyPr vert="horz" lIns="91440" tIns="0" rIns="91440" bIns="0" rtlCol="0" anchor="ctr" anchorCtr="0">
            <a:normAutofit/>
          </a:bodyPr>
          <a:lstStyle>
            <a:lvl1pPr marL="0" indent="0" algn="l" defTabSz="685800" rtl="0" eaLnBrk="1" latinLnBrk="0" hangingPunct="1">
              <a:lnSpc>
                <a:spcPct val="100000"/>
              </a:lnSpc>
              <a:spcBef>
                <a:spcPts val="0"/>
              </a:spcBef>
              <a:buNone/>
              <a:defRPr kumimoji="0" lang="en-US" sz="525" b="1" i="0" u="none" strike="noStrike" kern="1200" cap="none" spc="0" normalizeH="0" baseline="0" noProof="0" dirty="0" smtClean="0">
                <a:ln>
                  <a:noFill/>
                </a:ln>
                <a:solidFill>
                  <a:srgbClr val="000000"/>
                </a:solidFill>
                <a:effectLst/>
                <a:uLnTx/>
                <a:uFillTx/>
                <a:latin typeface="+mn-lt"/>
                <a:ea typeface="+mn-ea"/>
                <a:cs typeface="+mn-cs"/>
              </a:defRPr>
            </a:lvl1pPr>
            <a:lvl2pPr marL="0" indent="0" algn="l" defTabSz="685800" rtl="0" eaLnBrk="1" latinLnBrk="0" hangingPunct="1">
              <a:lnSpc>
                <a:spcPct val="100000"/>
              </a:lnSpc>
              <a:buNone/>
              <a:defRPr kumimoji="0" lang="en-US" sz="600" b="1" i="0" u="none" strike="noStrike" kern="1200" cap="none" spc="0" normalizeH="0" baseline="0" noProof="0" dirty="0" smtClean="0">
                <a:ln>
                  <a:noFill/>
                </a:ln>
                <a:solidFill>
                  <a:schemeClr val="tx1"/>
                </a:solidFill>
                <a:effectLst/>
                <a:uLnTx/>
                <a:uFillTx/>
                <a:latin typeface="+mn-lt"/>
                <a:ea typeface="+mn-ea"/>
                <a:cs typeface="+mn-cs"/>
              </a:defRPr>
            </a:lvl2pPr>
            <a:lvl3pPr marL="0" indent="0" algn="l" defTabSz="685800" rtl="0" eaLnBrk="1" latinLnBrk="0" hangingPunct="1">
              <a:lnSpc>
                <a:spcPct val="100000"/>
              </a:lnSpc>
              <a:buNone/>
              <a:defRPr kumimoji="0" lang="en-US" sz="600" b="0" i="0" u="none" strike="noStrike" kern="1200" cap="none" spc="0" normalizeH="0" baseline="0" noProof="0" dirty="0" smtClean="0">
                <a:ln>
                  <a:noFill/>
                </a:ln>
                <a:solidFill>
                  <a:srgbClr val="000000"/>
                </a:solidFill>
                <a:effectLst/>
                <a:uLnTx/>
                <a:uFillTx/>
                <a:latin typeface="+mn-lt"/>
                <a:ea typeface="+mn-ea"/>
                <a:cs typeface="+mn-cs"/>
              </a:defRPr>
            </a:lvl3pPr>
            <a:lvl4pPr marL="0" indent="0" algn="l" defTabSz="685800" rtl="0" eaLnBrk="1" latinLnBrk="0" hangingPunct="1">
              <a:lnSpc>
                <a:spcPct val="100000"/>
              </a:lnSpc>
              <a:buNone/>
              <a:defRPr kumimoji="0" lang="en-US" sz="600" b="0" i="0" u="none" strike="noStrike" kern="1200" cap="none" spc="0" normalizeH="0" baseline="0" noProof="0" dirty="0" smtClean="0">
                <a:ln>
                  <a:noFill/>
                </a:ln>
                <a:solidFill>
                  <a:srgbClr val="000000"/>
                </a:solidFill>
                <a:effectLst/>
                <a:uLnTx/>
                <a:uFillTx/>
                <a:latin typeface="+mn-lt"/>
                <a:ea typeface="+mn-ea"/>
                <a:cs typeface="+mn-cs"/>
              </a:defRPr>
            </a:lvl4pPr>
            <a:lvl5pPr marL="0" indent="0" algn="l" defTabSz="685800" rtl="0" eaLnBrk="1" latinLnBrk="0" hangingPunct="1">
              <a:lnSpc>
                <a:spcPct val="100000"/>
              </a:lnSpc>
              <a:buNone/>
              <a:defRPr kumimoji="0" lang="en-US" sz="600" b="0" i="0" u="none" strike="noStrike" kern="1200" cap="none" spc="0" normalizeH="0" baseline="0" noProof="0" dirty="0" smtClean="0">
                <a:ln>
                  <a:noFill/>
                </a:ln>
                <a:solidFill>
                  <a:srgbClr val="000000"/>
                </a:solidFill>
                <a:effectLst/>
                <a:uLnTx/>
                <a:uFillTx/>
                <a:latin typeface="+mn-lt"/>
                <a:ea typeface="+mn-ea"/>
                <a:cs typeface="+mn-cs"/>
              </a:defRPr>
            </a:lvl5pPr>
          </a:lstStyle>
          <a:p>
            <a:pPr lvl="0"/>
            <a:r>
              <a:rPr lang="en-US"/>
              <a:t>Click to edit Master text styles</a:t>
            </a:r>
          </a:p>
        </p:txBody>
      </p:sp>
      <p:sp>
        <p:nvSpPr>
          <p:cNvPr id="8" name="Text Placeholder 36"/>
          <p:cNvSpPr>
            <a:spLocks noGrp="1"/>
          </p:cNvSpPr>
          <p:nvPr>
            <p:ph type="body" sz="quarter" idx="104"/>
          </p:nvPr>
        </p:nvSpPr>
        <p:spPr>
          <a:xfrm>
            <a:off x="2111456" y="1219200"/>
            <a:ext cx="1584000" cy="1584000"/>
          </a:xfrm>
          <a:prstGeom prst="rect">
            <a:avLst/>
          </a:prstGeom>
          <a:solidFill>
            <a:srgbClr val="FFFFFF"/>
          </a:solidFill>
          <a:ln w="9525">
            <a:solidFill>
              <a:srgbClr val="C0C0C0"/>
            </a:solidFill>
          </a:ln>
          <a:effectLst/>
        </p:spPr>
        <p:txBody>
          <a:bodyPr vert="horz" lIns="91440" tIns="457200" rIns="91440" bIns="45720" rtlCol="0" anchor="t" anchorCtr="0">
            <a:normAutofit/>
          </a:bodyPr>
          <a:lstStyle>
            <a:lvl1pPr marL="0" indent="0" algn="l" defTabSz="685800" rtl="0" eaLnBrk="1" latinLnBrk="0" hangingPunct="1">
              <a:lnSpc>
                <a:spcPct val="100000"/>
              </a:lnSpc>
              <a:spcBef>
                <a:spcPts val="150"/>
              </a:spcBef>
              <a:buNone/>
              <a:defRPr kumimoji="0" lang="en-US" sz="600" b="1" i="0" u="none" strike="noStrike" kern="1200" cap="none" spc="0" normalizeH="0" baseline="0" noProof="0" dirty="0" smtClean="0">
                <a:ln>
                  <a:noFill/>
                </a:ln>
                <a:solidFill>
                  <a:srgbClr val="9E3039"/>
                </a:solidFill>
                <a:effectLst/>
                <a:uLnTx/>
                <a:uFillTx/>
                <a:latin typeface="+mn-lt"/>
                <a:ea typeface="+mn-ea"/>
                <a:cs typeface="+mn-cs"/>
              </a:defRPr>
            </a:lvl1pPr>
            <a:lvl2pPr marL="0" indent="0" algn="l" defTabSz="685800" rtl="0" eaLnBrk="1" latinLnBrk="0" hangingPunct="1">
              <a:lnSpc>
                <a:spcPct val="100000"/>
              </a:lnSpc>
              <a:spcBef>
                <a:spcPts val="150"/>
              </a:spcBef>
              <a:buNone/>
              <a:defRPr kumimoji="0" lang="en-US" sz="600" b="1" i="0" u="none" strike="noStrike" kern="1200" cap="none" spc="0" normalizeH="0" baseline="0" noProof="0" dirty="0" smtClean="0">
                <a:ln>
                  <a:noFill/>
                </a:ln>
                <a:solidFill>
                  <a:schemeClr val="tx1"/>
                </a:solidFill>
                <a:effectLst/>
                <a:uLnTx/>
                <a:uFillTx/>
                <a:latin typeface="+mn-lt"/>
                <a:ea typeface="+mn-ea"/>
                <a:cs typeface="+mn-cs"/>
              </a:defRPr>
            </a:lvl2pPr>
            <a:lvl3pPr marL="0" indent="0" algn="l" defTabSz="685800" rtl="0" eaLnBrk="1" latinLnBrk="0" hangingPunct="1">
              <a:lnSpc>
                <a:spcPct val="100000"/>
              </a:lnSpc>
              <a:spcBef>
                <a:spcPts val="150"/>
              </a:spcBef>
              <a:buNone/>
              <a:defRPr kumimoji="0" lang="en-US" sz="525" b="0" i="0" u="none" strike="noStrike" kern="1200" cap="none" spc="0" normalizeH="0" baseline="0" noProof="0" dirty="0" smtClean="0">
                <a:ln>
                  <a:noFill/>
                </a:ln>
                <a:solidFill>
                  <a:srgbClr val="000000"/>
                </a:solidFill>
                <a:effectLst/>
                <a:uLnTx/>
                <a:uFillTx/>
                <a:latin typeface="+mn-lt"/>
                <a:ea typeface="+mn-ea"/>
                <a:cs typeface="+mn-cs"/>
              </a:defRPr>
            </a:lvl3pPr>
            <a:lvl4pPr marL="0" indent="0" algn="l" defTabSz="685800" rtl="0" eaLnBrk="1" latinLnBrk="0" hangingPunct="1">
              <a:lnSpc>
                <a:spcPct val="100000"/>
              </a:lnSpc>
              <a:spcBef>
                <a:spcPts val="150"/>
              </a:spcBef>
              <a:buNone/>
              <a:defRPr kumimoji="0" lang="en-US" sz="525" b="0" i="0" u="none" strike="noStrike" kern="1200" cap="none" spc="0" normalizeH="0" baseline="0" noProof="0" dirty="0" smtClean="0">
                <a:ln>
                  <a:noFill/>
                </a:ln>
                <a:solidFill>
                  <a:srgbClr val="000000"/>
                </a:solidFill>
                <a:effectLst/>
                <a:uLnTx/>
                <a:uFillTx/>
                <a:latin typeface="+mn-lt"/>
                <a:ea typeface="+mn-ea"/>
                <a:cs typeface="+mn-cs"/>
              </a:defRPr>
            </a:lvl4pPr>
            <a:lvl5pPr marL="0" indent="0" algn="l" defTabSz="685800" rtl="0" eaLnBrk="1" latinLnBrk="0" hangingPunct="1">
              <a:lnSpc>
                <a:spcPct val="100000"/>
              </a:lnSpc>
              <a:spcBef>
                <a:spcPts val="150"/>
              </a:spcBef>
              <a:buNone/>
              <a:defRPr kumimoji="0" lang="en-US" sz="525" b="0" i="0" u="none" strike="noStrike" kern="1200" cap="none" spc="0" normalizeH="0" baseline="0" noProof="0" dirty="0" smtClean="0">
                <a:ln>
                  <a:noFill/>
                </a:ln>
                <a:solidFill>
                  <a:srgbClr val="000000"/>
                </a:solidFill>
                <a:effectLst/>
                <a:uLnTx/>
                <a:uFillTx/>
                <a:latin typeface="+mn-lt"/>
                <a:ea typeface="+mn-ea"/>
                <a:cs typeface="+mn-cs"/>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9" name="Text Placeholder 36"/>
          <p:cNvSpPr>
            <a:spLocks noGrp="1"/>
          </p:cNvSpPr>
          <p:nvPr>
            <p:ph type="body" sz="quarter" idx="105"/>
          </p:nvPr>
        </p:nvSpPr>
        <p:spPr>
          <a:xfrm>
            <a:off x="2111456" y="2620320"/>
            <a:ext cx="1584000" cy="182880"/>
          </a:xfrm>
          <a:prstGeom prst="rect">
            <a:avLst/>
          </a:prstGeom>
          <a:solidFill>
            <a:srgbClr val="FFFFFF"/>
          </a:solidFill>
          <a:ln w="9525">
            <a:solidFill>
              <a:srgbClr val="C0C0C0"/>
            </a:solidFill>
          </a:ln>
          <a:effectLst/>
        </p:spPr>
        <p:txBody>
          <a:bodyPr vert="horz" lIns="91440" tIns="0" rIns="91440" bIns="0" rtlCol="0" anchor="ctr" anchorCtr="0">
            <a:normAutofit/>
          </a:bodyPr>
          <a:lstStyle>
            <a:lvl1pPr marL="0" indent="0" algn="l" defTabSz="685800" rtl="0" eaLnBrk="1" latinLnBrk="0" hangingPunct="1">
              <a:lnSpc>
                <a:spcPct val="100000"/>
              </a:lnSpc>
              <a:spcBef>
                <a:spcPts val="0"/>
              </a:spcBef>
              <a:buNone/>
              <a:defRPr kumimoji="0" lang="en-US" sz="525" b="1" i="0" u="none" strike="noStrike" kern="1200" cap="none" spc="0" normalizeH="0" baseline="0" noProof="0" dirty="0" smtClean="0">
                <a:ln>
                  <a:noFill/>
                </a:ln>
                <a:solidFill>
                  <a:srgbClr val="000000"/>
                </a:solidFill>
                <a:effectLst/>
                <a:uLnTx/>
                <a:uFillTx/>
                <a:latin typeface="+mn-lt"/>
                <a:ea typeface="+mn-ea"/>
                <a:cs typeface="+mn-cs"/>
              </a:defRPr>
            </a:lvl1pPr>
            <a:lvl2pPr marL="0" indent="0" algn="l" defTabSz="685800" rtl="0" eaLnBrk="1" latinLnBrk="0" hangingPunct="1">
              <a:lnSpc>
                <a:spcPct val="100000"/>
              </a:lnSpc>
              <a:buNone/>
              <a:defRPr kumimoji="0" lang="en-US" sz="600" b="1" i="0" u="none" strike="noStrike" kern="1200" cap="none" spc="0" normalizeH="0" baseline="0" noProof="0" dirty="0" smtClean="0">
                <a:ln>
                  <a:noFill/>
                </a:ln>
                <a:solidFill>
                  <a:schemeClr val="tx1"/>
                </a:solidFill>
                <a:effectLst/>
                <a:uLnTx/>
                <a:uFillTx/>
                <a:latin typeface="+mn-lt"/>
                <a:ea typeface="+mn-ea"/>
                <a:cs typeface="+mn-cs"/>
              </a:defRPr>
            </a:lvl2pPr>
            <a:lvl3pPr marL="0" indent="0" algn="l" defTabSz="685800" rtl="0" eaLnBrk="1" latinLnBrk="0" hangingPunct="1">
              <a:lnSpc>
                <a:spcPct val="100000"/>
              </a:lnSpc>
              <a:buNone/>
              <a:defRPr kumimoji="0" lang="en-US" sz="600" b="0" i="0" u="none" strike="noStrike" kern="1200" cap="none" spc="0" normalizeH="0" baseline="0" noProof="0" dirty="0" smtClean="0">
                <a:ln>
                  <a:noFill/>
                </a:ln>
                <a:solidFill>
                  <a:srgbClr val="000000"/>
                </a:solidFill>
                <a:effectLst/>
                <a:uLnTx/>
                <a:uFillTx/>
                <a:latin typeface="+mn-lt"/>
                <a:ea typeface="+mn-ea"/>
                <a:cs typeface="+mn-cs"/>
              </a:defRPr>
            </a:lvl3pPr>
            <a:lvl4pPr marL="0" indent="0" algn="l" defTabSz="685800" rtl="0" eaLnBrk="1" latinLnBrk="0" hangingPunct="1">
              <a:lnSpc>
                <a:spcPct val="100000"/>
              </a:lnSpc>
              <a:buNone/>
              <a:defRPr kumimoji="0" lang="en-US" sz="600" b="0" i="0" u="none" strike="noStrike" kern="1200" cap="none" spc="0" normalizeH="0" baseline="0" noProof="0" dirty="0" smtClean="0">
                <a:ln>
                  <a:noFill/>
                </a:ln>
                <a:solidFill>
                  <a:srgbClr val="000000"/>
                </a:solidFill>
                <a:effectLst/>
                <a:uLnTx/>
                <a:uFillTx/>
                <a:latin typeface="+mn-lt"/>
                <a:ea typeface="+mn-ea"/>
                <a:cs typeface="+mn-cs"/>
              </a:defRPr>
            </a:lvl4pPr>
            <a:lvl5pPr marL="0" indent="0" algn="l" defTabSz="685800" rtl="0" eaLnBrk="1" latinLnBrk="0" hangingPunct="1">
              <a:lnSpc>
                <a:spcPct val="100000"/>
              </a:lnSpc>
              <a:buNone/>
              <a:defRPr kumimoji="0" lang="en-US" sz="600" b="0" i="0" u="none" strike="noStrike" kern="1200" cap="none" spc="0" normalizeH="0" baseline="0" noProof="0" dirty="0" smtClean="0">
                <a:ln>
                  <a:noFill/>
                </a:ln>
                <a:solidFill>
                  <a:srgbClr val="000000"/>
                </a:solidFill>
                <a:effectLst/>
                <a:uLnTx/>
                <a:uFillTx/>
                <a:latin typeface="+mn-lt"/>
                <a:ea typeface="+mn-ea"/>
                <a:cs typeface="+mn-cs"/>
              </a:defRPr>
            </a:lvl5pPr>
          </a:lstStyle>
          <a:p>
            <a:pPr lvl="0"/>
            <a:r>
              <a:rPr lang="en-US"/>
              <a:t>Click to edit Master text styles</a:t>
            </a:r>
          </a:p>
        </p:txBody>
      </p:sp>
      <p:sp>
        <p:nvSpPr>
          <p:cNvPr id="10" name="Text Placeholder 36"/>
          <p:cNvSpPr>
            <a:spLocks noGrp="1"/>
          </p:cNvSpPr>
          <p:nvPr>
            <p:ph type="body" sz="quarter" idx="106"/>
          </p:nvPr>
        </p:nvSpPr>
        <p:spPr>
          <a:xfrm>
            <a:off x="3772062" y="1219200"/>
            <a:ext cx="1584000" cy="1584000"/>
          </a:xfrm>
          <a:prstGeom prst="rect">
            <a:avLst/>
          </a:prstGeom>
          <a:solidFill>
            <a:srgbClr val="FFFFFF"/>
          </a:solidFill>
          <a:ln w="9525">
            <a:solidFill>
              <a:srgbClr val="C0C0C0"/>
            </a:solidFill>
          </a:ln>
          <a:effectLst/>
        </p:spPr>
        <p:txBody>
          <a:bodyPr vert="horz" lIns="91440" tIns="457200" rIns="91440" bIns="45720" rtlCol="0" anchor="t" anchorCtr="0">
            <a:normAutofit/>
          </a:bodyPr>
          <a:lstStyle>
            <a:lvl1pPr marL="0" indent="0" algn="l" defTabSz="685800" rtl="0" eaLnBrk="1" latinLnBrk="0" hangingPunct="1">
              <a:lnSpc>
                <a:spcPct val="100000"/>
              </a:lnSpc>
              <a:spcBef>
                <a:spcPts val="150"/>
              </a:spcBef>
              <a:buNone/>
              <a:defRPr kumimoji="0" lang="en-US" sz="600" b="1" i="0" u="none" strike="noStrike" kern="1200" cap="none" spc="0" normalizeH="0" baseline="0" noProof="0" dirty="0" smtClean="0">
                <a:ln>
                  <a:noFill/>
                </a:ln>
                <a:solidFill>
                  <a:srgbClr val="9E3039"/>
                </a:solidFill>
                <a:effectLst/>
                <a:uLnTx/>
                <a:uFillTx/>
                <a:latin typeface="+mn-lt"/>
                <a:ea typeface="+mn-ea"/>
                <a:cs typeface="+mn-cs"/>
              </a:defRPr>
            </a:lvl1pPr>
            <a:lvl2pPr marL="0" indent="0" algn="l" defTabSz="685800" rtl="0" eaLnBrk="1" latinLnBrk="0" hangingPunct="1">
              <a:lnSpc>
                <a:spcPct val="100000"/>
              </a:lnSpc>
              <a:spcBef>
                <a:spcPts val="150"/>
              </a:spcBef>
              <a:buNone/>
              <a:defRPr kumimoji="0" lang="en-US" sz="600" b="1" i="0" u="none" strike="noStrike" kern="1200" cap="none" spc="0" normalizeH="0" baseline="0" noProof="0" dirty="0" smtClean="0">
                <a:ln>
                  <a:noFill/>
                </a:ln>
                <a:solidFill>
                  <a:schemeClr val="tx1"/>
                </a:solidFill>
                <a:effectLst/>
                <a:uLnTx/>
                <a:uFillTx/>
                <a:latin typeface="+mn-lt"/>
                <a:ea typeface="+mn-ea"/>
                <a:cs typeface="+mn-cs"/>
              </a:defRPr>
            </a:lvl2pPr>
            <a:lvl3pPr marL="0" indent="0" algn="l" defTabSz="685800" rtl="0" eaLnBrk="1" latinLnBrk="0" hangingPunct="1">
              <a:lnSpc>
                <a:spcPct val="100000"/>
              </a:lnSpc>
              <a:spcBef>
                <a:spcPts val="150"/>
              </a:spcBef>
              <a:buNone/>
              <a:defRPr kumimoji="0" lang="en-US" sz="525" b="0" i="0" u="none" strike="noStrike" kern="1200" cap="none" spc="0" normalizeH="0" baseline="0" noProof="0" dirty="0" smtClean="0">
                <a:ln>
                  <a:noFill/>
                </a:ln>
                <a:solidFill>
                  <a:srgbClr val="000000"/>
                </a:solidFill>
                <a:effectLst/>
                <a:uLnTx/>
                <a:uFillTx/>
                <a:latin typeface="+mn-lt"/>
                <a:ea typeface="+mn-ea"/>
                <a:cs typeface="+mn-cs"/>
              </a:defRPr>
            </a:lvl3pPr>
            <a:lvl4pPr marL="0" indent="0" algn="l" defTabSz="685800" rtl="0" eaLnBrk="1" latinLnBrk="0" hangingPunct="1">
              <a:lnSpc>
                <a:spcPct val="100000"/>
              </a:lnSpc>
              <a:spcBef>
                <a:spcPts val="150"/>
              </a:spcBef>
              <a:buNone/>
              <a:defRPr kumimoji="0" lang="en-US" sz="525" b="0" i="0" u="none" strike="noStrike" kern="1200" cap="none" spc="0" normalizeH="0" baseline="0" noProof="0" dirty="0" smtClean="0">
                <a:ln>
                  <a:noFill/>
                </a:ln>
                <a:solidFill>
                  <a:srgbClr val="000000"/>
                </a:solidFill>
                <a:effectLst/>
                <a:uLnTx/>
                <a:uFillTx/>
                <a:latin typeface="+mn-lt"/>
                <a:ea typeface="+mn-ea"/>
                <a:cs typeface="+mn-cs"/>
              </a:defRPr>
            </a:lvl4pPr>
            <a:lvl5pPr marL="0" indent="0" algn="l" defTabSz="685800" rtl="0" eaLnBrk="1" latinLnBrk="0" hangingPunct="1">
              <a:lnSpc>
                <a:spcPct val="100000"/>
              </a:lnSpc>
              <a:spcBef>
                <a:spcPts val="150"/>
              </a:spcBef>
              <a:buNone/>
              <a:defRPr kumimoji="0" lang="en-US" sz="525" b="0" i="0" u="none" strike="noStrike" kern="1200" cap="none" spc="0" normalizeH="0" baseline="0" noProof="0" dirty="0" smtClean="0">
                <a:ln>
                  <a:noFill/>
                </a:ln>
                <a:solidFill>
                  <a:srgbClr val="000000"/>
                </a:solidFill>
                <a:effectLst/>
                <a:uLnTx/>
                <a:uFillTx/>
                <a:latin typeface="+mn-lt"/>
                <a:ea typeface="+mn-ea"/>
                <a:cs typeface="+mn-cs"/>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1" name="Text Placeholder 36"/>
          <p:cNvSpPr>
            <a:spLocks noGrp="1"/>
          </p:cNvSpPr>
          <p:nvPr>
            <p:ph type="body" sz="quarter" idx="107"/>
          </p:nvPr>
        </p:nvSpPr>
        <p:spPr>
          <a:xfrm>
            <a:off x="3772062" y="2620320"/>
            <a:ext cx="1584000" cy="182880"/>
          </a:xfrm>
          <a:prstGeom prst="rect">
            <a:avLst/>
          </a:prstGeom>
          <a:solidFill>
            <a:srgbClr val="FFFFFF"/>
          </a:solidFill>
          <a:ln w="9525">
            <a:solidFill>
              <a:srgbClr val="C0C0C0"/>
            </a:solidFill>
          </a:ln>
          <a:effectLst/>
        </p:spPr>
        <p:txBody>
          <a:bodyPr vert="horz" lIns="91440" tIns="0" rIns="91440" bIns="0" rtlCol="0" anchor="ctr" anchorCtr="0">
            <a:normAutofit/>
          </a:bodyPr>
          <a:lstStyle>
            <a:lvl1pPr marL="0" indent="0" algn="l" defTabSz="685800" rtl="0" eaLnBrk="1" latinLnBrk="0" hangingPunct="1">
              <a:lnSpc>
                <a:spcPct val="100000"/>
              </a:lnSpc>
              <a:spcBef>
                <a:spcPts val="0"/>
              </a:spcBef>
              <a:buNone/>
              <a:defRPr kumimoji="0" lang="en-US" sz="525" b="1" i="0" u="none" strike="noStrike" kern="1200" cap="none" spc="0" normalizeH="0" baseline="0" noProof="0" dirty="0" smtClean="0">
                <a:ln>
                  <a:noFill/>
                </a:ln>
                <a:solidFill>
                  <a:srgbClr val="000000"/>
                </a:solidFill>
                <a:effectLst/>
                <a:uLnTx/>
                <a:uFillTx/>
                <a:latin typeface="+mn-lt"/>
                <a:ea typeface="+mn-ea"/>
                <a:cs typeface="+mn-cs"/>
              </a:defRPr>
            </a:lvl1pPr>
            <a:lvl2pPr marL="0" indent="0" algn="l" defTabSz="685800" rtl="0" eaLnBrk="1" latinLnBrk="0" hangingPunct="1">
              <a:lnSpc>
                <a:spcPct val="100000"/>
              </a:lnSpc>
              <a:buNone/>
              <a:defRPr kumimoji="0" lang="en-US" sz="600" b="1" i="0" u="none" strike="noStrike" kern="1200" cap="none" spc="0" normalizeH="0" baseline="0" noProof="0" dirty="0" smtClean="0">
                <a:ln>
                  <a:noFill/>
                </a:ln>
                <a:solidFill>
                  <a:schemeClr val="tx1"/>
                </a:solidFill>
                <a:effectLst/>
                <a:uLnTx/>
                <a:uFillTx/>
                <a:latin typeface="+mn-lt"/>
                <a:ea typeface="+mn-ea"/>
                <a:cs typeface="+mn-cs"/>
              </a:defRPr>
            </a:lvl2pPr>
            <a:lvl3pPr marL="0" indent="0" algn="l" defTabSz="685800" rtl="0" eaLnBrk="1" latinLnBrk="0" hangingPunct="1">
              <a:lnSpc>
                <a:spcPct val="100000"/>
              </a:lnSpc>
              <a:buNone/>
              <a:defRPr kumimoji="0" lang="en-US" sz="600" b="0" i="0" u="none" strike="noStrike" kern="1200" cap="none" spc="0" normalizeH="0" baseline="0" noProof="0" dirty="0" smtClean="0">
                <a:ln>
                  <a:noFill/>
                </a:ln>
                <a:solidFill>
                  <a:srgbClr val="000000"/>
                </a:solidFill>
                <a:effectLst/>
                <a:uLnTx/>
                <a:uFillTx/>
                <a:latin typeface="+mn-lt"/>
                <a:ea typeface="+mn-ea"/>
                <a:cs typeface="+mn-cs"/>
              </a:defRPr>
            </a:lvl3pPr>
            <a:lvl4pPr marL="0" indent="0" algn="l" defTabSz="685800" rtl="0" eaLnBrk="1" latinLnBrk="0" hangingPunct="1">
              <a:lnSpc>
                <a:spcPct val="100000"/>
              </a:lnSpc>
              <a:buNone/>
              <a:defRPr kumimoji="0" lang="en-US" sz="600" b="0" i="0" u="none" strike="noStrike" kern="1200" cap="none" spc="0" normalizeH="0" baseline="0" noProof="0" dirty="0" smtClean="0">
                <a:ln>
                  <a:noFill/>
                </a:ln>
                <a:solidFill>
                  <a:srgbClr val="000000"/>
                </a:solidFill>
                <a:effectLst/>
                <a:uLnTx/>
                <a:uFillTx/>
                <a:latin typeface="+mn-lt"/>
                <a:ea typeface="+mn-ea"/>
                <a:cs typeface="+mn-cs"/>
              </a:defRPr>
            </a:lvl4pPr>
            <a:lvl5pPr marL="0" indent="0" algn="l" defTabSz="685800" rtl="0" eaLnBrk="1" latinLnBrk="0" hangingPunct="1">
              <a:lnSpc>
                <a:spcPct val="100000"/>
              </a:lnSpc>
              <a:buNone/>
              <a:defRPr kumimoji="0" lang="en-US" sz="600" b="0" i="0" u="none" strike="noStrike" kern="1200" cap="none" spc="0" normalizeH="0" baseline="0" noProof="0" dirty="0" smtClean="0">
                <a:ln>
                  <a:noFill/>
                </a:ln>
                <a:solidFill>
                  <a:srgbClr val="000000"/>
                </a:solidFill>
                <a:effectLst/>
                <a:uLnTx/>
                <a:uFillTx/>
                <a:latin typeface="+mn-lt"/>
                <a:ea typeface="+mn-ea"/>
                <a:cs typeface="+mn-cs"/>
              </a:defRPr>
            </a:lvl5pPr>
          </a:lstStyle>
          <a:p>
            <a:pPr lvl="0"/>
            <a:r>
              <a:rPr lang="en-US"/>
              <a:t>Click to edit Master text styles</a:t>
            </a:r>
          </a:p>
        </p:txBody>
      </p:sp>
      <p:sp>
        <p:nvSpPr>
          <p:cNvPr id="12" name="Text Placeholder 36"/>
          <p:cNvSpPr>
            <a:spLocks noGrp="1"/>
          </p:cNvSpPr>
          <p:nvPr>
            <p:ph type="body" sz="quarter" idx="108"/>
          </p:nvPr>
        </p:nvSpPr>
        <p:spPr>
          <a:xfrm>
            <a:off x="5432668" y="1219200"/>
            <a:ext cx="1584000" cy="1584000"/>
          </a:xfrm>
          <a:prstGeom prst="rect">
            <a:avLst/>
          </a:prstGeom>
          <a:solidFill>
            <a:srgbClr val="FFFFFF"/>
          </a:solidFill>
          <a:ln w="9525">
            <a:solidFill>
              <a:srgbClr val="C0C0C0"/>
            </a:solidFill>
          </a:ln>
          <a:effectLst/>
        </p:spPr>
        <p:txBody>
          <a:bodyPr vert="horz" lIns="91440" tIns="457200" rIns="91440" bIns="45720" rtlCol="0" anchor="t" anchorCtr="0">
            <a:normAutofit/>
          </a:bodyPr>
          <a:lstStyle>
            <a:lvl1pPr marL="0" indent="0" algn="l" defTabSz="685800" rtl="0" eaLnBrk="1" latinLnBrk="0" hangingPunct="1">
              <a:lnSpc>
                <a:spcPct val="100000"/>
              </a:lnSpc>
              <a:spcBef>
                <a:spcPts val="150"/>
              </a:spcBef>
              <a:buNone/>
              <a:defRPr kumimoji="0" lang="en-US" sz="600" b="1" i="0" u="none" strike="noStrike" kern="1200" cap="none" spc="0" normalizeH="0" baseline="0" noProof="0" dirty="0" smtClean="0">
                <a:ln>
                  <a:noFill/>
                </a:ln>
                <a:solidFill>
                  <a:srgbClr val="9E3039"/>
                </a:solidFill>
                <a:effectLst/>
                <a:uLnTx/>
                <a:uFillTx/>
                <a:latin typeface="+mn-lt"/>
                <a:ea typeface="+mn-ea"/>
                <a:cs typeface="+mn-cs"/>
              </a:defRPr>
            </a:lvl1pPr>
            <a:lvl2pPr marL="0" indent="0" algn="l" defTabSz="685800" rtl="0" eaLnBrk="1" latinLnBrk="0" hangingPunct="1">
              <a:lnSpc>
                <a:spcPct val="100000"/>
              </a:lnSpc>
              <a:spcBef>
                <a:spcPts val="150"/>
              </a:spcBef>
              <a:buNone/>
              <a:defRPr kumimoji="0" lang="en-US" sz="600" b="1" i="0" u="none" strike="noStrike" kern="1200" cap="none" spc="0" normalizeH="0" baseline="0" noProof="0" dirty="0" smtClean="0">
                <a:ln>
                  <a:noFill/>
                </a:ln>
                <a:solidFill>
                  <a:schemeClr val="tx1"/>
                </a:solidFill>
                <a:effectLst/>
                <a:uLnTx/>
                <a:uFillTx/>
                <a:latin typeface="+mn-lt"/>
                <a:ea typeface="+mn-ea"/>
                <a:cs typeface="+mn-cs"/>
              </a:defRPr>
            </a:lvl2pPr>
            <a:lvl3pPr marL="0" indent="0" algn="l" defTabSz="685800" rtl="0" eaLnBrk="1" latinLnBrk="0" hangingPunct="1">
              <a:lnSpc>
                <a:spcPct val="100000"/>
              </a:lnSpc>
              <a:spcBef>
                <a:spcPts val="150"/>
              </a:spcBef>
              <a:buNone/>
              <a:defRPr kumimoji="0" lang="en-US" sz="525" b="0" i="0" u="none" strike="noStrike" kern="1200" cap="none" spc="0" normalizeH="0" baseline="0" noProof="0" dirty="0" smtClean="0">
                <a:ln>
                  <a:noFill/>
                </a:ln>
                <a:solidFill>
                  <a:srgbClr val="000000"/>
                </a:solidFill>
                <a:effectLst/>
                <a:uLnTx/>
                <a:uFillTx/>
                <a:latin typeface="+mn-lt"/>
                <a:ea typeface="+mn-ea"/>
                <a:cs typeface="+mn-cs"/>
              </a:defRPr>
            </a:lvl3pPr>
            <a:lvl4pPr marL="0" indent="0" algn="l" defTabSz="685800" rtl="0" eaLnBrk="1" latinLnBrk="0" hangingPunct="1">
              <a:lnSpc>
                <a:spcPct val="100000"/>
              </a:lnSpc>
              <a:spcBef>
                <a:spcPts val="150"/>
              </a:spcBef>
              <a:buNone/>
              <a:defRPr kumimoji="0" lang="en-US" sz="525" b="0" i="0" u="none" strike="noStrike" kern="1200" cap="none" spc="0" normalizeH="0" baseline="0" noProof="0" dirty="0" smtClean="0">
                <a:ln>
                  <a:noFill/>
                </a:ln>
                <a:solidFill>
                  <a:srgbClr val="000000"/>
                </a:solidFill>
                <a:effectLst/>
                <a:uLnTx/>
                <a:uFillTx/>
                <a:latin typeface="+mn-lt"/>
                <a:ea typeface="+mn-ea"/>
                <a:cs typeface="+mn-cs"/>
              </a:defRPr>
            </a:lvl4pPr>
            <a:lvl5pPr marL="0" indent="0" algn="l" defTabSz="685800" rtl="0" eaLnBrk="1" latinLnBrk="0" hangingPunct="1">
              <a:lnSpc>
                <a:spcPct val="100000"/>
              </a:lnSpc>
              <a:spcBef>
                <a:spcPts val="150"/>
              </a:spcBef>
              <a:buNone/>
              <a:defRPr kumimoji="0" lang="en-US" sz="525" b="0" i="0" u="none" strike="noStrike" kern="1200" cap="none" spc="0" normalizeH="0" baseline="0" noProof="0" dirty="0" smtClean="0">
                <a:ln>
                  <a:noFill/>
                </a:ln>
                <a:solidFill>
                  <a:srgbClr val="000000"/>
                </a:solidFill>
                <a:effectLst/>
                <a:uLnTx/>
                <a:uFillTx/>
                <a:latin typeface="+mn-lt"/>
                <a:ea typeface="+mn-ea"/>
                <a:cs typeface="+mn-cs"/>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3" name="Text Placeholder 36"/>
          <p:cNvSpPr>
            <a:spLocks noGrp="1"/>
          </p:cNvSpPr>
          <p:nvPr>
            <p:ph type="body" sz="quarter" idx="109"/>
          </p:nvPr>
        </p:nvSpPr>
        <p:spPr>
          <a:xfrm>
            <a:off x="5432668" y="2620320"/>
            <a:ext cx="1584000" cy="182880"/>
          </a:xfrm>
          <a:prstGeom prst="rect">
            <a:avLst/>
          </a:prstGeom>
          <a:solidFill>
            <a:srgbClr val="FFFFFF"/>
          </a:solidFill>
          <a:ln w="9525">
            <a:solidFill>
              <a:srgbClr val="C0C0C0"/>
            </a:solidFill>
          </a:ln>
          <a:effectLst/>
        </p:spPr>
        <p:txBody>
          <a:bodyPr vert="horz" lIns="91440" tIns="0" rIns="91440" bIns="0" rtlCol="0" anchor="ctr" anchorCtr="0">
            <a:normAutofit/>
          </a:bodyPr>
          <a:lstStyle>
            <a:lvl1pPr marL="0" indent="0" algn="l" defTabSz="685800" rtl="0" eaLnBrk="1" latinLnBrk="0" hangingPunct="1">
              <a:lnSpc>
                <a:spcPct val="100000"/>
              </a:lnSpc>
              <a:spcBef>
                <a:spcPts val="0"/>
              </a:spcBef>
              <a:buNone/>
              <a:defRPr kumimoji="0" lang="en-US" sz="525" b="1" i="0" u="none" strike="noStrike" kern="1200" cap="none" spc="0" normalizeH="0" baseline="0" noProof="0" dirty="0" smtClean="0">
                <a:ln>
                  <a:noFill/>
                </a:ln>
                <a:solidFill>
                  <a:srgbClr val="000000"/>
                </a:solidFill>
                <a:effectLst/>
                <a:uLnTx/>
                <a:uFillTx/>
                <a:latin typeface="+mn-lt"/>
                <a:ea typeface="+mn-ea"/>
                <a:cs typeface="+mn-cs"/>
              </a:defRPr>
            </a:lvl1pPr>
            <a:lvl2pPr marL="0" indent="0" algn="l" defTabSz="685800" rtl="0" eaLnBrk="1" latinLnBrk="0" hangingPunct="1">
              <a:lnSpc>
                <a:spcPct val="100000"/>
              </a:lnSpc>
              <a:buNone/>
              <a:defRPr kumimoji="0" lang="en-US" sz="600" b="1" i="0" u="none" strike="noStrike" kern="1200" cap="none" spc="0" normalizeH="0" baseline="0" noProof="0" dirty="0" smtClean="0">
                <a:ln>
                  <a:noFill/>
                </a:ln>
                <a:solidFill>
                  <a:schemeClr val="tx1"/>
                </a:solidFill>
                <a:effectLst/>
                <a:uLnTx/>
                <a:uFillTx/>
                <a:latin typeface="+mn-lt"/>
                <a:ea typeface="+mn-ea"/>
                <a:cs typeface="+mn-cs"/>
              </a:defRPr>
            </a:lvl2pPr>
            <a:lvl3pPr marL="0" indent="0" algn="l" defTabSz="685800" rtl="0" eaLnBrk="1" latinLnBrk="0" hangingPunct="1">
              <a:lnSpc>
                <a:spcPct val="100000"/>
              </a:lnSpc>
              <a:buNone/>
              <a:defRPr kumimoji="0" lang="en-US" sz="600" b="0" i="0" u="none" strike="noStrike" kern="1200" cap="none" spc="0" normalizeH="0" baseline="0" noProof="0" dirty="0" smtClean="0">
                <a:ln>
                  <a:noFill/>
                </a:ln>
                <a:solidFill>
                  <a:srgbClr val="000000"/>
                </a:solidFill>
                <a:effectLst/>
                <a:uLnTx/>
                <a:uFillTx/>
                <a:latin typeface="+mn-lt"/>
                <a:ea typeface="+mn-ea"/>
                <a:cs typeface="+mn-cs"/>
              </a:defRPr>
            </a:lvl3pPr>
            <a:lvl4pPr marL="0" indent="0" algn="l" defTabSz="685800" rtl="0" eaLnBrk="1" latinLnBrk="0" hangingPunct="1">
              <a:lnSpc>
                <a:spcPct val="100000"/>
              </a:lnSpc>
              <a:buNone/>
              <a:defRPr kumimoji="0" lang="en-US" sz="600" b="0" i="0" u="none" strike="noStrike" kern="1200" cap="none" spc="0" normalizeH="0" baseline="0" noProof="0" dirty="0" smtClean="0">
                <a:ln>
                  <a:noFill/>
                </a:ln>
                <a:solidFill>
                  <a:srgbClr val="000000"/>
                </a:solidFill>
                <a:effectLst/>
                <a:uLnTx/>
                <a:uFillTx/>
                <a:latin typeface="+mn-lt"/>
                <a:ea typeface="+mn-ea"/>
                <a:cs typeface="+mn-cs"/>
              </a:defRPr>
            </a:lvl4pPr>
            <a:lvl5pPr marL="0" indent="0" algn="l" defTabSz="685800" rtl="0" eaLnBrk="1" latinLnBrk="0" hangingPunct="1">
              <a:lnSpc>
                <a:spcPct val="100000"/>
              </a:lnSpc>
              <a:buNone/>
              <a:defRPr kumimoji="0" lang="en-US" sz="600" b="0" i="0" u="none" strike="noStrike" kern="1200" cap="none" spc="0" normalizeH="0" baseline="0" noProof="0" dirty="0" smtClean="0">
                <a:ln>
                  <a:noFill/>
                </a:ln>
                <a:solidFill>
                  <a:srgbClr val="000000"/>
                </a:solidFill>
                <a:effectLst/>
                <a:uLnTx/>
                <a:uFillTx/>
                <a:latin typeface="+mn-lt"/>
                <a:ea typeface="+mn-ea"/>
                <a:cs typeface="+mn-cs"/>
              </a:defRPr>
            </a:lvl5pPr>
          </a:lstStyle>
          <a:p>
            <a:pPr lvl="0"/>
            <a:r>
              <a:rPr lang="en-US"/>
              <a:t>Click to edit Master text styles</a:t>
            </a:r>
          </a:p>
        </p:txBody>
      </p:sp>
      <p:sp>
        <p:nvSpPr>
          <p:cNvPr id="14" name="Text Placeholder 36"/>
          <p:cNvSpPr>
            <a:spLocks noGrp="1"/>
          </p:cNvSpPr>
          <p:nvPr>
            <p:ph type="body" sz="quarter" idx="110"/>
          </p:nvPr>
        </p:nvSpPr>
        <p:spPr>
          <a:xfrm>
            <a:off x="7105650" y="1219200"/>
            <a:ext cx="1584000" cy="1584000"/>
          </a:xfrm>
          <a:prstGeom prst="rect">
            <a:avLst/>
          </a:prstGeom>
          <a:solidFill>
            <a:srgbClr val="FFFFFF"/>
          </a:solidFill>
          <a:ln w="9525">
            <a:solidFill>
              <a:srgbClr val="C0C0C0"/>
            </a:solidFill>
          </a:ln>
          <a:effectLst/>
        </p:spPr>
        <p:txBody>
          <a:bodyPr vert="horz" lIns="91440" tIns="457200" rIns="91440" bIns="45720" rtlCol="0" anchor="t" anchorCtr="0">
            <a:normAutofit/>
          </a:bodyPr>
          <a:lstStyle>
            <a:lvl1pPr marL="0" indent="0" algn="l" defTabSz="685800" rtl="0" eaLnBrk="1" latinLnBrk="0" hangingPunct="1">
              <a:lnSpc>
                <a:spcPct val="100000"/>
              </a:lnSpc>
              <a:spcBef>
                <a:spcPts val="150"/>
              </a:spcBef>
              <a:buNone/>
              <a:defRPr kumimoji="0" lang="en-US" sz="600" b="1" i="0" u="none" strike="noStrike" kern="1200" cap="none" spc="0" normalizeH="0" baseline="0" noProof="0" dirty="0" smtClean="0">
                <a:ln>
                  <a:noFill/>
                </a:ln>
                <a:solidFill>
                  <a:srgbClr val="9E3039"/>
                </a:solidFill>
                <a:effectLst/>
                <a:uLnTx/>
                <a:uFillTx/>
                <a:latin typeface="+mn-lt"/>
                <a:ea typeface="+mn-ea"/>
                <a:cs typeface="+mn-cs"/>
              </a:defRPr>
            </a:lvl1pPr>
            <a:lvl2pPr marL="0" indent="0" algn="l" defTabSz="685800" rtl="0" eaLnBrk="1" latinLnBrk="0" hangingPunct="1">
              <a:lnSpc>
                <a:spcPct val="100000"/>
              </a:lnSpc>
              <a:spcBef>
                <a:spcPts val="150"/>
              </a:spcBef>
              <a:buNone/>
              <a:defRPr kumimoji="0" lang="en-US" sz="600" b="1" i="0" u="none" strike="noStrike" kern="1200" cap="none" spc="0" normalizeH="0" baseline="0" noProof="0" dirty="0" smtClean="0">
                <a:ln>
                  <a:noFill/>
                </a:ln>
                <a:solidFill>
                  <a:schemeClr val="tx1"/>
                </a:solidFill>
                <a:effectLst/>
                <a:uLnTx/>
                <a:uFillTx/>
                <a:latin typeface="+mn-lt"/>
                <a:ea typeface="+mn-ea"/>
                <a:cs typeface="+mn-cs"/>
              </a:defRPr>
            </a:lvl2pPr>
            <a:lvl3pPr marL="0" indent="0" algn="l" defTabSz="685800" rtl="0" eaLnBrk="1" latinLnBrk="0" hangingPunct="1">
              <a:lnSpc>
                <a:spcPct val="100000"/>
              </a:lnSpc>
              <a:spcBef>
                <a:spcPts val="150"/>
              </a:spcBef>
              <a:buNone/>
              <a:defRPr kumimoji="0" lang="en-US" sz="525" b="0" i="0" u="none" strike="noStrike" kern="1200" cap="none" spc="0" normalizeH="0" baseline="0" noProof="0" dirty="0" smtClean="0">
                <a:ln>
                  <a:noFill/>
                </a:ln>
                <a:solidFill>
                  <a:srgbClr val="000000"/>
                </a:solidFill>
                <a:effectLst/>
                <a:uLnTx/>
                <a:uFillTx/>
                <a:latin typeface="+mn-lt"/>
                <a:ea typeface="+mn-ea"/>
                <a:cs typeface="+mn-cs"/>
              </a:defRPr>
            </a:lvl3pPr>
            <a:lvl4pPr marL="0" indent="0" algn="l" defTabSz="685800" rtl="0" eaLnBrk="1" latinLnBrk="0" hangingPunct="1">
              <a:lnSpc>
                <a:spcPct val="100000"/>
              </a:lnSpc>
              <a:spcBef>
                <a:spcPts val="150"/>
              </a:spcBef>
              <a:buNone/>
              <a:defRPr kumimoji="0" lang="en-US" sz="525" b="0" i="0" u="none" strike="noStrike" kern="1200" cap="none" spc="0" normalizeH="0" baseline="0" noProof="0" dirty="0" smtClean="0">
                <a:ln>
                  <a:noFill/>
                </a:ln>
                <a:solidFill>
                  <a:srgbClr val="000000"/>
                </a:solidFill>
                <a:effectLst/>
                <a:uLnTx/>
                <a:uFillTx/>
                <a:latin typeface="+mn-lt"/>
                <a:ea typeface="+mn-ea"/>
                <a:cs typeface="+mn-cs"/>
              </a:defRPr>
            </a:lvl4pPr>
            <a:lvl5pPr marL="0" indent="0" algn="l" defTabSz="685800" rtl="0" eaLnBrk="1" latinLnBrk="0" hangingPunct="1">
              <a:lnSpc>
                <a:spcPct val="100000"/>
              </a:lnSpc>
              <a:spcBef>
                <a:spcPts val="150"/>
              </a:spcBef>
              <a:buNone/>
              <a:defRPr kumimoji="0" lang="en-US" sz="525" b="0" i="0" u="none" strike="noStrike" kern="1200" cap="none" spc="0" normalizeH="0" baseline="0" noProof="0" dirty="0" smtClean="0">
                <a:ln>
                  <a:noFill/>
                </a:ln>
                <a:solidFill>
                  <a:srgbClr val="000000"/>
                </a:solidFill>
                <a:effectLst/>
                <a:uLnTx/>
                <a:uFillTx/>
                <a:latin typeface="+mn-lt"/>
                <a:ea typeface="+mn-ea"/>
                <a:cs typeface="+mn-cs"/>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5" name="Text Placeholder 36"/>
          <p:cNvSpPr>
            <a:spLocks noGrp="1"/>
          </p:cNvSpPr>
          <p:nvPr>
            <p:ph type="body" sz="quarter" idx="111"/>
          </p:nvPr>
        </p:nvSpPr>
        <p:spPr>
          <a:xfrm>
            <a:off x="7105650" y="2620320"/>
            <a:ext cx="1584000" cy="182880"/>
          </a:xfrm>
          <a:prstGeom prst="rect">
            <a:avLst/>
          </a:prstGeom>
          <a:solidFill>
            <a:srgbClr val="FFFFFF"/>
          </a:solidFill>
          <a:ln w="9525">
            <a:solidFill>
              <a:srgbClr val="C0C0C0"/>
            </a:solidFill>
          </a:ln>
          <a:effectLst/>
        </p:spPr>
        <p:txBody>
          <a:bodyPr vert="horz" lIns="91440" tIns="0" rIns="91440" bIns="0" rtlCol="0" anchor="ctr" anchorCtr="0">
            <a:normAutofit/>
          </a:bodyPr>
          <a:lstStyle>
            <a:lvl1pPr marL="0" indent="0" algn="l" defTabSz="685800" rtl="0" eaLnBrk="1" latinLnBrk="0" hangingPunct="1">
              <a:lnSpc>
                <a:spcPct val="100000"/>
              </a:lnSpc>
              <a:spcBef>
                <a:spcPts val="0"/>
              </a:spcBef>
              <a:buNone/>
              <a:defRPr kumimoji="0" lang="en-US" sz="525" b="1" i="0" u="none" strike="noStrike" kern="1200" cap="none" spc="0" normalizeH="0" baseline="0" noProof="0" dirty="0" smtClean="0">
                <a:ln>
                  <a:noFill/>
                </a:ln>
                <a:solidFill>
                  <a:srgbClr val="000000"/>
                </a:solidFill>
                <a:effectLst/>
                <a:uLnTx/>
                <a:uFillTx/>
                <a:latin typeface="+mn-lt"/>
                <a:ea typeface="+mn-ea"/>
                <a:cs typeface="+mn-cs"/>
              </a:defRPr>
            </a:lvl1pPr>
            <a:lvl2pPr marL="0" indent="0" algn="l" defTabSz="685800" rtl="0" eaLnBrk="1" latinLnBrk="0" hangingPunct="1">
              <a:lnSpc>
                <a:spcPct val="100000"/>
              </a:lnSpc>
              <a:buNone/>
              <a:defRPr kumimoji="0" lang="en-US" sz="600" b="1" i="0" u="none" strike="noStrike" kern="1200" cap="none" spc="0" normalizeH="0" baseline="0" noProof="0" dirty="0" smtClean="0">
                <a:ln>
                  <a:noFill/>
                </a:ln>
                <a:solidFill>
                  <a:schemeClr val="tx1"/>
                </a:solidFill>
                <a:effectLst/>
                <a:uLnTx/>
                <a:uFillTx/>
                <a:latin typeface="+mn-lt"/>
                <a:ea typeface="+mn-ea"/>
                <a:cs typeface="+mn-cs"/>
              </a:defRPr>
            </a:lvl2pPr>
            <a:lvl3pPr marL="0" indent="0" algn="l" defTabSz="685800" rtl="0" eaLnBrk="1" latinLnBrk="0" hangingPunct="1">
              <a:lnSpc>
                <a:spcPct val="100000"/>
              </a:lnSpc>
              <a:buNone/>
              <a:defRPr kumimoji="0" lang="en-US" sz="600" b="0" i="0" u="none" strike="noStrike" kern="1200" cap="none" spc="0" normalizeH="0" baseline="0" noProof="0" dirty="0" smtClean="0">
                <a:ln>
                  <a:noFill/>
                </a:ln>
                <a:solidFill>
                  <a:srgbClr val="000000"/>
                </a:solidFill>
                <a:effectLst/>
                <a:uLnTx/>
                <a:uFillTx/>
                <a:latin typeface="+mn-lt"/>
                <a:ea typeface="+mn-ea"/>
                <a:cs typeface="+mn-cs"/>
              </a:defRPr>
            </a:lvl3pPr>
            <a:lvl4pPr marL="0" indent="0" algn="l" defTabSz="685800" rtl="0" eaLnBrk="1" latinLnBrk="0" hangingPunct="1">
              <a:lnSpc>
                <a:spcPct val="100000"/>
              </a:lnSpc>
              <a:buNone/>
              <a:defRPr kumimoji="0" lang="en-US" sz="600" b="0" i="0" u="none" strike="noStrike" kern="1200" cap="none" spc="0" normalizeH="0" baseline="0" noProof="0" dirty="0" smtClean="0">
                <a:ln>
                  <a:noFill/>
                </a:ln>
                <a:solidFill>
                  <a:srgbClr val="000000"/>
                </a:solidFill>
                <a:effectLst/>
                <a:uLnTx/>
                <a:uFillTx/>
                <a:latin typeface="+mn-lt"/>
                <a:ea typeface="+mn-ea"/>
                <a:cs typeface="+mn-cs"/>
              </a:defRPr>
            </a:lvl4pPr>
            <a:lvl5pPr marL="0" indent="0" algn="l" defTabSz="685800" rtl="0" eaLnBrk="1" latinLnBrk="0" hangingPunct="1">
              <a:lnSpc>
                <a:spcPct val="100000"/>
              </a:lnSpc>
              <a:buNone/>
              <a:defRPr kumimoji="0" lang="en-US" sz="600" b="0" i="0" u="none" strike="noStrike" kern="1200" cap="none" spc="0" normalizeH="0" baseline="0" noProof="0" dirty="0" smtClean="0">
                <a:ln>
                  <a:noFill/>
                </a:ln>
                <a:solidFill>
                  <a:srgbClr val="000000"/>
                </a:solidFill>
                <a:effectLst/>
                <a:uLnTx/>
                <a:uFillTx/>
                <a:latin typeface="+mn-lt"/>
                <a:ea typeface="+mn-ea"/>
                <a:cs typeface="+mn-cs"/>
              </a:defRPr>
            </a:lvl5pPr>
          </a:lstStyle>
          <a:p>
            <a:pPr lvl="0"/>
            <a:r>
              <a:rPr lang="en-US"/>
              <a:t>Click to edit Master text styles</a:t>
            </a:r>
          </a:p>
        </p:txBody>
      </p:sp>
      <p:sp>
        <p:nvSpPr>
          <p:cNvPr id="40" name="Text Placeholder 36"/>
          <p:cNvSpPr>
            <a:spLocks noGrp="1"/>
          </p:cNvSpPr>
          <p:nvPr>
            <p:ph type="body" sz="quarter" idx="112"/>
          </p:nvPr>
        </p:nvSpPr>
        <p:spPr>
          <a:xfrm>
            <a:off x="450850" y="2914650"/>
            <a:ext cx="1584000" cy="1584000"/>
          </a:xfrm>
          <a:prstGeom prst="rect">
            <a:avLst/>
          </a:prstGeom>
          <a:solidFill>
            <a:srgbClr val="FFFFFF"/>
          </a:solidFill>
          <a:ln w="9525">
            <a:solidFill>
              <a:srgbClr val="C0C0C0"/>
            </a:solidFill>
          </a:ln>
          <a:effectLst/>
        </p:spPr>
        <p:txBody>
          <a:bodyPr vert="horz" lIns="91440" tIns="457200" rIns="91440" bIns="45720" rtlCol="0" anchor="t" anchorCtr="0">
            <a:normAutofit/>
          </a:bodyPr>
          <a:lstStyle>
            <a:lvl1pPr marL="0" indent="0" algn="l" defTabSz="685800" rtl="0" eaLnBrk="1" latinLnBrk="0" hangingPunct="1">
              <a:lnSpc>
                <a:spcPct val="100000"/>
              </a:lnSpc>
              <a:spcBef>
                <a:spcPts val="150"/>
              </a:spcBef>
              <a:buNone/>
              <a:defRPr kumimoji="0" lang="en-US" sz="600" b="1" i="0" u="none" strike="noStrike" kern="1200" cap="none" spc="0" normalizeH="0" baseline="0" noProof="0" dirty="0" smtClean="0">
                <a:ln>
                  <a:noFill/>
                </a:ln>
                <a:solidFill>
                  <a:srgbClr val="9E3039"/>
                </a:solidFill>
                <a:effectLst/>
                <a:uLnTx/>
                <a:uFillTx/>
                <a:latin typeface="+mn-lt"/>
                <a:ea typeface="+mn-ea"/>
                <a:cs typeface="+mn-cs"/>
              </a:defRPr>
            </a:lvl1pPr>
            <a:lvl2pPr marL="0" indent="0" algn="l" defTabSz="685800" rtl="0" eaLnBrk="1" latinLnBrk="0" hangingPunct="1">
              <a:lnSpc>
                <a:spcPct val="100000"/>
              </a:lnSpc>
              <a:spcBef>
                <a:spcPts val="150"/>
              </a:spcBef>
              <a:buNone/>
              <a:defRPr kumimoji="0" lang="en-US" sz="600" b="1" i="0" u="none" strike="noStrike" kern="1200" cap="none" spc="0" normalizeH="0" baseline="0" noProof="0" dirty="0" smtClean="0">
                <a:ln>
                  <a:noFill/>
                </a:ln>
                <a:solidFill>
                  <a:schemeClr val="tx1"/>
                </a:solidFill>
                <a:effectLst/>
                <a:uLnTx/>
                <a:uFillTx/>
                <a:latin typeface="+mn-lt"/>
                <a:ea typeface="+mn-ea"/>
                <a:cs typeface="+mn-cs"/>
              </a:defRPr>
            </a:lvl2pPr>
            <a:lvl3pPr marL="0" indent="0" algn="l" defTabSz="685800" rtl="0" eaLnBrk="1" latinLnBrk="0" hangingPunct="1">
              <a:lnSpc>
                <a:spcPct val="100000"/>
              </a:lnSpc>
              <a:spcBef>
                <a:spcPts val="150"/>
              </a:spcBef>
              <a:buNone/>
              <a:defRPr kumimoji="0" lang="en-US" sz="525" b="0" i="0" u="none" strike="noStrike" kern="1200" cap="none" spc="0" normalizeH="0" baseline="0" noProof="0" dirty="0" smtClean="0">
                <a:ln>
                  <a:noFill/>
                </a:ln>
                <a:solidFill>
                  <a:srgbClr val="000000"/>
                </a:solidFill>
                <a:effectLst/>
                <a:uLnTx/>
                <a:uFillTx/>
                <a:latin typeface="+mn-lt"/>
                <a:ea typeface="+mn-ea"/>
                <a:cs typeface="+mn-cs"/>
              </a:defRPr>
            </a:lvl3pPr>
            <a:lvl4pPr marL="0" indent="0" algn="l" defTabSz="685800" rtl="0" eaLnBrk="1" latinLnBrk="0" hangingPunct="1">
              <a:lnSpc>
                <a:spcPct val="100000"/>
              </a:lnSpc>
              <a:spcBef>
                <a:spcPts val="150"/>
              </a:spcBef>
              <a:buNone/>
              <a:defRPr kumimoji="0" lang="en-US" sz="525" b="0" i="0" u="none" strike="noStrike" kern="1200" cap="none" spc="0" normalizeH="0" baseline="0" noProof="0" dirty="0" smtClean="0">
                <a:ln>
                  <a:noFill/>
                </a:ln>
                <a:solidFill>
                  <a:srgbClr val="000000"/>
                </a:solidFill>
                <a:effectLst/>
                <a:uLnTx/>
                <a:uFillTx/>
                <a:latin typeface="+mn-lt"/>
                <a:ea typeface="+mn-ea"/>
                <a:cs typeface="+mn-cs"/>
              </a:defRPr>
            </a:lvl4pPr>
            <a:lvl5pPr marL="0" indent="0" algn="l" defTabSz="685800" rtl="0" eaLnBrk="1" latinLnBrk="0" hangingPunct="1">
              <a:lnSpc>
                <a:spcPct val="100000"/>
              </a:lnSpc>
              <a:spcBef>
                <a:spcPts val="150"/>
              </a:spcBef>
              <a:buNone/>
              <a:defRPr kumimoji="0" lang="en-US" sz="525" b="0" i="0" u="none" strike="noStrike" kern="1200" cap="none" spc="0" normalizeH="0" baseline="0" noProof="0" dirty="0" smtClean="0">
                <a:ln>
                  <a:noFill/>
                </a:ln>
                <a:solidFill>
                  <a:srgbClr val="000000"/>
                </a:solidFill>
                <a:effectLst/>
                <a:uLnTx/>
                <a:uFillTx/>
                <a:latin typeface="+mn-lt"/>
                <a:ea typeface="+mn-ea"/>
                <a:cs typeface="+mn-cs"/>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1" name="Text Placeholder 36"/>
          <p:cNvSpPr>
            <a:spLocks noGrp="1"/>
          </p:cNvSpPr>
          <p:nvPr>
            <p:ph type="body" sz="quarter" idx="113"/>
          </p:nvPr>
        </p:nvSpPr>
        <p:spPr>
          <a:xfrm>
            <a:off x="450850" y="4315770"/>
            <a:ext cx="1584000" cy="182880"/>
          </a:xfrm>
          <a:prstGeom prst="rect">
            <a:avLst/>
          </a:prstGeom>
          <a:solidFill>
            <a:srgbClr val="FFFFFF"/>
          </a:solidFill>
          <a:ln w="9525">
            <a:solidFill>
              <a:srgbClr val="C0C0C0"/>
            </a:solidFill>
          </a:ln>
          <a:effectLst/>
        </p:spPr>
        <p:txBody>
          <a:bodyPr vert="horz" lIns="91440" tIns="0" rIns="91440" bIns="0" rtlCol="0" anchor="ctr" anchorCtr="0">
            <a:normAutofit/>
          </a:bodyPr>
          <a:lstStyle>
            <a:lvl1pPr marL="0" indent="0" algn="l" defTabSz="685800" rtl="0" eaLnBrk="1" latinLnBrk="0" hangingPunct="1">
              <a:lnSpc>
                <a:spcPct val="100000"/>
              </a:lnSpc>
              <a:spcBef>
                <a:spcPts val="0"/>
              </a:spcBef>
              <a:buNone/>
              <a:defRPr kumimoji="0" lang="en-US" sz="525" b="1" i="0" u="none" strike="noStrike" kern="1200" cap="none" spc="0" normalizeH="0" baseline="0" noProof="0" dirty="0" smtClean="0">
                <a:ln>
                  <a:noFill/>
                </a:ln>
                <a:solidFill>
                  <a:srgbClr val="000000"/>
                </a:solidFill>
                <a:effectLst/>
                <a:uLnTx/>
                <a:uFillTx/>
                <a:latin typeface="+mn-lt"/>
                <a:ea typeface="+mn-ea"/>
                <a:cs typeface="+mn-cs"/>
              </a:defRPr>
            </a:lvl1pPr>
            <a:lvl2pPr marL="0" indent="0" algn="l" defTabSz="685800" rtl="0" eaLnBrk="1" latinLnBrk="0" hangingPunct="1">
              <a:lnSpc>
                <a:spcPct val="100000"/>
              </a:lnSpc>
              <a:buNone/>
              <a:defRPr kumimoji="0" lang="en-US" sz="600" b="1" i="0" u="none" strike="noStrike" kern="1200" cap="none" spc="0" normalizeH="0" baseline="0" noProof="0" dirty="0" smtClean="0">
                <a:ln>
                  <a:noFill/>
                </a:ln>
                <a:solidFill>
                  <a:schemeClr val="tx1"/>
                </a:solidFill>
                <a:effectLst/>
                <a:uLnTx/>
                <a:uFillTx/>
                <a:latin typeface="+mn-lt"/>
                <a:ea typeface="+mn-ea"/>
                <a:cs typeface="+mn-cs"/>
              </a:defRPr>
            </a:lvl2pPr>
            <a:lvl3pPr marL="0" indent="0" algn="l" defTabSz="685800" rtl="0" eaLnBrk="1" latinLnBrk="0" hangingPunct="1">
              <a:lnSpc>
                <a:spcPct val="100000"/>
              </a:lnSpc>
              <a:buNone/>
              <a:defRPr kumimoji="0" lang="en-US" sz="600" b="0" i="0" u="none" strike="noStrike" kern="1200" cap="none" spc="0" normalizeH="0" baseline="0" noProof="0" dirty="0" smtClean="0">
                <a:ln>
                  <a:noFill/>
                </a:ln>
                <a:solidFill>
                  <a:srgbClr val="000000"/>
                </a:solidFill>
                <a:effectLst/>
                <a:uLnTx/>
                <a:uFillTx/>
                <a:latin typeface="+mn-lt"/>
                <a:ea typeface="+mn-ea"/>
                <a:cs typeface="+mn-cs"/>
              </a:defRPr>
            </a:lvl3pPr>
            <a:lvl4pPr marL="0" indent="0" algn="l" defTabSz="685800" rtl="0" eaLnBrk="1" latinLnBrk="0" hangingPunct="1">
              <a:lnSpc>
                <a:spcPct val="100000"/>
              </a:lnSpc>
              <a:buNone/>
              <a:defRPr kumimoji="0" lang="en-US" sz="600" b="0" i="0" u="none" strike="noStrike" kern="1200" cap="none" spc="0" normalizeH="0" baseline="0" noProof="0" dirty="0" smtClean="0">
                <a:ln>
                  <a:noFill/>
                </a:ln>
                <a:solidFill>
                  <a:srgbClr val="000000"/>
                </a:solidFill>
                <a:effectLst/>
                <a:uLnTx/>
                <a:uFillTx/>
                <a:latin typeface="+mn-lt"/>
                <a:ea typeface="+mn-ea"/>
                <a:cs typeface="+mn-cs"/>
              </a:defRPr>
            </a:lvl4pPr>
            <a:lvl5pPr marL="0" indent="0" algn="l" defTabSz="685800" rtl="0" eaLnBrk="1" latinLnBrk="0" hangingPunct="1">
              <a:lnSpc>
                <a:spcPct val="100000"/>
              </a:lnSpc>
              <a:buNone/>
              <a:defRPr kumimoji="0" lang="en-US" sz="600" b="0" i="0" u="none" strike="noStrike" kern="1200" cap="none" spc="0" normalizeH="0" baseline="0" noProof="0" dirty="0" smtClean="0">
                <a:ln>
                  <a:noFill/>
                </a:ln>
                <a:solidFill>
                  <a:srgbClr val="000000"/>
                </a:solidFill>
                <a:effectLst/>
                <a:uLnTx/>
                <a:uFillTx/>
                <a:latin typeface="+mn-lt"/>
                <a:ea typeface="+mn-ea"/>
                <a:cs typeface="+mn-cs"/>
              </a:defRPr>
            </a:lvl5pPr>
          </a:lstStyle>
          <a:p>
            <a:pPr lvl="0"/>
            <a:r>
              <a:rPr lang="en-US"/>
              <a:t>Click to edit Master text styles</a:t>
            </a:r>
          </a:p>
        </p:txBody>
      </p:sp>
      <p:sp>
        <p:nvSpPr>
          <p:cNvPr id="42" name="Text Placeholder 36"/>
          <p:cNvSpPr>
            <a:spLocks noGrp="1"/>
          </p:cNvSpPr>
          <p:nvPr>
            <p:ph type="body" sz="quarter" idx="114"/>
          </p:nvPr>
        </p:nvSpPr>
        <p:spPr>
          <a:xfrm>
            <a:off x="2111456" y="2914650"/>
            <a:ext cx="1584000" cy="1584000"/>
          </a:xfrm>
          <a:prstGeom prst="rect">
            <a:avLst/>
          </a:prstGeom>
          <a:solidFill>
            <a:srgbClr val="FFFFFF"/>
          </a:solidFill>
          <a:ln w="9525">
            <a:solidFill>
              <a:srgbClr val="C0C0C0"/>
            </a:solidFill>
          </a:ln>
          <a:effectLst/>
        </p:spPr>
        <p:txBody>
          <a:bodyPr vert="horz" lIns="91440" tIns="457200" rIns="91440" bIns="45720" rtlCol="0" anchor="t" anchorCtr="0">
            <a:normAutofit/>
          </a:bodyPr>
          <a:lstStyle>
            <a:lvl1pPr marL="0" indent="0" algn="l" defTabSz="685800" rtl="0" eaLnBrk="1" latinLnBrk="0" hangingPunct="1">
              <a:lnSpc>
                <a:spcPct val="100000"/>
              </a:lnSpc>
              <a:spcBef>
                <a:spcPts val="150"/>
              </a:spcBef>
              <a:buNone/>
              <a:defRPr kumimoji="0" lang="en-US" sz="600" b="1" i="0" u="none" strike="noStrike" kern="1200" cap="none" spc="0" normalizeH="0" baseline="0" noProof="0" dirty="0" smtClean="0">
                <a:ln>
                  <a:noFill/>
                </a:ln>
                <a:solidFill>
                  <a:srgbClr val="9E3039"/>
                </a:solidFill>
                <a:effectLst/>
                <a:uLnTx/>
                <a:uFillTx/>
                <a:latin typeface="+mn-lt"/>
                <a:ea typeface="+mn-ea"/>
                <a:cs typeface="+mn-cs"/>
              </a:defRPr>
            </a:lvl1pPr>
            <a:lvl2pPr marL="0" indent="0" algn="l" defTabSz="685800" rtl="0" eaLnBrk="1" latinLnBrk="0" hangingPunct="1">
              <a:lnSpc>
                <a:spcPct val="100000"/>
              </a:lnSpc>
              <a:spcBef>
                <a:spcPts val="150"/>
              </a:spcBef>
              <a:buNone/>
              <a:defRPr kumimoji="0" lang="en-US" sz="600" b="1" i="0" u="none" strike="noStrike" kern="1200" cap="none" spc="0" normalizeH="0" baseline="0" noProof="0" dirty="0" smtClean="0">
                <a:ln>
                  <a:noFill/>
                </a:ln>
                <a:solidFill>
                  <a:schemeClr val="tx1"/>
                </a:solidFill>
                <a:effectLst/>
                <a:uLnTx/>
                <a:uFillTx/>
                <a:latin typeface="+mn-lt"/>
                <a:ea typeface="+mn-ea"/>
                <a:cs typeface="+mn-cs"/>
              </a:defRPr>
            </a:lvl2pPr>
            <a:lvl3pPr marL="0" indent="0" algn="l" defTabSz="685800" rtl="0" eaLnBrk="1" latinLnBrk="0" hangingPunct="1">
              <a:lnSpc>
                <a:spcPct val="100000"/>
              </a:lnSpc>
              <a:spcBef>
                <a:spcPts val="150"/>
              </a:spcBef>
              <a:buNone/>
              <a:defRPr kumimoji="0" lang="en-US" sz="525" b="0" i="0" u="none" strike="noStrike" kern="1200" cap="none" spc="0" normalizeH="0" baseline="0" noProof="0" dirty="0" smtClean="0">
                <a:ln>
                  <a:noFill/>
                </a:ln>
                <a:solidFill>
                  <a:srgbClr val="000000"/>
                </a:solidFill>
                <a:effectLst/>
                <a:uLnTx/>
                <a:uFillTx/>
                <a:latin typeface="+mn-lt"/>
                <a:ea typeface="+mn-ea"/>
                <a:cs typeface="+mn-cs"/>
              </a:defRPr>
            </a:lvl3pPr>
            <a:lvl4pPr marL="0" indent="0" algn="l" defTabSz="685800" rtl="0" eaLnBrk="1" latinLnBrk="0" hangingPunct="1">
              <a:lnSpc>
                <a:spcPct val="100000"/>
              </a:lnSpc>
              <a:spcBef>
                <a:spcPts val="150"/>
              </a:spcBef>
              <a:buNone/>
              <a:defRPr kumimoji="0" lang="en-US" sz="525" b="0" i="0" u="none" strike="noStrike" kern="1200" cap="none" spc="0" normalizeH="0" baseline="0" noProof="0" dirty="0" smtClean="0">
                <a:ln>
                  <a:noFill/>
                </a:ln>
                <a:solidFill>
                  <a:srgbClr val="000000"/>
                </a:solidFill>
                <a:effectLst/>
                <a:uLnTx/>
                <a:uFillTx/>
                <a:latin typeface="+mn-lt"/>
                <a:ea typeface="+mn-ea"/>
                <a:cs typeface="+mn-cs"/>
              </a:defRPr>
            </a:lvl4pPr>
            <a:lvl5pPr marL="0" indent="0" algn="l" defTabSz="685800" rtl="0" eaLnBrk="1" latinLnBrk="0" hangingPunct="1">
              <a:lnSpc>
                <a:spcPct val="100000"/>
              </a:lnSpc>
              <a:spcBef>
                <a:spcPts val="150"/>
              </a:spcBef>
              <a:buNone/>
              <a:defRPr kumimoji="0" lang="en-US" sz="525" b="0" i="0" u="none" strike="noStrike" kern="1200" cap="none" spc="0" normalizeH="0" baseline="0" noProof="0" dirty="0" smtClean="0">
                <a:ln>
                  <a:noFill/>
                </a:ln>
                <a:solidFill>
                  <a:srgbClr val="000000"/>
                </a:solidFill>
                <a:effectLst/>
                <a:uLnTx/>
                <a:uFillTx/>
                <a:latin typeface="+mn-lt"/>
                <a:ea typeface="+mn-ea"/>
                <a:cs typeface="+mn-cs"/>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3" name="Text Placeholder 36"/>
          <p:cNvSpPr>
            <a:spLocks noGrp="1"/>
          </p:cNvSpPr>
          <p:nvPr>
            <p:ph type="body" sz="quarter" idx="115"/>
          </p:nvPr>
        </p:nvSpPr>
        <p:spPr>
          <a:xfrm>
            <a:off x="2111456" y="4315770"/>
            <a:ext cx="1584000" cy="182880"/>
          </a:xfrm>
          <a:prstGeom prst="rect">
            <a:avLst/>
          </a:prstGeom>
          <a:solidFill>
            <a:srgbClr val="FFFFFF"/>
          </a:solidFill>
          <a:ln w="9525">
            <a:solidFill>
              <a:srgbClr val="C0C0C0"/>
            </a:solidFill>
          </a:ln>
          <a:effectLst/>
        </p:spPr>
        <p:txBody>
          <a:bodyPr vert="horz" lIns="91440" tIns="0" rIns="91440" bIns="0" rtlCol="0" anchor="ctr" anchorCtr="0">
            <a:normAutofit/>
          </a:bodyPr>
          <a:lstStyle>
            <a:lvl1pPr marL="0" indent="0" algn="l" defTabSz="685800" rtl="0" eaLnBrk="1" latinLnBrk="0" hangingPunct="1">
              <a:lnSpc>
                <a:spcPct val="100000"/>
              </a:lnSpc>
              <a:spcBef>
                <a:spcPts val="0"/>
              </a:spcBef>
              <a:buNone/>
              <a:defRPr kumimoji="0" lang="en-US" sz="525" b="1" i="0" u="none" strike="noStrike" kern="1200" cap="none" spc="0" normalizeH="0" baseline="0" noProof="0" dirty="0" smtClean="0">
                <a:ln>
                  <a:noFill/>
                </a:ln>
                <a:solidFill>
                  <a:srgbClr val="000000"/>
                </a:solidFill>
                <a:effectLst/>
                <a:uLnTx/>
                <a:uFillTx/>
                <a:latin typeface="+mn-lt"/>
                <a:ea typeface="+mn-ea"/>
                <a:cs typeface="+mn-cs"/>
              </a:defRPr>
            </a:lvl1pPr>
            <a:lvl2pPr marL="0" indent="0" algn="l" defTabSz="685800" rtl="0" eaLnBrk="1" latinLnBrk="0" hangingPunct="1">
              <a:lnSpc>
                <a:spcPct val="100000"/>
              </a:lnSpc>
              <a:buNone/>
              <a:defRPr kumimoji="0" lang="en-US" sz="600" b="1" i="0" u="none" strike="noStrike" kern="1200" cap="none" spc="0" normalizeH="0" baseline="0" noProof="0" dirty="0" smtClean="0">
                <a:ln>
                  <a:noFill/>
                </a:ln>
                <a:solidFill>
                  <a:schemeClr val="tx1"/>
                </a:solidFill>
                <a:effectLst/>
                <a:uLnTx/>
                <a:uFillTx/>
                <a:latin typeface="+mn-lt"/>
                <a:ea typeface="+mn-ea"/>
                <a:cs typeface="+mn-cs"/>
              </a:defRPr>
            </a:lvl2pPr>
            <a:lvl3pPr marL="0" indent="0" algn="l" defTabSz="685800" rtl="0" eaLnBrk="1" latinLnBrk="0" hangingPunct="1">
              <a:lnSpc>
                <a:spcPct val="100000"/>
              </a:lnSpc>
              <a:buNone/>
              <a:defRPr kumimoji="0" lang="en-US" sz="600" b="0" i="0" u="none" strike="noStrike" kern="1200" cap="none" spc="0" normalizeH="0" baseline="0" noProof="0" dirty="0" smtClean="0">
                <a:ln>
                  <a:noFill/>
                </a:ln>
                <a:solidFill>
                  <a:srgbClr val="000000"/>
                </a:solidFill>
                <a:effectLst/>
                <a:uLnTx/>
                <a:uFillTx/>
                <a:latin typeface="+mn-lt"/>
                <a:ea typeface="+mn-ea"/>
                <a:cs typeface="+mn-cs"/>
              </a:defRPr>
            </a:lvl3pPr>
            <a:lvl4pPr marL="0" indent="0" algn="l" defTabSz="685800" rtl="0" eaLnBrk="1" latinLnBrk="0" hangingPunct="1">
              <a:lnSpc>
                <a:spcPct val="100000"/>
              </a:lnSpc>
              <a:buNone/>
              <a:defRPr kumimoji="0" lang="en-US" sz="600" b="0" i="0" u="none" strike="noStrike" kern="1200" cap="none" spc="0" normalizeH="0" baseline="0" noProof="0" dirty="0" smtClean="0">
                <a:ln>
                  <a:noFill/>
                </a:ln>
                <a:solidFill>
                  <a:srgbClr val="000000"/>
                </a:solidFill>
                <a:effectLst/>
                <a:uLnTx/>
                <a:uFillTx/>
                <a:latin typeface="+mn-lt"/>
                <a:ea typeface="+mn-ea"/>
                <a:cs typeface="+mn-cs"/>
              </a:defRPr>
            </a:lvl4pPr>
            <a:lvl5pPr marL="0" indent="0" algn="l" defTabSz="685800" rtl="0" eaLnBrk="1" latinLnBrk="0" hangingPunct="1">
              <a:lnSpc>
                <a:spcPct val="100000"/>
              </a:lnSpc>
              <a:buNone/>
              <a:defRPr kumimoji="0" lang="en-US" sz="600" b="0" i="0" u="none" strike="noStrike" kern="1200" cap="none" spc="0" normalizeH="0" baseline="0" noProof="0" dirty="0" smtClean="0">
                <a:ln>
                  <a:noFill/>
                </a:ln>
                <a:solidFill>
                  <a:srgbClr val="000000"/>
                </a:solidFill>
                <a:effectLst/>
                <a:uLnTx/>
                <a:uFillTx/>
                <a:latin typeface="+mn-lt"/>
                <a:ea typeface="+mn-ea"/>
                <a:cs typeface="+mn-cs"/>
              </a:defRPr>
            </a:lvl5pPr>
          </a:lstStyle>
          <a:p>
            <a:pPr lvl="0"/>
            <a:r>
              <a:rPr lang="en-US"/>
              <a:t>Click to edit Master text styles</a:t>
            </a:r>
          </a:p>
        </p:txBody>
      </p:sp>
      <p:sp>
        <p:nvSpPr>
          <p:cNvPr id="44" name="Text Placeholder 36"/>
          <p:cNvSpPr>
            <a:spLocks noGrp="1"/>
          </p:cNvSpPr>
          <p:nvPr>
            <p:ph type="body" sz="quarter" idx="116"/>
          </p:nvPr>
        </p:nvSpPr>
        <p:spPr>
          <a:xfrm>
            <a:off x="3772062" y="2914650"/>
            <a:ext cx="1584000" cy="1584000"/>
          </a:xfrm>
          <a:prstGeom prst="rect">
            <a:avLst/>
          </a:prstGeom>
          <a:solidFill>
            <a:srgbClr val="FFFFFF"/>
          </a:solidFill>
          <a:ln w="9525">
            <a:solidFill>
              <a:srgbClr val="C0C0C0"/>
            </a:solidFill>
          </a:ln>
          <a:effectLst/>
        </p:spPr>
        <p:txBody>
          <a:bodyPr vert="horz" lIns="91440" tIns="457200" rIns="91440" bIns="45720" rtlCol="0" anchor="t" anchorCtr="0">
            <a:normAutofit/>
          </a:bodyPr>
          <a:lstStyle>
            <a:lvl1pPr marL="0" indent="0" algn="l" defTabSz="685800" rtl="0" eaLnBrk="1" latinLnBrk="0" hangingPunct="1">
              <a:lnSpc>
                <a:spcPct val="100000"/>
              </a:lnSpc>
              <a:spcBef>
                <a:spcPts val="150"/>
              </a:spcBef>
              <a:buNone/>
              <a:defRPr kumimoji="0" lang="en-US" sz="600" b="1" i="0" u="none" strike="noStrike" kern="1200" cap="none" spc="0" normalizeH="0" baseline="0" noProof="0" dirty="0" smtClean="0">
                <a:ln>
                  <a:noFill/>
                </a:ln>
                <a:solidFill>
                  <a:srgbClr val="9E3039"/>
                </a:solidFill>
                <a:effectLst/>
                <a:uLnTx/>
                <a:uFillTx/>
                <a:latin typeface="+mn-lt"/>
                <a:ea typeface="+mn-ea"/>
                <a:cs typeface="+mn-cs"/>
              </a:defRPr>
            </a:lvl1pPr>
            <a:lvl2pPr marL="0" indent="0" algn="l" defTabSz="685800" rtl="0" eaLnBrk="1" latinLnBrk="0" hangingPunct="1">
              <a:lnSpc>
                <a:spcPct val="100000"/>
              </a:lnSpc>
              <a:spcBef>
                <a:spcPts val="150"/>
              </a:spcBef>
              <a:buNone/>
              <a:defRPr kumimoji="0" lang="en-US" sz="600" b="1" i="0" u="none" strike="noStrike" kern="1200" cap="none" spc="0" normalizeH="0" baseline="0" noProof="0" dirty="0" smtClean="0">
                <a:ln>
                  <a:noFill/>
                </a:ln>
                <a:solidFill>
                  <a:schemeClr val="tx1"/>
                </a:solidFill>
                <a:effectLst/>
                <a:uLnTx/>
                <a:uFillTx/>
                <a:latin typeface="+mn-lt"/>
                <a:ea typeface="+mn-ea"/>
                <a:cs typeface="+mn-cs"/>
              </a:defRPr>
            </a:lvl2pPr>
            <a:lvl3pPr marL="0" indent="0" algn="l" defTabSz="685800" rtl="0" eaLnBrk="1" latinLnBrk="0" hangingPunct="1">
              <a:lnSpc>
                <a:spcPct val="100000"/>
              </a:lnSpc>
              <a:spcBef>
                <a:spcPts val="150"/>
              </a:spcBef>
              <a:buNone/>
              <a:defRPr kumimoji="0" lang="en-US" sz="525" b="0" i="0" u="none" strike="noStrike" kern="1200" cap="none" spc="0" normalizeH="0" baseline="0" noProof="0" dirty="0" smtClean="0">
                <a:ln>
                  <a:noFill/>
                </a:ln>
                <a:solidFill>
                  <a:srgbClr val="000000"/>
                </a:solidFill>
                <a:effectLst/>
                <a:uLnTx/>
                <a:uFillTx/>
                <a:latin typeface="+mn-lt"/>
                <a:ea typeface="+mn-ea"/>
                <a:cs typeface="+mn-cs"/>
              </a:defRPr>
            </a:lvl3pPr>
            <a:lvl4pPr marL="0" indent="0" algn="l" defTabSz="685800" rtl="0" eaLnBrk="1" latinLnBrk="0" hangingPunct="1">
              <a:lnSpc>
                <a:spcPct val="100000"/>
              </a:lnSpc>
              <a:spcBef>
                <a:spcPts val="150"/>
              </a:spcBef>
              <a:buNone/>
              <a:defRPr kumimoji="0" lang="en-US" sz="525" b="0" i="0" u="none" strike="noStrike" kern="1200" cap="none" spc="0" normalizeH="0" baseline="0" noProof="0" dirty="0" smtClean="0">
                <a:ln>
                  <a:noFill/>
                </a:ln>
                <a:solidFill>
                  <a:srgbClr val="000000"/>
                </a:solidFill>
                <a:effectLst/>
                <a:uLnTx/>
                <a:uFillTx/>
                <a:latin typeface="+mn-lt"/>
                <a:ea typeface="+mn-ea"/>
                <a:cs typeface="+mn-cs"/>
              </a:defRPr>
            </a:lvl4pPr>
            <a:lvl5pPr marL="0" indent="0" algn="l" defTabSz="685800" rtl="0" eaLnBrk="1" latinLnBrk="0" hangingPunct="1">
              <a:lnSpc>
                <a:spcPct val="100000"/>
              </a:lnSpc>
              <a:spcBef>
                <a:spcPts val="150"/>
              </a:spcBef>
              <a:buNone/>
              <a:defRPr kumimoji="0" lang="en-US" sz="525" b="0" i="0" u="none" strike="noStrike" kern="1200" cap="none" spc="0" normalizeH="0" baseline="0" noProof="0" dirty="0" smtClean="0">
                <a:ln>
                  <a:noFill/>
                </a:ln>
                <a:solidFill>
                  <a:srgbClr val="000000"/>
                </a:solidFill>
                <a:effectLst/>
                <a:uLnTx/>
                <a:uFillTx/>
                <a:latin typeface="+mn-lt"/>
                <a:ea typeface="+mn-ea"/>
                <a:cs typeface="+mn-cs"/>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5" name="Text Placeholder 36"/>
          <p:cNvSpPr>
            <a:spLocks noGrp="1"/>
          </p:cNvSpPr>
          <p:nvPr>
            <p:ph type="body" sz="quarter" idx="117"/>
          </p:nvPr>
        </p:nvSpPr>
        <p:spPr>
          <a:xfrm>
            <a:off x="3772062" y="4315770"/>
            <a:ext cx="1584000" cy="182880"/>
          </a:xfrm>
          <a:prstGeom prst="rect">
            <a:avLst/>
          </a:prstGeom>
          <a:solidFill>
            <a:srgbClr val="FFFFFF"/>
          </a:solidFill>
          <a:ln w="9525">
            <a:solidFill>
              <a:srgbClr val="C0C0C0"/>
            </a:solidFill>
          </a:ln>
          <a:effectLst/>
        </p:spPr>
        <p:txBody>
          <a:bodyPr vert="horz" lIns="91440" tIns="0" rIns="91440" bIns="0" rtlCol="0" anchor="ctr" anchorCtr="0">
            <a:normAutofit/>
          </a:bodyPr>
          <a:lstStyle>
            <a:lvl1pPr marL="0" indent="0" algn="l" defTabSz="685800" rtl="0" eaLnBrk="1" latinLnBrk="0" hangingPunct="1">
              <a:lnSpc>
                <a:spcPct val="100000"/>
              </a:lnSpc>
              <a:spcBef>
                <a:spcPts val="0"/>
              </a:spcBef>
              <a:buNone/>
              <a:defRPr kumimoji="0" lang="en-US" sz="525" b="1" i="0" u="none" strike="noStrike" kern="1200" cap="none" spc="0" normalizeH="0" baseline="0" noProof="0" dirty="0" smtClean="0">
                <a:ln>
                  <a:noFill/>
                </a:ln>
                <a:solidFill>
                  <a:srgbClr val="000000"/>
                </a:solidFill>
                <a:effectLst/>
                <a:uLnTx/>
                <a:uFillTx/>
                <a:latin typeface="+mn-lt"/>
                <a:ea typeface="+mn-ea"/>
                <a:cs typeface="+mn-cs"/>
              </a:defRPr>
            </a:lvl1pPr>
            <a:lvl2pPr marL="0" indent="0" algn="l" defTabSz="685800" rtl="0" eaLnBrk="1" latinLnBrk="0" hangingPunct="1">
              <a:lnSpc>
                <a:spcPct val="100000"/>
              </a:lnSpc>
              <a:buNone/>
              <a:defRPr kumimoji="0" lang="en-US" sz="600" b="1" i="0" u="none" strike="noStrike" kern="1200" cap="none" spc="0" normalizeH="0" baseline="0" noProof="0" dirty="0" smtClean="0">
                <a:ln>
                  <a:noFill/>
                </a:ln>
                <a:solidFill>
                  <a:schemeClr val="tx1"/>
                </a:solidFill>
                <a:effectLst/>
                <a:uLnTx/>
                <a:uFillTx/>
                <a:latin typeface="+mn-lt"/>
                <a:ea typeface="+mn-ea"/>
                <a:cs typeface="+mn-cs"/>
              </a:defRPr>
            </a:lvl2pPr>
            <a:lvl3pPr marL="0" indent="0" algn="l" defTabSz="685800" rtl="0" eaLnBrk="1" latinLnBrk="0" hangingPunct="1">
              <a:lnSpc>
                <a:spcPct val="100000"/>
              </a:lnSpc>
              <a:buNone/>
              <a:defRPr kumimoji="0" lang="en-US" sz="600" b="0" i="0" u="none" strike="noStrike" kern="1200" cap="none" spc="0" normalizeH="0" baseline="0" noProof="0" dirty="0" smtClean="0">
                <a:ln>
                  <a:noFill/>
                </a:ln>
                <a:solidFill>
                  <a:srgbClr val="000000"/>
                </a:solidFill>
                <a:effectLst/>
                <a:uLnTx/>
                <a:uFillTx/>
                <a:latin typeface="+mn-lt"/>
                <a:ea typeface="+mn-ea"/>
                <a:cs typeface="+mn-cs"/>
              </a:defRPr>
            </a:lvl3pPr>
            <a:lvl4pPr marL="0" indent="0" algn="l" defTabSz="685800" rtl="0" eaLnBrk="1" latinLnBrk="0" hangingPunct="1">
              <a:lnSpc>
                <a:spcPct val="100000"/>
              </a:lnSpc>
              <a:buNone/>
              <a:defRPr kumimoji="0" lang="en-US" sz="600" b="0" i="0" u="none" strike="noStrike" kern="1200" cap="none" spc="0" normalizeH="0" baseline="0" noProof="0" dirty="0" smtClean="0">
                <a:ln>
                  <a:noFill/>
                </a:ln>
                <a:solidFill>
                  <a:srgbClr val="000000"/>
                </a:solidFill>
                <a:effectLst/>
                <a:uLnTx/>
                <a:uFillTx/>
                <a:latin typeface="+mn-lt"/>
                <a:ea typeface="+mn-ea"/>
                <a:cs typeface="+mn-cs"/>
              </a:defRPr>
            </a:lvl4pPr>
            <a:lvl5pPr marL="0" indent="0" algn="l" defTabSz="685800" rtl="0" eaLnBrk="1" latinLnBrk="0" hangingPunct="1">
              <a:lnSpc>
                <a:spcPct val="100000"/>
              </a:lnSpc>
              <a:buNone/>
              <a:defRPr kumimoji="0" lang="en-US" sz="600" b="0" i="0" u="none" strike="noStrike" kern="1200" cap="none" spc="0" normalizeH="0" baseline="0" noProof="0" dirty="0" smtClean="0">
                <a:ln>
                  <a:noFill/>
                </a:ln>
                <a:solidFill>
                  <a:srgbClr val="000000"/>
                </a:solidFill>
                <a:effectLst/>
                <a:uLnTx/>
                <a:uFillTx/>
                <a:latin typeface="+mn-lt"/>
                <a:ea typeface="+mn-ea"/>
                <a:cs typeface="+mn-cs"/>
              </a:defRPr>
            </a:lvl5pPr>
          </a:lstStyle>
          <a:p>
            <a:pPr lvl="0"/>
            <a:r>
              <a:rPr lang="en-US"/>
              <a:t>Click to edit Master text styles</a:t>
            </a:r>
          </a:p>
        </p:txBody>
      </p:sp>
      <p:sp>
        <p:nvSpPr>
          <p:cNvPr id="46" name="Text Placeholder 36"/>
          <p:cNvSpPr>
            <a:spLocks noGrp="1"/>
          </p:cNvSpPr>
          <p:nvPr>
            <p:ph type="body" sz="quarter" idx="118"/>
          </p:nvPr>
        </p:nvSpPr>
        <p:spPr>
          <a:xfrm>
            <a:off x="5432668" y="2914650"/>
            <a:ext cx="1584000" cy="1584000"/>
          </a:xfrm>
          <a:prstGeom prst="rect">
            <a:avLst/>
          </a:prstGeom>
          <a:solidFill>
            <a:srgbClr val="FFFFFF"/>
          </a:solidFill>
          <a:ln w="9525">
            <a:solidFill>
              <a:srgbClr val="C0C0C0"/>
            </a:solidFill>
          </a:ln>
          <a:effectLst/>
        </p:spPr>
        <p:txBody>
          <a:bodyPr vert="horz" lIns="91440" tIns="457200" rIns="91440" bIns="45720" rtlCol="0" anchor="t" anchorCtr="0">
            <a:normAutofit/>
          </a:bodyPr>
          <a:lstStyle>
            <a:lvl1pPr marL="0" indent="0" algn="l" defTabSz="685800" rtl="0" eaLnBrk="1" latinLnBrk="0" hangingPunct="1">
              <a:lnSpc>
                <a:spcPct val="100000"/>
              </a:lnSpc>
              <a:spcBef>
                <a:spcPts val="150"/>
              </a:spcBef>
              <a:buNone/>
              <a:defRPr kumimoji="0" lang="en-US" sz="600" b="1" i="0" u="none" strike="noStrike" kern="1200" cap="none" spc="0" normalizeH="0" baseline="0" noProof="0" dirty="0" smtClean="0">
                <a:ln>
                  <a:noFill/>
                </a:ln>
                <a:solidFill>
                  <a:srgbClr val="9E3039"/>
                </a:solidFill>
                <a:effectLst/>
                <a:uLnTx/>
                <a:uFillTx/>
                <a:latin typeface="+mn-lt"/>
                <a:ea typeface="+mn-ea"/>
                <a:cs typeface="+mn-cs"/>
              </a:defRPr>
            </a:lvl1pPr>
            <a:lvl2pPr marL="0" indent="0" algn="l" defTabSz="685800" rtl="0" eaLnBrk="1" latinLnBrk="0" hangingPunct="1">
              <a:lnSpc>
                <a:spcPct val="100000"/>
              </a:lnSpc>
              <a:spcBef>
                <a:spcPts val="150"/>
              </a:spcBef>
              <a:buNone/>
              <a:defRPr kumimoji="0" lang="en-US" sz="600" b="1" i="0" u="none" strike="noStrike" kern="1200" cap="none" spc="0" normalizeH="0" baseline="0" noProof="0" dirty="0" smtClean="0">
                <a:ln>
                  <a:noFill/>
                </a:ln>
                <a:solidFill>
                  <a:schemeClr val="tx1"/>
                </a:solidFill>
                <a:effectLst/>
                <a:uLnTx/>
                <a:uFillTx/>
                <a:latin typeface="+mn-lt"/>
                <a:ea typeface="+mn-ea"/>
                <a:cs typeface="+mn-cs"/>
              </a:defRPr>
            </a:lvl2pPr>
            <a:lvl3pPr marL="0" indent="0" algn="l" defTabSz="685800" rtl="0" eaLnBrk="1" latinLnBrk="0" hangingPunct="1">
              <a:lnSpc>
                <a:spcPct val="100000"/>
              </a:lnSpc>
              <a:spcBef>
                <a:spcPts val="150"/>
              </a:spcBef>
              <a:buNone/>
              <a:defRPr kumimoji="0" lang="en-US" sz="525" b="0" i="0" u="none" strike="noStrike" kern="1200" cap="none" spc="0" normalizeH="0" baseline="0" noProof="0" dirty="0" smtClean="0">
                <a:ln>
                  <a:noFill/>
                </a:ln>
                <a:solidFill>
                  <a:srgbClr val="000000"/>
                </a:solidFill>
                <a:effectLst/>
                <a:uLnTx/>
                <a:uFillTx/>
                <a:latin typeface="+mn-lt"/>
                <a:ea typeface="+mn-ea"/>
                <a:cs typeface="+mn-cs"/>
              </a:defRPr>
            </a:lvl3pPr>
            <a:lvl4pPr marL="0" indent="0" algn="l" defTabSz="685800" rtl="0" eaLnBrk="1" latinLnBrk="0" hangingPunct="1">
              <a:lnSpc>
                <a:spcPct val="100000"/>
              </a:lnSpc>
              <a:spcBef>
                <a:spcPts val="150"/>
              </a:spcBef>
              <a:buNone/>
              <a:defRPr kumimoji="0" lang="en-US" sz="525" b="0" i="0" u="none" strike="noStrike" kern="1200" cap="none" spc="0" normalizeH="0" baseline="0" noProof="0" dirty="0" smtClean="0">
                <a:ln>
                  <a:noFill/>
                </a:ln>
                <a:solidFill>
                  <a:srgbClr val="000000"/>
                </a:solidFill>
                <a:effectLst/>
                <a:uLnTx/>
                <a:uFillTx/>
                <a:latin typeface="+mn-lt"/>
                <a:ea typeface="+mn-ea"/>
                <a:cs typeface="+mn-cs"/>
              </a:defRPr>
            </a:lvl4pPr>
            <a:lvl5pPr marL="0" indent="0" algn="l" defTabSz="685800" rtl="0" eaLnBrk="1" latinLnBrk="0" hangingPunct="1">
              <a:lnSpc>
                <a:spcPct val="100000"/>
              </a:lnSpc>
              <a:spcBef>
                <a:spcPts val="150"/>
              </a:spcBef>
              <a:buNone/>
              <a:defRPr kumimoji="0" lang="en-US" sz="525" b="0" i="0" u="none" strike="noStrike" kern="1200" cap="none" spc="0" normalizeH="0" baseline="0" noProof="0" dirty="0" smtClean="0">
                <a:ln>
                  <a:noFill/>
                </a:ln>
                <a:solidFill>
                  <a:srgbClr val="000000"/>
                </a:solidFill>
                <a:effectLst/>
                <a:uLnTx/>
                <a:uFillTx/>
                <a:latin typeface="+mn-lt"/>
                <a:ea typeface="+mn-ea"/>
                <a:cs typeface="+mn-cs"/>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7" name="Text Placeholder 36"/>
          <p:cNvSpPr>
            <a:spLocks noGrp="1"/>
          </p:cNvSpPr>
          <p:nvPr>
            <p:ph type="body" sz="quarter" idx="119"/>
          </p:nvPr>
        </p:nvSpPr>
        <p:spPr>
          <a:xfrm>
            <a:off x="5432668" y="4315770"/>
            <a:ext cx="1584000" cy="182880"/>
          </a:xfrm>
          <a:prstGeom prst="rect">
            <a:avLst/>
          </a:prstGeom>
          <a:solidFill>
            <a:srgbClr val="FFFFFF"/>
          </a:solidFill>
          <a:ln w="9525">
            <a:solidFill>
              <a:srgbClr val="C0C0C0"/>
            </a:solidFill>
          </a:ln>
          <a:effectLst/>
        </p:spPr>
        <p:txBody>
          <a:bodyPr vert="horz" lIns="91440" tIns="0" rIns="91440" bIns="0" rtlCol="0" anchor="ctr" anchorCtr="0">
            <a:normAutofit/>
          </a:bodyPr>
          <a:lstStyle>
            <a:lvl1pPr marL="0" indent="0" algn="l" defTabSz="685800" rtl="0" eaLnBrk="1" latinLnBrk="0" hangingPunct="1">
              <a:lnSpc>
                <a:spcPct val="100000"/>
              </a:lnSpc>
              <a:spcBef>
                <a:spcPts val="0"/>
              </a:spcBef>
              <a:buNone/>
              <a:defRPr kumimoji="0" lang="en-US" sz="525" b="1" i="0" u="none" strike="noStrike" kern="1200" cap="none" spc="0" normalizeH="0" baseline="0" noProof="0" dirty="0" smtClean="0">
                <a:ln>
                  <a:noFill/>
                </a:ln>
                <a:solidFill>
                  <a:srgbClr val="000000"/>
                </a:solidFill>
                <a:effectLst/>
                <a:uLnTx/>
                <a:uFillTx/>
                <a:latin typeface="+mn-lt"/>
                <a:ea typeface="+mn-ea"/>
                <a:cs typeface="+mn-cs"/>
              </a:defRPr>
            </a:lvl1pPr>
            <a:lvl2pPr marL="0" indent="0" algn="l" defTabSz="685800" rtl="0" eaLnBrk="1" latinLnBrk="0" hangingPunct="1">
              <a:lnSpc>
                <a:spcPct val="100000"/>
              </a:lnSpc>
              <a:buNone/>
              <a:defRPr kumimoji="0" lang="en-US" sz="600" b="1" i="0" u="none" strike="noStrike" kern="1200" cap="none" spc="0" normalizeH="0" baseline="0" noProof="0" dirty="0" smtClean="0">
                <a:ln>
                  <a:noFill/>
                </a:ln>
                <a:solidFill>
                  <a:schemeClr val="tx1"/>
                </a:solidFill>
                <a:effectLst/>
                <a:uLnTx/>
                <a:uFillTx/>
                <a:latin typeface="+mn-lt"/>
                <a:ea typeface="+mn-ea"/>
                <a:cs typeface="+mn-cs"/>
              </a:defRPr>
            </a:lvl2pPr>
            <a:lvl3pPr marL="0" indent="0" algn="l" defTabSz="685800" rtl="0" eaLnBrk="1" latinLnBrk="0" hangingPunct="1">
              <a:lnSpc>
                <a:spcPct val="100000"/>
              </a:lnSpc>
              <a:buNone/>
              <a:defRPr kumimoji="0" lang="en-US" sz="600" b="0" i="0" u="none" strike="noStrike" kern="1200" cap="none" spc="0" normalizeH="0" baseline="0" noProof="0" dirty="0" smtClean="0">
                <a:ln>
                  <a:noFill/>
                </a:ln>
                <a:solidFill>
                  <a:srgbClr val="000000"/>
                </a:solidFill>
                <a:effectLst/>
                <a:uLnTx/>
                <a:uFillTx/>
                <a:latin typeface="+mn-lt"/>
                <a:ea typeface="+mn-ea"/>
                <a:cs typeface="+mn-cs"/>
              </a:defRPr>
            </a:lvl3pPr>
            <a:lvl4pPr marL="0" indent="0" algn="l" defTabSz="685800" rtl="0" eaLnBrk="1" latinLnBrk="0" hangingPunct="1">
              <a:lnSpc>
                <a:spcPct val="100000"/>
              </a:lnSpc>
              <a:buNone/>
              <a:defRPr kumimoji="0" lang="en-US" sz="600" b="0" i="0" u="none" strike="noStrike" kern="1200" cap="none" spc="0" normalizeH="0" baseline="0" noProof="0" dirty="0" smtClean="0">
                <a:ln>
                  <a:noFill/>
                </a:ln>
                <a:solidFill>
                  <a:srgbClr val="000000"/>
                </a:solidFill>
                <a:effectLst/>
                <a:uLnTx/>
                <a:uFillTx/>
                <a:latin typeface="+mn-lt"/>
                <a:ea typeface="+mn-ea"/>
                <a:cs typeface="+mn-cs"/>
              </a:defRPr>
            </a:lvl4pPr>
            <a:lvl5pPr marL="0" indent="0" algn="l" defTabSz="685800" rtl="0" eaLnBrk="1" latinLnBrk="0" hangingPunct="1">
              <a:lnSpc>
                <a:spcPct val="100000"/>
              </a:lnSpc>
              <a:buNone/>
              <a:defRPr kumimoji="0" lang="en-US" sz="600" b="0" i="0" u="none" strike="noStrike" kern="1200" cap="none" spc="0" normalizeH="0" baseline="0" noProof="0" dirty="0" smtClean="0">
                <a:ln>
                  <a:noFill/>
                </a:ln>
                <a:solidFill>
                  <a:srgbClr val="000000"/>
                </a:solidFill>
                <a:effectLst/>
                <a:uLnTx/>
                <a:uFillTx/>
                <a:latin typeface="+mn-lt"/>
                <a:ea typeface="+mn-ea"/>
                <a:cs typeface="+mn-cs"/>
              </a:defRPr>
            </a:lvl5pPr>
          </a:lstStyle>
          <a:p>
            <a:pPr lvl="0"/>
            <a:r>
              <a:rPr lang="en-US"/>
              <a:t>Click to edit Master text styles</a:t>
            </a:r>
          </a:p>
        </p:txBody>
      </p:sp>
      <p:sp>
        <p:nvSpPr>
          <p:cNvPr id="48" name="Text Placeholder 36"/>
          <p:cNvSpPr>
            <a:spLocks noGrp="1"/>
          </p:cNvSpPr>
          <p:nvPr>
            <p:ph type="body" sz="quarter" idx="120"/>
          </p:nvPr>
        </p:nvSpPr>
        <p:spPr>
          <a:xfrm>
            <a:off x="7105650" y="2914650"/>
            <a:ext cx="1584000" cy="1584000"/>
          </a:xfrm>
          <a:prstGeom prst="rect">
            <a:avLst/>
          </a:prstGeom>
          <a:solidFill>
            <a:srgbClr val="FFFFFF"/>
          </a:solidFill>
          <a:ln w="9525">
            <a:solidFill>
              <a:srgbClr val="C0C0C0"/>
            </a:solidFill>
          </a:ln>
          <a:effectLst/>
        </p:spPr>
        <p:txBody>
          <a:bodyPr vert="horz" lIns="91440" tIns="457200" rIns="91440" bIns="45720" rtlCol="0" anchor="t" anchorCtr="0">
            <a:normAutofit/>
          </a:bodyPr>
          <a:lstStyle>
            <a:lvl1pPr marL="0" indent="0" algn="l" defTabSz="685800" rtl="0" eaLnBrk="1" latinLnBrk="0" hangingPunct="1">
              <a:lnSpc>
                <a:spcPct val="100000"/>
              </a:lnSpc>
              <a:spcBef>
                <a:spcPts val="150"/>
              </a:spcBef>
              <a:buNone/>
              <a:defRPr kumimoji="0" lang="en-US" sz="600" b="1" i="0" u="none" strike="noStrike" kern="1200" cap="none" spc="0" normalizeH="0" baseline="0" noProof="0" dirty="0" smtClean="0">
                <a:ln>
                  <a:noFill/>
                </a:ln>
                <a:solidFill>
                  <a:srgbClr val="9E3039"/>
                </a:solidFill>
                <a:effectLst/>
                <a:uLnTx/>
                <a:uFillTx/>
                <a:latin typeface="+mn-lt"/>
                <a:ea typeface="+mn-ea"/>
                <a:cs typeface="+mn-cs"/>
              </a:defRPr>
            </a:lvl1pPr>
            <a:lvl2pPr marL="0" indent="0" algn="l" defTabSz="685800" rtl="0" eaLnBrk="1" latinLnBrk="0" hangingPunct="1">
              <a:lnSpc>
                <a:spcPct val="100000"/>
              </a:lnSpc>
              <a:spcBef>
                <a:spcPts val="150"/>
              </a:spcBef>
              <a:buNone/>
              <a:defRPr kumimoji="0" lang="en-US" sz="600" b="1" i="0" u="none" strike="noStrike" kern="1200" cap="none" spc="0" normalizeH="0" baseline="0" noProof="0" dirty="0" smtClean="0">
                <a:ln>
                  <a:noFill/>
                </a:ln>
                <a:solidFill>
                  <a:schemeClr val="tx1"/>
                </a:solidFill>
                <a:effectLst/>
                <a:uLnTx/>
                <a:uFillTx/>
                <a:latin typeface="+mn-lt"/>
                <a:ea typeface="+mn-ea"/>
                <a:cs typeface="+mn-cs"/>
              </a:defRPr>
            </a:lvl2pPr>
            <a:lvl3pPr marL="0" indent="0" algn="l" defTabSz="685800" rtl="0" eaLnBrk="1" latinLnBrk="0" hangingPunct="1">
              <a:lnSpc>
                <a:spcPct val="100000"/>
              </a:lnSpc>
              <a:spcBef>
                <a:spcPts val="150"/>
              </a:spcBef>
              <a:buNone/>
              <a:defRPr kumimoji="0" lang="en-US" sz="525" b="0" i="0" u="none" strike="noStrike" kern="1200" cap="none" spc="0" normalizeH="0" baseline="0" noProof="0" dirty="0" smtClean="0">
                <a:ln>
                  <a:noFill/>
                </a:ln>
                <a:solidFill>
                  <a:srgbClr val="000000"/>
                </a:solidFill>
                <a:effectLst/>
                <a:uLnTx/>
                <a:uFillTx/>
                <a:latin typeface="+mn-lt"/>
                <a:ea typeface="+mn-ea"/>
                <a:cs typeface="+mn-cs"/>
              </a:defRPr>
            </a:lvl3pPr>
            <a:lvl4pPr marL="0" indent="0" algn="l" defTabSz="685800" rtl="0" eaLnBrk="1" latinLnBrk="0" hangingPunct="1">
              <a:lnSpc>
                <a:spcPct val="100000"/>
              </a:lnSpc>
              <a:spcBef>
                <a:spcPts val="150"/>
              </a:spcBef>
              <a:buNone/>
              <a:defRPr kumimoji="0" lang="en-US" sz="525" b="0" i="0" u="none" strike="noStrike" kern="1200" cap="none" spc="0" normalizeH="0" baseline="0" noProof="0" dirty="0" smtClean="0">
                <a:ln>
                  <a:noFill/>
                </a:ln>
                <a:solidFill>
                  <a:srgbClr val="000000"/>
                </a:solidFill>
                <a:effectLst/>
                <a:uLnTx/>
                <a:uFillTx/>
                <a:latin typeface="+mn-lt"/>
                <a:ea typeface="+mn-ea"/>
                <a:cs typeface="+mn-cs"/>
              </a:defRPr>
            </a:lvl4pPr>
            <a:lvl5pPr marL="0" indent="0" algn="l" defTabSz="685800" rtl="0" eaLnBrk="1" latinLnBrk="0" hangingPunct="1">
              <a:lnSpc>
                <a:spcPct val="100000"/>
              </a:lnSpc>
              <a:spcBef>
                <a:spcPts val="150"/>
              </a:spcBef>
              <a:buNone/>
              <a:defRPr kumimoji="0" lang="en-US" sz="525" b="0" i="0" u="none" strike="noStrike" kern="1200" cap="none" spc="0" normalizeH="0" baseline="0" noProof="0" dirty="0" smtClean="0">
                <a:ln>
                  <a:noFill/>
                </a:ln>
                <a:solidFill>
                  <a:srgbClr val="000000"/>
                </a:solidFill>
                <a:effectLst/>
                <a:uLnTx/>
                <a:uFillTx/>
                <a:latin typeface="+mn-lt"/>
                <a:ea typeface="+mn-ea"/>
                <a:cs typeface="+mn-cs"/>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9" name="Text Placeholder 36"/>
          <p:cNvSpPr>
            <a:spLocks noGrp="1"/>
          </p:cNvSpPr>
          <p:nvPr>
            <p:ph type="body" sz="quarter" idx="121"/>
          </p:nvPr>
        </p:nvSpPr>
        <p:spPr>
          <a:xfrm>
            <a:off x="7105650" y="4315770"/>
            <a:ext cx="1584000" cy="182880"/>
          </a:xfrm>
          <a:prstGeom prst="rect">
            <a:avLst/>
          </a:prstGeom>
          <a:solidFill>
            <a:srgbClr val="FFFFFF"/>
          </a:solidFill>
          <a:ln w="9525">
            <a:solidFill>
              <a:srgbClr val="C0C0C0"/>
            </a:solidFill>
          </a:ln>
          <a:effectLst/>
        </p:spPr>
        <p:txBody>
          <a:bodyPr vert="horz" lIns="91440" tIns="0" rIns="91440" bIns="0" rtlCol="0" anchor="ctr" anchorCtr="0">
            <a:normAutofit/>
          </a:bodyPr>
          <a:lstStyle>
            <a:lvl1pPr marL="0" indent="0" algn="l" defTabSz="685800" rtl="0" eaLnBrk="1" latinLnBrk="0" hangingPunct="1">
              <a:lnSpc>
                <a:spcPct val="100000"/>
              </a:lnSpc>
              <a:spcBef>
                <a:spcPts val="0"/>
              </a:spcBef>
              <a:buNone/>
              <a:defRPr kumimoji="0" lang="en-US" sz="525" b="1" i="0" u="none" strike="noStrike" kern="1200" cap="none" spc="0" normalizeH="0" baseline="0" noProof="0" dirty="0" smtClean="0">
                <a:ln>
                  <a:noFill/>
                </a:ln>
                <a:solidFill>
                  <a:srgbClr val="000000"/>
                </a:solidFill>
                <a:effectLst/>
                <a:uLnTx/>
                <a:uFillTx/>
                <a:latin typeface="+mn-lt"/>
                <a:ea typeface="+mn-ea"/>
                <a:cs typeface="+mn-cs"/>
              </a:defRPr>
            </a:lvl1pPr>
            <a:lvl2pPr marL="0" indent="0" algn="l" defTabSz="685800" rtl="0" eaLnBrk="1" latinLnBrk="0" hangingPunct="1">
              <a:lnSpc>
                <a:spcPct val="100000"/>
              </a:lnSpc>
              <a:buNone/>
              <a:defRPr kumimoji="0" lang="en-US" sz="600" b="1" i="0" u="none" strike="noStrike" kern="1200" cap="none" spc="0" normalizeH="0" baseline="0" noProof="0" dirty="0" smtClean="0">
                <a:ln>
                  <a:noFill/>
                </a:ln>
                <a:solidFill>
                  <a:schemeClr val="tx1"/>
                </a:solidFill>
                <a:effectLst/>
                <a:uLnTx/>
                <a:uFillTx/>
                <a:latin typeface="+mn-lt"/>
                <a:ea typeface="+mn-ea"/>
                <a:cs typeface="+mn-cs"/>
              </a:defRPr>
            </a:lvl2pPr>
            <a:lvl3pPr marL="0" indent="0" algn="l" defTabSz="685800" rtl="0" eaLnBrk="1" latinLnBrk="0" hangingPunct="1">
              <a:lnSpc>
                <a:spcPct val="100000"/>
              </a:lnSpc>
              <a:buNone/>
              <a:defRPr kumimoji="0" lang="en-US" sz="600" b="0" i="0" u="none" strike="noStrike" kern="1200" cap="none" spc="0" normalizeH="0" baseline="0" noProof="0" dirty="0" smtClean="0">
                <a:ln>
                  <a:noFill/>
                </a:ln>
                <a:solidFill>
                  <a:srgbClr val="000000"/>
                </a:solidFill>
                <a:effectLst/>
                <a:uLnTx/>
                <a:uFillTx/>
                <a:latin typeface="+mn-lt"/>
                <a:ea typeface="+mn-ea"/>
                <a:cs typeface="+mn-cs"/>
              </a:defRPr>
            </a:lvl3pPr>
            <a:lvl4pPr marL="0" indent="0" algn="l" defTabSz="685800" rtl="0" eaLnBrk="1" latinLnBrk="0" hangingPunct="1">
              <a:lnSpc>
                <a:spcPct val="100000"/>
              </a:lnSpc>
              <a:buNone/>
              <a:defRPr kumimoji="0" lang="en-US" sz="600" b="0" i="0" u="none" strike="noStrike" kern="1200" cap="none" spc="0" normalizeH="0" baseline="0" noProof="0" dirty="0" smtClean="0">
                <a:ln>
                  <a:noFill/>
                </a:ln>
                <a:solidFill>
                  <a:srgbClr val="000000"/>
                </a:solidFill>
                <a:effectLst/>
                <a:uLnTx/>
                <a:uFillTx/>
                <a:latin typeface="+mn-lt"/>
                <a:ea typeface="+mn-ea"/>
                <a:cs typeface="+mn-cs"/>
              </a:defRPr>
            </a:lvl4pPr>
            <a:lvl5pPr marL="0" indent="0" algn="l" defTabSz="685800" rtl="0" eaLnBrk="1" latinLnBrk="0" hangingPunct="1">
              <a:lnSpc>
                <a:spcPct val="100000"/>
              </a:lnSpc>
              <a:buNone/>
              <a:defRPr kumimoji="0" lang="en-US" sz="600" b="0" i="0" u="none" strike="noStrike" kern="1200" cap="none" spc="0" normalizeH="0" baseline="0" noProof="0" dirty="0" smtClean="0">
                <a:ln>
                  <a:noFill/>
                </a:ln>
                <a:solidFill>
                  <a:srgbClr val="000000"/>
                </a:solidFill>
                <a:effectLst/>
                <a:uLnTx/>
                <a:uFillTx/>
                <a:latin typeface="+mn-lt"/>
                <a:ea typeface="+mn-ea"/>
                <a:cs typeface="+mn-cs"/>
              </a:defRPr>
            </a:lvl5pPr>
          </a:lstStyle>
          <a:p>
            <a:pPr lvl="0"/>
            <a:r>
              <a:rPr lang="en-US"/>
              <a:t>Click to edit Master text styles</a:t>
            </a:r>
          </a:p>
        </p:txBody>
      </p:sp>
      <p:sp>
        <p:nvSpPr>
          <p:cNvPr id="50" name="Text Placeholder 36"/>
          <p:cNvSpPr>
            <a:spLocks noGrp="1"/>
          </p:cNvSpPr>
          <p:nvPr>
            <p:ph type="body" sz="quarter" idx="122"/>
          </p:nvPr>
        </p:nvSpPr>
        <p:spPr>
          <a:xfrm>
            <a:off x="450850" y="4623125"/>
            <a:ext cx="1584000" cy="1584000"/>
          </a:xfrm>
          <a:prstGeom prst="rect">
            <a:avLst/>
          </a:prstGeom>
          <a:solidFill>
            <a:srgbClr val="FFFFFF"/>
          </a:solidFill>
          <a:ln w="9525">
            <a:solidFill>
              <a:srgbClr val="C0C0C0"/>
            </a:solidFill>
          </a:ln>
          <a:effectLst/>
        </p:spPr>
        <p:txBody>
          <a:bodyPr vert="horz" lIns="91440" tIns="457200" rIns="91440" bIns="45720" rtlCol="0" anchor="t" anchorCtr="0">
            <a:normAutofit/>
          </a:bodyPr>
          <a:lstStyle>
            <a:lvl1pPr marL="0" indent="0" algn="l" defTabSz="685800" rtl="0" eaLnBrk="1" latinLnBrk="0" hangingPunct="1">
              <a:lnSpc>
                <a:spcPct val="100000"/>
              </a:lnSpc>
              <a:spcBef>
                <a:spcPts val="150"/>
              </a:spcBef>
              <a:buNone/>
              <a:defRPr kumimoji="0" lang="en-US" sz="600" b="1" i="0" u="none" strike="noStrike" kern="1200" cap="none" spc="0" normalizeH="0" baseline="0" noProof="0" dirty="0" smtClean="0">
                <a:ln>
                  <a:noFill/>
                </a:ln>
                <a:solidFill>
                  <a:srgbClr val="9E3039"/>
                </a:solidFill>
                <a:effectLst/>
                <a:uLnTx/>
                <a:uFillTx/>
                <a:latin typeface="+mn-lt"/>
                <a:ea typeface="+mn-ea"/>
                <a:cs typeface="+mn-cs"/>
              </a:defRPr>
            </a:lvl1pPr>
            <a:lvl2pPr marL="0" indent="0" algn="l" defTabSz="685800" rtl="0" eaLnBrk="1" latinLnBrk="0" hangingPunct="1">
              <a:lnSpc>
                <a:spcPct val="100000"/>
              </a:lnSpc>
              <a:spcBef>
                <a:spcPts val="150"/>
              </a:spcBef>
              <a:buNone/>
              <a:defRPr kumimoji="0" lang="en-US" sz="600" b="1" i="0" u="none" strike="noStrike" kern="1200" cap="none" spc="0" normalizeH="0" baseline="0" noProof="0" dirty="0" smtClean="0">
                <a:ln>
                  <a:noFill/>
                </a:ln>
                <a:solidFill>
                  <a:schemeClr val="tx1"/>
                </a:solidFill>
                <a:effectLst/>
                <a:uLnTx/>
                <a:uFillTx/>
                <a:latin typeface="+mn-lt"/>
                <a:ea typeface="+mn-ea"/>
                <a:cs typeface="+mn-cs"/>
              </a:defRPr>
            </a:lvl2pPr>
            <a:lvl3pPr marL="0" indent="0" algn="l" defTabSz="685800" rtl="0" eaLnBrk="1" latinLnBrk="0" hangingPunct="1">
              <a:lnSpc>
                <a:spcPct val="100000"/>
              </a:lnSpc>
              <a:spcBef>
                <a:spcPts val="150"/>
              </a:spcBef>
              <a:buNone/>
              <a:defRPr kumimoji="0" lang="en-US" sz="525" b="0" i="0" u="none" strike="noStrike" kern="1200" cap="none" spc="0" normalizeH="0" baseline="0" noProof="0" dirty="0" smtClean="0">
                <a:ln>
                  <a:noFill/>
                </a:ln>
                <a:solidFill>
                  <a:srgbClr val="000000"/>
                </a:solidFill>
                <a:effectLst/>
                <a:uLnTx/>
                <a:uFillTx/>
                <a:latin typeface="+mn-lt"/>
                <a:ea typeface="+mn-ea"/>
                <a:cs typeface="+mn-cs"/>
              </a:defRPr>
            </a:lvl3pPr>
            <a:lvl4pPr marL="0" indent="0" algn="l" defTabSz="685800" rtl="0" eaLnBrk="1" latinLnBrk="0" hangingPunct="1">
              <a:lnSpc>
                <a:spcPct val="100000"/>
              </a:lnSpc>
              <a:spcBef>
                <a:spcPts val="150"/>
              </a:spcBef>
              <a:buNone/>
              <a:defRPr kumimoji="0" lang="en-US" sz="525" b="0" i="0" u="none" strike="noStrike" kern="1200" cap="none" spc="0" normalizeH="0" baseline="0" noProof="0" dirty="0" smtClean="0">
                <a:ln>
                  <a:noFill/>
                </a:ln>
                <a:solidFill>
                  <a:srgbClr val="000000"/>
                </a:solidFill>
                <a:effectLst/>
                <a:uLnTx/>
                <a:uFillTx/>
                <a:latin typeface="+mn-lt"/>
                <a:ea typeface="+mn-ea"/>
                <a:cs typeface="+mn-cs"/>
              </a:defRPr>
            </a:lvl4pPr>
            <a:lvl5pPr marL="0" indent="0" algn="l" defTabSz="685800" rtl="0" eaLnBrk="1" latinLnBrk="0" hangingPunct="1">
              <a:lnSpc>
                <a:spcPct val="100000"/>
              </a:lnSpc>
              <a:spcBef>
                <a:spcPts val="150"/>
              </a:spcBef>
              <a:buNone/>
              <a:defRPr kumimoji="0" lang="en-US" sz="525" b="0" i="0" u="none" strike="noStrike" kern="1200" cap="none" spc="0" normalizeH="0" baseline="0" noProof="0" dirty="0" smtClean="0">
                <a:ln>
                  <a:noFill/>
                </a:ln>
                <a:solidFill>
                  <a:srgbClr val="000000"/>
                </a:solidFill>
                <a:effectLst/>
                <a:uLnTx/>
                <a:uFillTx/>
                <a:latin typeface="+mn-lt"/>
                <a:ea typeface="+mn-ea"/>
                <a:cs typeface="+mn-cs"/>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1" name="Text Placeholder 36"/>
          <p:cNvSpPr>
            <a:spLocks noGrp="1"/>
          </p:cNvSpPr>
          <p:nvPr>
            <p:ph type="body" sz="quarter" idx="123"/>
          </p:nvPr>
        </p:nvSpPr>
        <p:spPr>
          <a:xfrm>
            <a:off x="450850" y="6024245"/>
            <a:ext cx="1584000" cy="182880"/>
          </a:xfrm>
          <a:prstGeom prst="rect">
            <a:avLst/>
          </a:prstGeom>
          <a:solidFill>
            <a:srgbClr val="FFFFFF"/>
          </a:solidFill>
          <a:ln w="9525">
            <a:solidFill>
              <a:srgbClr val="C0C0C0"/>
            </a:solidFill>
          </a:ln>
          <a:effectLst/>
        </p:spPr>
        <p:txBody>
          <a:bodyPr vert="horz" lIns="91440" tIns="0" rIns="91440" bIns="0" rtlCol="0" anchor="ctr" anchorCtr="0">
            <a:normAutofit/>
          </a:bodyPr>
          <a:lstStyle>
            <a:lvl1pPr marL="0" indent="0" algn="l" defTabSz="685800" rtl="0" eaLnBrk="1" latinLnBrk="0" hangingPunct="1">
              <a:lnSpc>
                <a:spcPct val="100000"/>
              </a:lnSpc>
              <a:spcBef>
                <a:spcPts val="0"/>
              </a:spcBef>
              <a:buNone/>
              <a:defRPr kumimoji="0" lang="en-US" sz="525" b="1" i="0" u="none" strike="noStrike" kern="1200" cap="none" spc="0" normalizeH="0" baseline="0" noProof="0" dirty="0" smtClean="0">
                <a:ln>
                  <a:noFill/>
                </a:ln>
                <a:solidFill>
                  <a:srgbClr val="000000"/>
                </a:solidFill>
                <a:effectLst/>
                <a:uLnTx/>
                <a:uFillTx/>
                <a:latin typeface="+mn-lt"/>
                <a:ea typeface="+mn-ea"/>
                <a:cs typeface="+mn-cs"/>
              </a:defRPr>
            </a:lvl1pPr>
            <a:lvl2pPr marL="0" indent="0" algn="l" defTabSz="685800" rtl="0" eaLnBrk="1" latinLnBrk="0" hangingPunct="1">
              <a:lnSpc>
                <a:spcPct val="100000"/>
              </a:lnSpc>
              <a:buNone/>
              <a:defRPr kumimoji="0" lang="en-US" sz="600" b="1" i="0" u="none" strike="noStrike" kern="1200" cap="none" spc="0" normalizeH="0" baseline="0" noProof="0" dirty="0" smtClean="0">
                <a:ln>
                  <a:noFill/>
                </a:ln>
                <a:solidFill>
                  <a:schemeClr val="tx1"/>
                </a:solidFill>
                <a:effectLst/>
                <a:uLnTx/>
                <a:uFillTx/>
                <a:latin typeface="+mn-lt"/>
                <a:ea typeface="+mn-ea"/>
                <a:cs typeface="+mn-cs"/>
              </a:defRPr>
            </a:lvl2pPr>
            <a:lvl3pPr marL="0" indent="0" algn="l" defTabSz="685800" rtl="0" eaLnBrk="1" latinLnBrk="0" hangingPunct="1">
              <a:lnSpc>
                <a:spcPct val="100000"/>
              </a:lnSpc>
              <a:buNone/>
              <a:defRPr kumimoji="0" lang="en-US" sz="600" b="0" i="0" u="none" strike="noStrike" kern="1200" cap="none" spc="0" normalizeH="0" baseline="0" noProof="0" dirty="0" smtClean="0">
                <a:ln>
                  <a:noFill/>
                </a:ln>
                <a:solidFill>
                  <a:srgbClr val="000000"/>
                </a:solidFill>
                <a:effectLst/>
                <a:uLnTx/>
                <a:uFillTx/>
                <a:latin typeface="+mn-lt"/>
                <a:ea typeface="+mn-ea"/>
                <a:cs typeface="+mn-cs"/>
              </a:defRPr>
            </a:lvl3pPr>
            <a:lvl4pPr marL="0" indent="0" algn="l" defTabSz="685800" rtl="0" eaLnBrk="1" latinLnBrk="0" hangingPunct="1">
              <a:lnSpc>
                <a:spcPct val="100000"/>
              </a:lnSpc>
              <a:buNone/>
              <a:defRPr kumimoji="0" lang="en-US" sz="600" b="0" i="0" u="none" strike="noStrike" kern="1200" cap="none" spc="0" normalizeH="0" baseline="0" noProof="0" dirty="0" smtClean="0">
                <a:ln>
                  <a:noFill/>
                </a:ln>
                <a:solidFill>
                  <a:srgbClr val="000000"/>
                </a:solidFill>
                <a:effectLst/>
                <a:uLnTx/>
                <a:uFillTx/>
                <a:latin typeface="+mn-lt"/>
                <a:ea typeface="+mn-ea"/>
                <a:cs typeface="+mn-cs"/>
              </a:defRPr>
            </a:lvl4pPr>
            <a:lvl5pPr marL="0" indent="0" algn="l" defTabSz="685800" rtl="0" eaLnBrk="1" latinLnBrk="0" hangingPunct="1">
              <a:lnSpc>
                <a:spcPct val="100000"/>
              </a:lnSpc>
              <a:buNone/>
              <a:defRPr kumimoji="0" lang="en-US" sz="600" b="0" i="0" u="none" strike="noStrike" kern="1200" cap="none" spc="0" normalizeH="0" baseline="0" noProof="0" dirty="0" smtClean="0">
                <a:ln>
                  <a:noFill/>
                </a:ln>
                <a:solidFill>
                  <a:srgbClr val="000000"/>
                </a:solidFill>
                <a:effectLst/>
                <a:uLnTx/>
                <a:uFillTx/>
                <a:latin typeface="+mn-lt"/>
                <a:ea typeface="+mn-ea"/>
                <a:cs typeface="+mn-cs"/>
              </a:defRPr>
            </a:lvl5pPr>
          </a:lstStyle>
          <a:p>
            <a:pPr lvl="0"/>
            <a:r>
              <a:rPr lang="en-US"/>
              <a:t>Click to edit Master text styles</a:t>
            </a:r>
          </a:p>
        </p:txBody>
      </p:sp>
      <p:sp>
        <p:nvSpPr>
          <p:cNvPr id="52" name="Text Placeholder 36"/>
          <p:cNvSpPr>
            <a:spLocks noGrp="1"/>
          </p:cNvSpPr>
          <p:nvPr>
            <p:ph type="body" sz="quarter" idx="124"/>
          </p:nvPr>
        </p:nvSpPr>
        <p:spPr>
          <a:xfrm>
            <a:off x="2111456" y="4623125"/>
            <a:ext cx="1584000" cy="1584000"/>
          </a:xfrm>
          <a:prstGeom prst="rect">
            <a:avLst/>
          </a:prstGeom>
          <a:solidFill>
            <a:srgbClr val="FFFFFF"/>
          </a:solidFill>
          <a:ln w="9525">
            <a:solidFill>
              <a:srgbClr val="C0C0C0"/>
            </a:solidFill>
          </a:ln>
          <a:effectLst/>
        </p:spPr>
        <p:txBody>
          <a:bodyPr vert="horz" lIns="91440" tIns="457200" rIns="91440" bIns="45720" rtlCol="0" anchor="t" anchorCtr="0">
            <a:normAutofit/>
          </a:bodyPr>
          <a:lstStyle>
            <a:lvl1pPr marL="0" indent="0" algn="l" defTabSz="685800" rtl="0" eaLnBrk="1" latinLnBrk="0" hangingPunct="1">
              <a:lnSpc>
                <a:spcPct val="100000"/>
              </a:lnSpc>
              <a:spcBef>
                <a:spcPts val="150"/>
              </a:spcBef>
              <a:buNone/>
              <a:defRPr kumimoji="0" lang="en-US" sz="600" b="1" i="0" u="none" strike="noStrike" kern="1200" cap="none" spc="0" normalizeH="0" baseline="0" noProof="0" dirty="0" smtClean="0">
                <a:ln>
                  <a:noFill/>
                </a:ln>
                <a:solidFill>
                  <a:srgbClr val="9E3039"/>
                </a:solidFill>
                <a:effectLst/>
                <a:uLnTx/>
                <a:uFillTx/>
                <a:latin typeface="+mn-lt"/>
                <a:ea typeface="+mn-ea"/>
                <a:cs typeface="+mn-cs"/>
              </a:defRPr>
            </a:lvl1pPr>
            <a:lvl2pPr marL="0" indent="0" algn="l" defTabSz="685800" rtl="0" eaLnBrk="1" latinLnBrk="0" hangingPunct="1">
              <a:lnSpc>
                <a:spcPct val="100000"/>
              </a:lnSpc>
              <a:spcBef>
                <a:spcPts val="150"/>
              </a:spcBef>
              <a:buNone/>
              <a:defRPr kumimoji="0" lang="en-US" sz="600" b="1" i="0" u="none" strike="noStrike" kern="1200" cap="none" spc="0" normalizeH="0" baseline="0" noProof="0" dirty="0" smtClean="0">
                <a:ln>
                  <a:noFill/>
                </a:ln>
                <a:solidFill>
                  <a:schemeClr val="tx1"/>
                </a:solidFill>
                <a:effectLst/>
                <a:uLnTx/>
                <a:uFillTx/>
                <a:latin typeface="+mn-lt"/>
                <a:ea typeface="+mn-ea"/>
                <a:cs typeface="+mn-cs"/>
              </a:defRPr>
            </a:lvl2pPr>
            <a:lvl3pPr marL="0" indent="0" algn="l" defTabSz="685800" rtl="0" eaLnBrk="1" latinLnBrk="0" hangingPunct="1">
              <a:lnSpc>
                <a:spcPct val="100000"/>
              </a:lnSpc>
              <a:spcBef>
                <a:spcPts val="150"/>
              </a:spcBef>
              <a:buNone/>
              <a:defRPr kumimoji="0" lang="en-US" sz="525" b="0" i="0" u="none" strike="noStrike" kern="1200" cap="none" spc="0" normalizeH="0" baseline="0" noProof="0" dirty="0" smtClean="0">
                <a:ln>
                  <a:noFill/>
                </a:ln>
                <a:solidFill>
                  <a:srgbClr val="000000"/>
                </a:solidFill>
                <a:effectLst/>
                <a:uLnTx/>
                <a:uFillTx/>
                <a:latin typeface="+mn-lt"/>
                <a:ea typeface="+mn-ea"/>
                <a:cs typeface="+mn-cs"/>
              </a:defRPr>
            </a:lvl3pPr>
            <a:lvl4pPr marL="0" indent="0" algn="l" defTabSz="685800" rtl="0" eaLnBrk="1" latinLnBrk="0" hangingPunct="1">
              <a:lnSpc>
                <a:spcPct val="100000"/>
              </a:lnSpc>
              <a:spcBef>
                <a:spcPts val="150"/>
              </a:spcBef>
              <a:buNone/>
              <a:defRPr kumimoji="0" lang="en-US" sz="525" b="0" i="0" u="none" strike="noStrike" kern="1200" cap="none" spc="0" normalizeH="0" baseline="0" noProof="0" dirty="0" smtClean="0">
                <a:ln>
                  <a:noFill/>
                </a:ln>
                <a:solidFill>
                  <a:srgbClr val="000000"/>
                </a:solidFill>
                <a:effectLst/>
                <a:uLnTx/>
                <a:uFillTx/>
                <a:latin typeface="+mn-lt"/>
                <a:ea typeface="+mn-ea"/>
                <a:cs typeface="+mn-cs"/>
              </a:defRPr>
            </a:lvl4pPr>
            <a:lvl5pPr marL="0" indent="0" algn="l" defTabSz="685800" rtl="0" eaLnBrk="1" latinLnBrk="0" hangingPunct="1">
              <a:lnSpc>
                <a:spcPct val="100000"/>
              </a:lnSpc>
              <a:spcBef>
                <a:spcPts val="150"/>
              </a:spcBef>
              <a:buNone/>
              <a:defRPr kumimoji="0" lang="en-US" sz="525" b="0" i="0" u="none" strike="noStrike" kern="1200" cap="none" spc="0" normalizeH="0" baseline="0" noProof="0" dirty="0" smtClean="0">
                <a:ln>
                  <a:noFill/>
                </a:ln>
                <a:solidFill>
                  <a:srgbClr val="000000"/>
                </a:solidFill>
                <a:effectLst/>
                <a:uLnTx/>
                <a:uFillTx/>
                <a:latin typeface="+mn-lt"/>
                <a:ea typeface="+mn-ea"/>
                <a:cs typeface="+mn-cs"/>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3" name="Text Placeholder 36"/>
          <p:cNvSpPr>
            <a:spLocks noGrp="1"/>
          </p:cNvSpPr>
          <p:nvPr>
            <p:ph type="body" sz="quarter" idx="125"/>
          </p:nvPr>
        </p:nvSpPr>
        <p:spPr>
          <a:xfrm>
            <a:off x="2111456" y="6024245"/>
            <a:ext cx="1584000" cy="182880"/>
          </a:xfrm>
          <a:prstGeom prst="rect">
            <a:avLst/>
          </a:prstGeom>
          <a:solidFill>
            <a:srgbClr val="FFFFFF"/>
          </a:solidFill>
          <a:ln w="9525">
            <a:solidFill>
              <a:srgbClr val="C0C0C0"/>
            </a:solidFill>
          </a:ln>
          <a:effectLst/>
        </p:spPr>
        <p:txBody>
          <a:bodyPr vert="horz" lIns="91440" tIns="0" rIns="91440" bIns="0" rtlCol="0" anchor="ctr" anchorCtr="0">
            <a:normAutofit/>
          </a:bodyPr>
          <a:lstStyle>
            <a:lvl1pPr marL="0" indent="0" algn="l" defTabSz="685800" rtl="0" eaLnBrk="1" latinLnBrk="0" hangingPunct="1">
              <a:lnSpc>
                <a:spcPct val="100000"/>
              </a:lnSpc>
              <a:spcBef>
                <a:spcPts val="0"/>
              </a:spcBef>
              <a:buNone/>
              <a:defRPr kumimoji="0" lang="en-US" sz="525" b="1" i="0" u="none" strike="noStrike" kern="1200" cap="none" spc="0" normalizeH="0" baseline="0" noProof="0" dirty="0" smtClean="0">
                <a:ln>
                  <a:noFill/>
                </a:ln>
                <a:solidFill>
                  <a:srgbClr val="000000"/>
                </a:solidFill>
                <a:effectLst/>
                <a:uLnTx/>
                <a:uFillTx/>
                <a:latin typeface="+mn-lt"/>
                <a:ea typeface="+mn-ea"/>
                <a:cs typeface="+mn-cs"/>
              </a:defRPr>
            </a:lvl1pPr>
            <a:lvl2pPr marL="0" indent="0" algn="l" defTabSz="685800" rtl="0" eaLnBrk="1" latinLnBrk="0" hangingPunct="1">
              <a:lnSpc>
                <a:spcPct val="100000"/>
              </a:lnSpc>
              <a:buNone/>
              <a:defRPr kumimoji="0" lang="en-US" sz="600" b="1" i="0" u="none" strike="noStrike" kern="1200" cap="none" spc="0" normalizeH="0" baseline="0" noProof="0" dirty="0" smtClean="0">
                <a:ln>
                  <a:noFill/>
                </a:ln>
                <a:solidFill>
                  <a:schemeClr val="tx1"/>
                </a:solidFill>
                <a:effectLst/>
                <a:uLnTx/>
                <a:uFillTx/>
                <a:latin typeface="+mn-lt"/>
                <a:ea typeface="+mn-ea"/>
                <a:cs typeface="+mn-cs"/>
              </a:defRPr>
            </a:lvl2pPr>
            <a:lvl3pPr marL="0" indent="0" algn="l" defTabSz="685800" rtl="0" eaLnBrk="1" latinLnBrk="0" hangingPunct="1">
              <a:lnSpc>
                <a:spcPct val="100000"/>
              </a:lnSpc>
              <a:buNone/>
              <a:defRPr kumimoji="0" lang="en-US" sz="600" b="0" i="0" u="none" strike="noStrike" kern="1200" cap="none" spc="0" normalizeH="0" baseline="0" noProof="0" dirty="0" smtClean="0">
                <a:ln>
                  <a:noFill/>
                </a:ln>
                <a:solidFill>
                  <a:srgbClr val="000000"/>
                </a:solidFill>
                <a:effectLst/>
                <a:uLnTx/>
                <a:uFillTx/>
                <a:latin typeface="+mn-lt"/>
                <a:ea typeface="+mn-ea"/>
                <a:cs typeface="+mn-cs"/>
              </a:defRPr>
            </a:lvl3pPr>
            <a:lvl4pPr marL="0" indent="0" algn="l" defTabSz="685800" rtl="0" eaLnBrk="1" latinLnBrk="0" hangingPunct="1">
              <a:lnSpc>
                <a:spcPct val="100000"/>
              </a:lnSpc>
              <a:buNone/>
              <a:defRPr kumimoji="0" lang="en-US" sz="600" b="0" i="0" u="none" strike="noStrike" kern="1200" cap="none" spc="0" normalizeH="0" baseline="0" noProof="0" dirty="0" smtClean="0">
                <a:ln>
                  <a:noFill/>
                </a:ln>
                <a:solidFill>
                  <a:srgbClr val="000000"/>
                </a:solidFill>
                <a:effectLst/>
                <a:uLnTx/>
                <a:uFillTx/>
                <a:latin typeface="+mn-lt"/>
                <a:ea typeface="+mn-ea"/>
                <a:cs typeface="+mn-cs"/>
              </a:defRPr>
            </a:lvl4pPr>
            <a:lvl5pPr marL="0" indent="0" algn="l" defTabSz="685800" rtl="0" eaLnBrk="1" latinLnBrk="0" hangingPunct="1">
              <a:lnSpc>
                <a:spcPct val="100000"/>
              </a:lnSpc>
              <a:buNone/>
              <a:defRPr kumimoji="0" lang="en-US" sz="600" b="0" i="0" u="none" strike="noStrike" kern="1200" cap="none" spc="0" normalizeH="0" baseline="0" noProof="0" dirty="0" smtClean="0">
                <a:ln>
                  <a:noFill/>
                </a:ln>
                <a:solidFill>
                  <a:srgbClr val="000000"/>
                </a:solidFill>
                <a:effectLst/>
                <a:uLnTx/>
                <a:uFillTx/>
                <a:latin typeface="+mn-lt"/>
                <a:ea typeface="+mn-ea"/>
                <a:cs typeface="+mn-cs"/>
              </a:defRPr>
            </a:lvl5pPr>
          </a:lstStyle>
          <a:p>
            <a:pPr lvl="0"/>
            <a:r>
              <a:rPr lang="en-US"/>
              <a:t>Click to edit Master text styles</a:t>
            </a:r>
          </a:p>
        </p:txBody>
      </p:sp>
      <p:sp>
        <p:nvSpPr>
          <p:cNvPr id="54" name="Text Placeholder 36"/>
          <p:cNvSpPr>
            <a:spLocks noGrp="1"/>
          </p:cNvSpPr>
          <p:nvPr>
            <p:ph type="body" sz="quarter" idx="126"/>
          </p:nvPr>
        </p:nvSpPr>
        <p:spPr>
          <a:xfrm>
            <a:off x="3772062" y="4623125"/>
            <a:ext cx="1584000" cy="1584000"/>
          </a:xfrm>
          <a:prstGeom prst="rect">
            <a:avLst/>
          </a:prstGeom>
          <a:solidFill>
            <a:srgbClr val="FFFFFF"/>
          </a:solidFill>
          <a:ln w="9525">
            <a:solidFill>
              <a:srgbClr val="C0C0C0"/>
            </a:solidFill>
          </a:ln>
          <a:effectLst/>
        </p:spPr>
        <p:txBody>
          <a:bodyPr vert="horz" lIns="91440" tIns="457200" rIns="91440" bIns="45720" rtlCol="0" anchor="t" anchorCtr="0">
            <a:normAutofit/>
          </a:bodyPr>
          <a:lstStyle>
            <a:lvl1pPr marL="0" indent="0" algn="l" defTabSz="685800" rtl="0" eaLnBrk="1" latinLnBrk="0" hangingPunct="1">
              <a:lnSpc>
                <a:spcPct val="100000"/>
              </a:lnSpc>
              <a:spcBef>
                <a:spcPts val="150"/>
              </a:spcBef>
              <a:buNone/>
              <a:defRPr kumimoji="0" lang="en-US" sz="600" b="1" i="0" u="none" strike="noStrike" kern="1200" cap="none" spc="0" normalizeH="0" baseline="0" noProof="0" dirty="0" smtClean="0">
                <a:ln>
                  <a:noFill/>
                </a:ln>
                <a:solidFill>
                  <a:srgbClr val="9E3039"/>
                </a:solidFill>
                <a:effectLst/>
                <a:uLnTx/>
                <a:uFillTx/>
                <a:latin typeface="+mn-lt"/>
                <a:ea typeface="+mn-ea"/>
                <a:cs typeface="+mn-cs"/>
              </a:defRPr>
            </a:lvl1pPr>
            <a:lvl2pPr marL="0" indent="0" algn="l" defTabSz="685800" rtl="0" eaLnBrk="1" latinLnBrk="0" hangingPunct="1">
              <a:lnSpc>
                <a:spcPct val="100000"/>
              </a:lnSpc>
              <a:spcBef>
                <a:spcPts val="150"/>
              </a:spcBef>
              <a:buNone/>
              <a:defRPr kumimoji="0" lang="en-US" sz="600" b="1" i="0" u="none" strike="noStrike" kern="1200" cap="none" spc="0" normalizeH="0" baseline="0" noProof="0" dirty="0" smtClean="0">
                <a:ln>
                  <a:noFill/>
                </a:ln>
                <a:solidFill>
                  <a:schemeClr val="tx1"/>
                </a:solidFill>
                <a:effectLst/>
                <a:uLnTx/>
                <a:uFillTx/>
                <a:latin typeface="+mn-lt"/>
                <a:ea typeface="+mn-ea"/>
                <a:cs typeface="+mn-cs"/>
              </a:defRPr>
            </a:lvl2pPr>
            <a:lvl3pPr marL="0" indent="0" algn="l" defTabSz="685800" rtl="0" eaLnBrk="1" latinLnBrk="0" hangingPunct="1">
              <a:lnSpc>
                <a:spcPct val="100000"/>
              </a:lnSpc>
              <a:spcBef>
                <a:spcPts val="150"/>
              </a:spcBef>
              <a:buNone/>
              <a:defRPr kumimoji="0" lang="en-US" sz="525" b="0" i="0" u="none" strike="noStrike" kern="1200" cap="none" spc="0" normalizeH="0" baseline="0" noProof="0" dirty="0" smtClean="0">
                <a:ln>
                  <a:noFill/>
                </a:ln>
                <a:solidFill>
                  <a:srgbClr val="000000"/>
                </a:solidFill>
                <a:effectLst/>
                <a:uLnTx/>
                <a:uFillTx/>
                <a:latin typeface="+mn-lt"/>
                <a:ea typeface="+mn-ea"/>
                <a:cs typeface="+mn-cs"/>
              </a:defRPr>
            </a:lvl3pPr>
            <a:lvl4pPr marL="0" indent="0" algn="l" defTabSz="685800" rtl="0" eaLnBrk="1" latinLnBrk="0" hangingPunct="1">
              <a:lnSpc>
                <a:spcPct val="100000"/>
              </a:lnSpc>
              <a:spcBef>
                <a:spcPts val="150"/>
              </a:spcBef>
              <a:buNone/>
              <a:defRPr kumimoji="0" lang="en-US" sz="525" b="0" i="0" u="none" strike="noStrike" kern="1200" cap="none" spc="0" normalizeH="0" baseline="0" noProof="0" dirty="0" smtClean="0">
                <a:ln>
                  <a:noFill/>
                </a:ln>
                <a:solidFill>
                  <a:srgbClr val="000000"/>
                </a:solidFill>
                <a:effectLst/>
                <a:uLnTx/>
                <a:uFillTx/>
                <a:latin typeface="+mn-lt"/>
                <a:ea typeface="+mn-ea"/>
                <a:cs typeface="+mn-cs"/>
              </a:defRPr>
            </a:lvl4pPr>
            <a:lvl5pPr marL="0" indent="0" algn="l" defTabSz="685800" rtl="0" eaLnBrk="1" latinLnBrk="0" hangingPunct="1">
              <a:lnSpc>
                <a:spcPct val="100000"/>
              </a:lnSpc>
              <a:spcBef>
                <a:spcPts val="150"/>
              </a:spcBef>
              <a:buNone/>
              <a:defRPr kumimoji="0" lang="en-US" sz="525" b="0" i="0" u="none" strike="noStrike" kern="1200" cap="none" spc="0" normalizeH="0" baseline="0" noProof="0" dirty="0" smtClean="0">
                <a:ln>
                  <a:noFill/>
                </a:ln>
                <a:solidFill>
                  <a:srgbClr val="000000"/>
                </a:solidFill>
                <a:effectLst/>
                <a:uLnTx/>
                <a:uFillTx/>
                <a:latin typeface="+mn-lt"/>
                <a:ea typeface="+mn-ea"/>
                <a:cs typeface="+mn-cs"/>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5" name="Text Placeholder 36"/>
          <p:cNvSpPr>
            <a:spLocks noGrp="1"/>
          </p:cNvSpPr>
          <p:nvPr>
            <p:ph type="body" sz="quarter" idx="127"/>
          </p:nvPr>
        </p:nvSpPr>
        <p:spPr>
          <a:xfrm>
            <a:off x="3772062" y="6024245"/>
            <a:ext cx="1584000" cy="182880"/>
          </a:xfrm>
          <a:prstGeom prst="rect">
            <a:avLst/>
          </a:prstGeom>
          <a:solidFill>
            <a:srgbClr val="FFFFFF"/>
          </a:solidFill>
          <a:ln w="9525">
            <a:solidFill>
              <a:srgbClr val="C0C0C0"/>
            </a:solidFill>
          </a:ln>
          <a:effectLst/>
        </p:spPr>
        <p:txBody>
          <a:bodyPr vert="horz" lIns="91440" tIns="0" rIns="91440" bIns="0" rtlCol="0" anchor="ctr" anchorCtr="0">
            <a:normAutofit/>
          </a:bodyPr>
          <a:lstStyle>
            <a:lvl1pPr marL="0" indent="0" algn="l" defTabSz="685800" rtl="0" eaLnBrk="1" latinLnBrk="0" hangingPunct="1">
              <a:lnSpc>
                <a:spcPct val="100000"/>
              </a:lnSpc>
              <a:spcBef>
                <a:spcPts val="0"/>
              </a:spcBef>
              <a:buNone/>
              <a:defRPr kumimoji="0" lang="en-US" sz="525" b="1" i="0" u="none" strike="noStrike" kern="1200" cap="none" spc="0" normalizeH="0" baseline="0" noProof="0" dirty="0" smtClean="0">
                <a:ln>
                  <a:noFill/>
                </a:ln>
                <a:solidFill>
                  <a:srgbClr val="000000"/>
                </a:solidFill>
                <a:effectLst/>
                <a:uLnTx/>
                <a:uFillTx/>
                <a:latin typeface="+mn-lt"/>
                <a:ea typeface="+mn-ea"/>
                <a:cs typeface="+mn-cs"/>
              </a:defRPr>
            </a:lvl1pPr>
            <a:lvl2pPr marL="0" indent="0" algn="l" defTabSz="685800" rtl="0" eaLnBrk="1" latinLnBrk="0" hangingPunct="1">
              <a:lnSpc>
                <a:spcPct val="100000"/>
              </a:lnSpc>
              <a:buNone/>
              <a:defRPr kumimoji="0" lang="en-US" sz="600" b="1" i="0" u="none" strike="noStrike" kern="1200" cap="none" spc="0" normalizeH="0" baseline="0" noProof="0" dirty="0" smtClean="0">
                <a:ln>
                  <a:noFill/>
                </a:ln>
                <a:solidFill>
                  <a:schemeClr val="tx1"/>
                </a:solidFill>
                <a:effectLst/>
                <a:uLnTx/>
                <a:uFillTx/>
                <a:latin typeface="+mn-lt"/>
                <a:ea typeface="+mn-ea"/>
                <a:cs typeface="+mn-cs"/>
              </a:defRPr>
            </a:lvl2pPr>
            <a:lvl3pPr marL="0" indent="0" algn="l" defTabSz="685800" rtl="0" eaLnBrk="1" latinLnBrk="0" hangingPunct="1">
              <a:lnSpc>
                <a:spcPct val="100000"/>
              </a:lnSpc>
              <a:buNone/>
              <a:defRPr kumimoji="0" lang="en-US" sz="600" b="0" i="0" u="none" strike="noStrike" kern="1200" cap="none" spc="0" normalizeH="0" baseline="0" noProof="0" dirty="0" smtClean="0">
                <a:ln>
                  <a:noFill/>
                </a:ln>
                <a:solidFill>
                  <a:srgbClr val="000000"/>
                </a:solidFill>
                <a:effectLst/>
                <a:uLnTx/>
                <a:uFillTx/>
                <a:latin typeface="+mn-lt"/>
                <a:ea typeface="+mn-ea"/>
                <a:cs typeface="+mn-cs"/>
              </a:defRPr>
            </a:lvl3pPr>
            <a:lvl4pPr marL="0" indent="0" algn="l" defTabSz="685800" rtl="0" eaLnBrk="1" latinLnBrk="0" hangingPunct="1">
              <a:lnSpc>
                <a:spcPct val="100000"/>
              </a:lnSpc>
              <a:buNone/>
              <a:defRPr kumimoji="0" lang="en-US" sz="600" b="0" i="0" u="none" strike="noStrike" kern="1200" cap="none" spc="0" normalizeH="0" baseline="0" noProof="0" dirty="0" smtClean="0">
                <a:ln>
                  <a:noFill/>
                </a:ln>
                <a:solidFill>
                  <a:srgbClr val="000000"/>
                </a:solidFill>
                <a:effectLst/>
                <a:uLnTx/>
                <a:uFillTx/>
                <a:latin typeface="+mn-lt"/>
                <a:ea typeface="+mn-ea"/>
                <a:cs typeface="+mn-cs"/>
              </a:defRPr>
            </a:lvl4pPr>
            <a:lvl5pPr marL="0" indent="0" algn="l" defTabSz="685800" rtl="0" eaLnBrk="1" latinLnBrk="0" hangingPunct="1">
              <a:lnSpc>
                <a:spcPct val="100000"/>
              </a:lnSpc>
              <a:buNone/>
              <a:defRPr kumimoji="0" lang="en-US" sz="600" b="0" i="0" u="none" strike="noStrike" kern="1200" cap="none" spc="0" normalizeH="0" baseline="0" noProof="0" dirty="0" smtClean="0">
                <a:ln>
                  <a:noFill/>
                </a:ln>
                <a:solidFill>
                  <a:srgbClr val="000000"/>
                </a:solidFill>
                <a:effectLst/>
                <a:uLnTx/>
                <a:uFillTx/>
                <a:latin typeface="+mn-lt"/>
                <a:ea typeface="+mn-ea"/>
                <a:cs typeface="+mn-cs"/>
              </a:defRPr>
            </a:lvl5pPr>
          </a:lstStyle>
          <a:p>
            <a:pPr lvl="0"/>
            <a:r>
              <a:rPr lang="en-US"/>
              <a:t>Click to edit Master text styles</a:t>
            </a:r>
          </a:p>
        </p:txBody>
      </p:sp>
      <p:sp>
        <p:nvSpPr>
          <p:cNvPr id="56" name="Text Placeholder 36"/>
          <p:cNvSpPr>
            <a:spLocks noGrp="1"/>
          </p:cNvSpPr>
          <p:nvPr>
            <p:ph type="body" sz="quarter" idx="128"/>
          </p:nvPr>
        </p:nvSpPr>
        <p:spPr>
          <a:xfrm>
            <a:off x="5432668" y="4623125"/>
            <a:ext cx="1584000" cy="1584000"/>
          </a:xfrm>
          <a:prstGeom prst="rect">
            <a:avLst/>
          </a:prstGeom>
          <a:solidFill>
            <a:srgbClr val="FFFFFF"/>
          </a:solidFill>
          <a:ln w="9525">
            <a:solidFill>
              <a:srgbClr val="C0C0C0"/>
            </a:solidFill>
          </a:ln>
          <a:effectLst/>
        </p:spPr>
        <p:txBody>
          <a:bodyPr vert="horz" lIns="91440" tIns="457200" rIns="91440" bIns="45720" rtlCol="0" anchor="t" anchorCtr="0">
            <a:normAutofit/>
          </a:bodyPr>
          <a:lstStyle>
            <a:lvl1pPr marL="0" indent="0" algn="l" defTabSz="685800" rtl="0" eaLnBrk="1" latinLnBrk="0" hangingPunct="1">
              <a:lnSpc>
                <a:spcPct val="100000"/>
              </a:lnSpc>
              <a:spcBef>
                <a:spcPts val="150"/>
              </a:spcBef>
              <a:buNone/>
              <a:defRPr kumimoji="0" lang="en-US" sz="600" b="1" i="0" u="none" strike="noStrike" kern="1200" cap="none" spc="0" normalizeH="0" baseline="0" noProof="0" dirty="0" smtClean="0">
                <a:ln>
                  <a:noFill/>
                </a:ln>
                <a:solidFill>
                  <a:srgbClr val="9E3039"/>
                </a:solidFill>
                <a:effectLst/>
                <a:uLnTx/>
                <a:uFillTx/>
                <a:latin typeface="+mn-lt"/>
                <a:ea typeface="+mn-ea"/>
                <a:cs typeface="+mn-cs"/>
              </a:defRPr>
            </a:lvl1pPr>
            <a:lvl2pPr marL="0" indent="0" algn="l" defTabSz="685800" rtl="0" eaLnBrk="1" latinLnBrk="0" hangingPunct="1">
              <a:lnSpc>
                <a:spcPct val="100000"/>
              </a:lnSpc>
              <a:spcBef>
                <a:spcPts val="150"/>
              </a:spcBef>
              <a:buNone/>
              <a:defRPr kumimoji="0" lang="en-US" sz="600" b="1" i="0" u="none" strike="noStrike" kern="1200" cap="none" spc="0" normalizeH="0" baseline="0" noProof="0" dirty="0" smtClean="0">
                <a:ln>
                  <a:noFill/>
                </a:ln>
                <a:solidFill>
                  <a:schemeClr val="tx1"/>
                </a:solidFill>
                <a:effectLst/>
                <a:uLnTx/>
                <a:uFillTx/>
                <a:latin typeface="+mn-lt"/>
                <a:ea typeface="+mn-ea"/>
                <a:cs typeface="+mn-cs"/>
              </a:defRPr>
            </a:lvl2pPr>
            <a:lvl3pPr marL="0" indent="0" algn="l" defTabSz="685800" rtl="0" eaLnBrk="1" latinLnBrk="0" hangingPunct="1">
              <a:lnSpc>
                <a:spcPct val="100000"/>
              </a:lnSpc>
              <a:spcBef>
                <a:spcPts val="150"/>
              </a:spcBef>
              <a:buNone/>
              <a:defRPr kumimoji="0" lang="en-US" sz="525" b="0" i="0" u="none" strike="noStrike" kern="1200" cap="none" spc="0" normalizeH="0" baseline="0" noProof="0" dirty="0" smtClean="0">
                <a:ln>
                  <a:noFill/>
                </a:ln>
                <a:solidFill>
                  <a:srgbClr val="000000"/>
                </a:solidFill>
                <a:effectLst/>
                <a:uLnTx/>
                <a:uFillTx/>
                <a:latin typeface="+mn-lt"/>
                <a:ea typeface="+mn-ea"/>
                <a:cs typeface="+mn-cs"/>
              </a:defRPr>
            </a:lvl3pPr>
            <a:lvl4pPr marL="0" indent="0" algn="l" defTabSz="685800" rtl="0" eaLnBrk="1" latinLnBrk="0" hangingPunct="1">
              <a:lnSpc>
                <a:spcPct val="100000"/>
              </a:lnSpc>
              <a:spcBef>
                <a:spcPts val="150"/>
              </a:spcBef>
              <a:buNone/>
              <a:defRPr kumimoji="0" lang="en-US" sz="525" b="0" i="0" u="none" strike="noStrike" kern="1200" cap="none" spc="0" normalizeH="0" baseline="0" noProof="0" dirty="0" smtClean="0">
                <a:ln>
                  <a:noFill/>
                </a:ln>
                <a:solidFill>
                  <a:srgbClr val="000000"/>
                </a:solidFill>
                <a:effectLst/>
                <a:uLnTx/>
                <a:uFillTx/>
                <a:latin typeface="+mn-lt"/>
                <a:ea typeface="+mn-ea"/>
                <a:cs typeface="+mn-cs"/>
              </a:defRPr>
            </a:lvl4pPr>
            <a:lvl5pPr marL="0" indent="0" algn="l" defTabSz="685800" rtl="0" eaLnBrk="1" latinLnBrk="0" hangingPunct="1">
              <a:lnSpc>
                <a:spcPct val="100000"/>
              </a:lnSpc>
              <a:spcBef>
                <a:spcPts val="150"/>
              </a:spcBef>
              <a:buNone/>
              <a:defRPr kumimoji="0" lang="en-US" sz="525" b="0" i="0" u="none" strike="noStrike" kern="1200" cap="none" spc="0" normalizeH="0" baseline="0" noProof="0" dirty="0" smtClean="0">
                <a:ln>
                  <a:noFill/>
                </a:ln>
                <a:solidFill>
                  <a:srgbClr val="000000"/>
                </a:solidFill>
                <a:effectLst/>
                <a:uLnTx/>
                <a:uFillTx/>
                <a:latin typeface="+mn-lt"/>
                <a:ea typeface="+mn-ea"/>
                <a:cs typeface="+mn-cs"/>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7" name="Text Placeholder 36"/>
          <p:cNvSpPr>
            <a:spLocks noGrp="1"/>
          </p:cNvSpPr>
          <p:nvPr>
            <p:ph type="body" sz="quarter" idx="129"/>
          </p:nvPr>
        </p:nvSpPr>
        <p:spPr>
          <a:xfrm>
            <a:off x="5432668" y="6024245"/>
            <a:ext cx="1584000" cy="182880"/>
          </a:xfrm>
          <a:prstGeom prst="rect">
            <a:avLst/>
          </a:prstGeom>
          <a:solidFill>
            <a:srgbClr val="FFFFFF"/>
          </a:solidFill>
          <a:ln w="9525">
            <a:solidFill>
              <a:srgbClr val="C0C0C0"/>
            </a:solidFill>
          </a:ln>
          <a:effectLst/>
        </p:spPr>
        <p:txBody>
          <a:bodyPr vert="horz" lIns="91440" tIns="0" rIns="91440" bIns="0" rtlCol="0" anchor="ctr" anchorCtr="0">
            <a:normAutofit/>
          </a:bodyPr>
          <a:lstStyle>
            <a:lvl1pPr marL="0" indent="0" algn="l" defTabSz="685800" rtl="0" eaLnBrk="1" latinLnBrk="0" hangingPunct="1">
              <a:lnSpc>
                <a:spcPct val="100000"/>
              </a:lnSpc>
              <a:spcBef>
                <a:spcPts val="0"/>
              </a:spcBef>
              <a:buNone/>
              <a:defRPr kumimoji="0" lang="en-US" sz="525" b="1" i="0" u="none" strike="noStrike" kern="1200" cap="none" spc="0" normalizeH="0" baseline="0" noProof="0" dirty="0" smtClean="0">
                <a:ln>
                  <a:noFill/>
                </a:ln>
                <a:solidFill>
                  <a:srgbClr val="000000"/>
                </a:solidFill>
                <a:effectLst/>
                <a:uLnTx/>
                <a:uFillTx/>
                <a:latin typeface="+mn-lt"/>
                <a:ea typeface="+mn-ea"/>
                <a:cs typeface="+mn-cs"/>
              </a:defRPr>
            </a:lvl1pPr>
            <a:lvl2pPr marL="0" indent="0" algn="l" defTabSz="685800" rtl="0" eaLnBrk="1" latinLnBrk="0" hangingPunct="1">
              <a:lnSpc>
                <a:spcPct val="100000"/>
              </a:lnSpc>
              <a:buNone/>
              <a:defRPr kumimoji="0" lang="en-US" sz="600" b="1" i="0" u="none" strike="noStrike" kern="1200" cap="none" spc="0" normalizeH="0" baseline="0" noProof="0" dirty="0" smtClean="0">
                <a:ln>
                  <a:noFill/>
                </a:ln>
                <a:solidFill>
                  <a:schemeClr val="tx1"/>
                </a:solidFill>
                <a:effectLst/>
                <a:uLnTx/>
                <a:uFillTx/>
                <a:latin typeface="+mn-lt"/>
                <a:ea typeface="+mn-ea"/>
                <a:cs typeface="+mn-cs"/>
              </a:defRPr>
            </a:lvl2pPr>
            <a:lvl3pPr marL="0" indent="0" algn="l" defTabSz="685800" rtl="0" eaLnBrk="1" latinLnBrk="0" hangingPunct="1">
              <a:lnSpc>
                <a:spcPct val="100000"/>
              </a:lnSpc>
              <a:buNone/>
              <a:defRPr kumimoji="0" lang="en-US" sz="600" b="0" i="0" u="none" strike="noStrike" kern="1200" cap="none" spc="0" normalizeH="0" baseline="0" noProof="0" dirty="0" smtClean="0">
                <a:ln>
                  <a:noFill/>
                </a:ln>
                <a:solidFill>
                  <a:srgbClr val="000000"/>
                </a:solidFill>
                <a:effectLst/>
                <a:uLnTx/>
                <a:uFillTx/>
                <a:latin typeface="+mn-lt"/>
                <a:ea typeface="+mn-ea"/>
                <a:cs typeface="+mn-cs"/>
              </a:defRPr>
            </a:lvl3pPr>
            <a:lvl4pPr marL="0" indent="0" algn="l" defTabSz="685800" rtl="0" eaLnBrk="1" latinLnBrk="0" hangingPunct="1">
              <a:lnSpc>
                <a:spcPct val="100000"/>
              </a:lnSpc>
              <a:buNone/>
              <a:defRPr kumimoji="0" lang="en-US" sz="600" b="0" i="0" u="none" strike="noStrike" kern="1200" cap="none" spc="0" normalizeH="0" baseline="0" noProof="0" dirty="0" smtClean="0">
                <a:ln>
                  <a:noFill/>
                </a:ln>
                <a:solidFill>
                  <a:srgbClr val="000000"/>
                </a:solidFill>
                <a:effectLst/>
                <a:uLnTx/>
                <a:uFillTx/>
                <a:latin typeface="+mn-lt"/>
                <a:ea typeface="+mn-ea"/>
                <a:cs typeface="+mn-cs"/>
              </a:defRPr>
            </a:lvl4pPr>
            <a:lvl5pPr marL="0" indent="0" algn="l" defTabSz="685800" rtl="0" eaLnBrk="1" latinLnBrk="0" hangingPunct="1">
              <a:lnSpc>
                <a:spcPct val="100000"/>
              </a:lnSpc>
              <a:buNone/>
              <a:defRPr kumimoji="0" lang="en-US" sz="600" b="0" i="0" u="none" strike="noStrike" kern="1200" cap="none" spc="0" normalizeH="0" baseline="0" noProof="0" dirty="0" smtClean="0">
                <a:ln>
                  <a:noFill/>
                </a:ln>
                <a:solidFill>
                  <a:srgbClr val="000000"/>
                </a:solidFill>
                <a:effectLst/>
                <a:uLnTx/>
                <a:uFillTx/>
                <a:latin typeface="+mn-lt"/>
                <a:ea typeface="+mn-ea"/>
                <a:cs typeface="+mn-cs"/>
              </a:defRPr>
            </a:lvl5pPr>
          </a:lstStyle>
          <a:p>
            <a:pPr lvl="0"/>
            <a:r>
              <a:rPr lang="en-US"/>
              <a:t>Click to edit Master text styles</a:t>
            </a:r>
          </a:p>
        </p:txBody>
      </p:sp>
      <p:sp>
        <p:nvSpPr>
          <p:cNvPr id="58" name="Text Placeholder 36"/>
          <p:cNvSpPr>
            <a:spLocks noGrp="1"/>
          </p:cNvSpPr>
          <p:nvPr>
            <p:ph type="body" sz="quarter" idx="130"/>
          </p:nvPr>
        </p:nvSpPr>
        <p:spPr>
          <a:xfrm>
            <a:off x="7105650" y="4623125"/>
            <a:ext cx="1584000" cy="1584000"/>
          </a:xfrm>
          <a:prstGeom prst="rect">
            <a:avLst/>
          </a:prstGeom>
          <a:solidFill>
            <a:srgbClr val="FFFFFF"/>
          </a:solidFill>
          <a:ln w="9525">
            <a:solidFill>
              <a:srgbClr val="C0C0C0"/>
            </a:solidFill>
          </a:ln>
          <a:effectLst/>
        </p:spPr>
        <p:txBody>
          <a:bodyPr vert="horz" lIns="91440" tIns="457200" rIns="91440" bIns="45720" rtlCol="0" anchor="t" anchorCtr="0">
            <a:normAutofit/>
          </a:bodyPr>
          <a:lstStyle>
            <a:lvl1pPr marL="0" indent="0" algn="l" defTabSz="685800" rtl="0" eaLnBrk="1" latinLnBrk="0" hangingPunct="1">
              <a:lnSpc>
                <a:spcPct val="100000"/>
              </a:lnSpc>
              <a:spcBef>
                <a:spcPts val="150"/>
              </a:spcBef>
              <a:buNone/>
              <a:defRPr kumimoji="0" lang="en-US" sz="600" b="1" i="0" u="none" strike="noStrike" kern="1200" cap="none" spc="0" normalizeH="0" baseline="0" noProof="0" dirty="0" smtClean="0">
                <a:ln>
                  <a:noFill/>
                </a:ln>
                <a:solidFill>
                  <a:srgbClr val="9E3039"/>
                </a:solidFill>
                <a:effectLst/>
                <a:uLnTx/>
                <a:uFillTx/>
                <a:latin typeface="+mn-lt"/>
                <a:ea typeface="+mn-ea"/>
                <a:cs typeface="+mn-cs"/>
              </a:defRPr>
            </a:lvl1pPr>
            <a:lvl2pPr marL="0" indent="0" algn="l" defTabSz="685800" rtl="0" eaLnBrk="1" latinLnBrk="0" hangingPunct="1">
              <a:lnSpc>
                <a:spcPct val="100000"/>
              </a:lnSpc>
              <a:spcBef>
                <a:spcPts val="150"/>
              </a:spcBef>
              <a:buNone/>
              <a:defRPr kumimoji="0" lang="en-US" sz="600" b="1" i="0" u="none" strike="noStrike" kern="1200" cap="none" spc="0" normalizeH="0" baseline="0" noProof="0" dirty="0" smtClean="0">
                <a:ln>
                  <a:noFill/>
                </a:ln>
                <a:solidFill>
                  <a:schemeClr val="tx1"/>
                </a:solidFill>
                <a:effectLst/>
                <a:uLnTx/>
                <a:uFillTx/>
                <a:latin typeface="+mn-lt"/>
                <a:ea typeface="+mn-ea"/>
                <a:cs typeface="+mn-cs"/>
              </a:defRPr>
            </a:lvl2pPr>
            <a:lvl3pPr marL="0" indent="0" algn="l" defTabSz="685800" rtl="0" eaLnBrk="1" latinLnBrk="0" hangingPunct="1">
              <a:lnSpc>
                <a:spcPct val="100000"/>
              </a:lnSpc>
              <a:spcBef>
                <a:spcPts val="150"/>
              </a:spcBef>
              <a:buNone/>
              <a:defRPr kumimoji="0" lang="en-US" sz="525" b="0" i="0" u="none" strike="noStrike" kern="1200" cap="none" spc="0" normalizeH="0" baseline="0" noProof="0" dirty="0" smtClean="0">
                <a:ln>
                  <a:noFill/>
                </a:ln>
                <a:solidFill>
                  <a:srgbClr val="000000"/>
                </a:solidFill>
                <a:effectLst/>
                <a:uLnTx/>
                <a:uFillTx/>
                <a:latin typeface="+mn-lt"/>
                <a:ea typeface="+mn-ea"/>
                <a:cs typeface="+mn-cs"/>
              </a:defRPr>
            </a:lvl3pPr>
            <a:lvl4pPr marL="0" indent="0" algn="l" defTabSz="685800" rtl="0" eaLnBrk="1" latinLnBrk="0" hangingPunct="1">
              <a:lnSpc>
                <a:spcPct val="100000"/>
              </a:lnSpc>
              <a:spcBef>
                <a:spcPts val="150"/>
              </a:spcBef>
              <a:buNone/>
              <a:defRPr kumimoji="0" lang="en-US" sz="525" b="0" i="0" u="none" strike="noStrike" kern="1200" cap="none" spc="0" normalizeH="0" baseline="0" noProof="0" dirty="0" smtClean="0">
                <a:ln>
                  <a:noFill/>
                </a:ln>
                <a:solidFill>
                  <a:srgbClr val="000000"/>
                </a:solidFill>
                <a:effectLst/>
                <a:uLnTx/>
                <a:uFillTx/>
                <a:latin typeface="+mn-lt"/>
                <a:ea typeface="+mn-ea"/>
                <a:cs typeface="+mn-cs"/>
              </a:defRPr>
            </a:lvl4pPr>
            <a:lvl5pPr marL="0" indent="0" algn="l" defTabSz="685800" rtl="0" eaLnBrk="1" latinLnBrk="0" hangingPunct="1">
              <a:lnSpc>
                <a:spcPct val="100000"/>
              </a:lnSpc>
              <a:spcBef>
                <a:spcPts val="150"/>
              </a:spcBef>
              <a:buNone/>
              <a:defRPr kumimoji="0" lang="en-US" sz="525" b="0" i="0" u="none" strike="noStrike" kern="1200" cap="none" spc="0" normalizeH="0" baseline="0" noProof="0" dirty="0" smtClean="0">
                <a:ln>
                  <a:noFill/>
                </a:ln>
                <a:solidFill>
                  <a:srgbClr val="000000"/>
                </a:solidFill>
                <a:effectLst/>
                <a:uLnTx/>
                <a:uFillTx/>
                <a:latin typeface="+mn-lt"/>
                <a:ea typeface="+mn-ea"/>
                <a:cs typeface="+mn-cs"/>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9" name="Text Placeholder 36"/>
          <p:cNvSpPr>
            <a:spLocks noGrp="1"/>
          </p:cNvSpPr>
          <p:nvPr>
            <p:ph type="body" sz="quarter" idx="131"/>
          </p:nvPr>
        </p:nvSpPr>
        <p:spPr>
          <a:xfrm>
            <a:off x="7105650" y="6024245"/>
            <a:ext cx="1584000" cy="182880"/>
          </a:xfrm>
          <a:prstGeom prst="rect">
            <a:avLst/>
          </a:prstGeom>
          <a:solidFill>
            <a:srgbClr val="FFFFFF"/>
          </a:solidFill>
          <a:ln w="9525">
            <a:solidFill>
              <a:srgbClr val="C0C0C0"/>
            </a:solidFill>
          </a:ln>
          <a:effectLst/>
        </p:spPr>
        <p:txBody>
          <a:bodyPr vert="horz" lIns="91440" tIns="0" rIns="91440" bIns="0" rtlCol="0" anchor="ctr" anchorCtr="0">
            <a:normAutofit/>
          </a:bodyPr>
          <a:lstStyle>
            <a:lvl1pPr marL="0" indent="0" algn="l" defTabSz="685800" rtl="0" eaLnBrk="1" latinLnBrk="0" hangingPunct="1">
              <a:lnSpc>
                <a:spcPct val="100000"/>
              </a:lnSpc>
              <a:spcBef>
                <a:spcPts val="0"/>
              </a:spcBef>
              <a:buNone/>
              <a:defRPr kumimoji="0" lang="en-US" sz="525" b="1" i="0" u="none" strike="noStrike" kern="1200" cap="none" spc="0" normalizeH="0" baseline="0" noProof="0" dirty="0" smtClean="0">
                <a:ln>
                  <a:noFill/>
                </a:ln>
                <a:solidFill>
                  <a:srgbClr val="000000"/>
                </a:solidFill>
                <a:effectLst/>
                <a:uLnTx/>
                <a:uFillTx/>
                <a:latin typeface="+mn-lt"/>
                <a:ea typeface="+mn-ea"/>
                <a:cs typeface="+mn-cs"/>
              </a:defRPr>
            </a:lvl1pPr>
            <a:lvl2pPr marL="0" indent="0" algn="l" defTabSz="685800" rtl="0" eaLnBrk="1" latinLnBrk="0" hangingPunct="1">
              <a:lnSpc>
                <a:spcPct val="100000"/>
              </a:lnSpc>
              <a:buNone/>
              <a:defRPr kumimoji="0" lang="en-US" sz="600" b="1" i="0" u="none" strike="noStrike" kern="1200" cap="none" spc="0" normalizeH="0" baseline="0" noProof="0" dirty="0" smtClean="0">
                <a:ln>
                  <a:noFill/>
                </a:ln>
                <a:solidFill>
                  <a:schemeClr val="tx1"/>
                </a:solidFill>
                <a:effectLst/>
                <a:uLnTx/>
                <a:uFillTx/>
                <a:latin typeface="+mn-lt"/>
                <a:ea typeface="+mn-ea"/>
                <a:cs typeface="+mn-cs"/>
              </a:defRPr>
            </a:lvl2pPr>
            <a:lvl3pPr marL="0" indent="0" algn="l" defTabSz="685800" rtl="0" eaLnBrk="1" latinLnBrk="0" hangingPunct="1">
              <a:lnSpc>
                <a:spcPct val="100000"/>
              </a:lnSpc>
              <a:buNone/>
              <a:defRPr kumimoji="0" lang="en-US" sz="600" b="0" i="0" u="none" strike="noStrike" kern="1200" cap="none" spc="0" normalizeH="0" baseline="0" noProof="0" dirty="0" smtClean="0">
                <a:ln>
                  <a:noFill/>
                </a:ln>
                <a:solidFill>
                  <a:srgbClr val="000000"/>
                </a:solidFill>
                <a:effectLst/>
                <a:uLnTx/>
                <a:uFillTx/>
                <a:latin typeface="+mn-lt"/>
                <a:ea typeface="+mn-ea"/>
                <a:cs typeface="+mn-cs"/>
              </a:defRPr>
            </a:lvl3pPr>
            <a:lvl4pPr marL="0" indent="0" algn="l" defTabSz="685800" rtl="0" eaLnBrk="1" latinLnBrk="0" hangingPunct="1">
              <a:lnSpc>
                <a:spcPct val="100000"/>
              </a:lnSpc>
              <a:buNone/>
              <a:defRPr kumimoji="0" lang="en-US" sz="600" b="0" i="0" u="none" strike="noStrike" kern="1200" cap="none" spc="0" normalizeH="0" baseline="0" noProof="0" dirty="0" smtClean="0">
                <a:ln>
                  <a:noFill/>
                </a:ln>
                <a:solidFill>
                  <a:srgbClr val="000000"/>
                </a:solidFill>
                <a:effectLst/>
                <a:uLnTx/>
                <a:uFillTx/>
                <a:latin typeface="+mn-lt"/>
                <a:ea typeface="+mn-ea"/>
                <a:cs typeface="+mn-cs"/>
              </a:defRPr>
            </a:lvl4pPr>
            <a:lvl5pPr marL="0" indent="0" algn="l" defTabSz="685800" rtl="0" eaLnBrk="1" latinLnBrk="0" hangingPunct="1">
              <a:lnSpc>
                <a:spcPct val="100000"/>
              </a:lnSpc>
              <a:buNone/>
              <a:defRPr kumimoji="0" lang="en-US" sz="600" b="0" i="0" u="none" strike="noStrike" kern="1200" cap="none" spc="0" normalizeH="0" baseline="0" noProof="0" dirty="0" smtClean="0">
                <a:ln>
                  <a:noFill/>
                </a:ln>
                <a:solidFill>
                  <a:srgbClr val="000000"/>
                </a:solidFill>
                <a:effectLst/>
                <a:uLnTx/>
                <a:uFillTx/>
                <a:latin typeface="+mn-lt"/>
                <a:ea typeface="+mn-ea"/>
                <a:cs typeface="+mn-cs"/>
              </a:defRPr>
            </a:lvl5pPr>
          </a:lstStyle>
          <a:p>
            <a:pPr lvl="0"/>
            <a:r>
              <a:rPr lang="en-US"/>
              <a:t>Click to edit Master text styles</a:t>
            </a:r>
          </a:p>
        </p:txBody>
      </p:sp>
      <p:sp>
        <p:nvSpPr>
          <p:cNvPr id="37" name="Rectangle 2"/>
          <p:cNvSpPr>
            <a:spLocks noGrp="1" noChangeArrowheads="1"/>
          </p:cNvSpPr>
          <p:nvPr>
            <p:ph type="title"/>
          </p:nvPr>
        </p:nvSpPr>
        <p:spPr bwMode="gray">
          <a:xfrm>
            <a:off x="447676" y="2"/>
            <a:ext cx="8239125" cy="898525"/>
          </a:xfrm>
          <a:prstGeom prst="rect">
            <a:avLst/>
          </a:prstGeom>
          <a:noFill/>
          <a:ln w="9525">
            <a:noFill/>
            <a:miter lim="800000"/>
            <a:headEnd/>
            <a:tailEnd/>
          </a:ln>
        </p:spPr>
        <p:txBody>
          <a:bodyPr vert="horz" wrap="square" lIns="0" tIns="0" rIns="0" bIns="0" numCol="1" anchor="b" anchorCtr="0" compatLnSpc="1">
            <a:prstTxWarp prst="textNoShape">
              <a:avLst/>
            </a:prstTxWarp>
          </a:bodyPr>
          <a:lstStyle>
            <a:lvl1pPr algn="l">
              <a:defRPr sz="1650"/>
            </a:lvl1pPr>
          </a:lstStyle>
          <a:p>
            <a:pPr lvl="0"/>
            <a:r>
              <a:rPr lang="en-US"/>
              <a:t>Click to edit Master title style</a:t>
            </a:r>
            <a:endParaRPr lang="en-US" dirty="0"/>
          </a:p>
        </p:txBody>
      </p:sp>
      <p:sp>
        <p:nvSpPr>
          <p:cNvPr id="33" name="Slide Number Placeholder 9"/>
          <p:cNvSpPr>
            <a:spLocks noGrp="1"/>
          </p:cNvSpPr>
          <p:nvPr>
            <p:ph type="sldNum" sz="quarter" idx="132"/>
          </p:nvPr>
        </p:nvSpPr>
        <p:spPr/>
        <p:txBody>
          <a:bodyPr/>
          <a:lstStyle>
            <a:lvl1pPr>
              <a:defRPr/>
            </a:lvl1pPr>
          </a:lstStyle>
          <a:p>
            <a:fld id="{77461BCF-BBA5-5E4A-ABD5-3E5D9382F9DD}" type="slidenum">
              <a:rPr lang="en-US" altLang="en-US"/>
              <a:pPr/>
              <a:t>‹#›</a:t>
            </a:fld>
            <a:endParaRPr lang="en-US" altLang="en-US"/>
          </a:p>
        </p:txBody>
      </p:sp>
      <p:sp>
        <p:nvSpPr>
          <p:cNvPr id="34" name="Footer Placeholder 12"/>
          <p:cNvSpPr>
            <a:spLocks noGrp="1"/>
          </p:cNvSpPr>
          <p:nvPr>
            <p:ph type="ftr" sz="quarter" idx="133"/>
          </p:nvPr>
        </p:nvSpPr>
        <p:spPr/>
        <p:txBody>
          <a:bodyPr/>
          <a:lstStyle>
            <a:lvl1pPr>
              <a:defRPr/>
            </a:lvl1pPr>
          </a:lstStyle>
          <a:p>
            <a:pPr>
              <a:defRPr/>
            </a:pPr>
            <a:r>
              <a:rPr lang="en-US"/>
              <a:t>Ethical Debates, Econ Theories, Real-World Impacts</a:t>
            </a:r>
          </a:p>
        </p:txBody>
      </p:sp>
    </p:spTree>
  </p:cSld>
  <p:clrMapOvr>
    <a:masterClrMapping/>
  </p:clrMapOvr>
</p:sldLayout>
</file>

<file path=ppt/slideLayouts/slideLayout50.xml><?xml version="1.0" encoding="utf-8"?>
<p:sldLayout xmlns:a="http://schemas.openxmlformats.org/drawingml/2006/main" xmlns:r="http://schemas.openxmlformats.org/officeDocument/2006/relationships" xmlns:p="http://schemas.openxmlformats.org/presentationml/2006/main" preserve="1" userDrawn="1">
  <p:cSld name="Tombstone - HIGHLIGHTS V2">
    <p:spTree>
      <p:nvGrpSpPr>
        <p:cNvPr id="1" name=""/>
        <p:cNvGrpSpPr/>
        <p:nvPr/>
      </p:nvGrpSpPr>
      <p:grpSpPr>
        <a:xfrm>
          <a:off x="0" y="0"/>
          <a:ext cx="0" cy="0"/>
          <a:chOff x="0" y="0"/>
          <a:chExt cx="0" cy="0"/>
        </a:xfrm>
      </p:grpSpPr>
      <p:sp>
        <p:nvSpPr>
          <p:cNvPr id="6" name="Text Placeholder 36"/>
          <p:cNvSpPr>
            <a:spLocks noGrp="1"/>
          </p:cNvSpPr>
          <p:nvPr>
            <p:ph type="body" sz="quarter" idx="102"/>
          </p:nvPr>
        </p:nvSpPr>
        <p:spPr>
          <a:xfrm>
            <a:off x="450850" y="1219200"/>
            <a:ext cx="1584000" cy="1584000"/>
          </a:xfrm>
          <a:prstGeom prst="rect">
            <a:avLst/>
          </a:prstGeom>
          <a:solidFill>
            <a:srgbClr val="FFFFFF"/>
          </a:solidFill>
          <a:ln w="9525">
            <a:solidFill>
              <a:srgbClr val="C0C0C0"/>
            </a:solidFill>
          </a:ln>
          <a:effectLst/>
        </p:spPr>
        <p:txBody>
          <a:bodyPr vert="horz" lIns="91440" tIns="457200" rIns="91440" bIns="45720" rtlCol="0" anchor="t" anchorCtr="0">
            <a:normAutofit/>
          </a:bodyPr>
          <a:lstStyle>
            <a:lvl1pPr marL="0" indent="0" algn="l" defTabSz="685800" rtl="0" eaLnBrk="1" latinLnBrk="0" hangingPunct="1">
              <a:lnSpc>
                <a:spcPct val="100000"/>
              </a:lnSpc>
              <a:spcBef>
                <a:spcPts val="150"/>
              </a:spcBef>
              <a:buNone/>
              <a:defRPr kumimoji="0" lang="en-US" sz="600" b="0" i="0" u="none" strike="noStrike" kern="1200" cap="none" spc="0" normalizeH="0" baseline="0" noProof="0" dirty="0" smtClean="0">
                <a:ln>
                  <a:noFill/>
                </a:ln>
                <a:solidFill>
                  <a:schemeClr val="tx1"/>
                </a:solidFill>
                <a:effectLst/>
                <a:uLnTx/>
                <a:uFillTx/>
                <a:latin typeface="+mn-lt"/>
                <a:ea typeface="+mn-ea"/>
                <a:cs typeface="+mn-cs"/>
              </a:defRPr>
            </a:lvl1pPr>
            <a:lvl2pPr marL="0" indent="0" algn="l" defTabSz="685800" rtl="0" eaLnBrk="1" latinLnBrk="0" hangingPunct="1">
              <a:lnSpc>
                <a:spcPct val="100000"/>
              </a:lnSpc>
              <a:spcBef>
                <a:spcPts val="300"/>
              </a:spcBef>
              <a:buNone/>
              <a:defRPr kumimoji="0" lang="en-US" sz="525" b="1" i="0" u="none" strike="noStrike" kern="1200" cap="none" spc="0" normalizeH="0" baseline="0" noProof="0" dirty="0" smtClean="0">
                <a:ln>
                  <a:noFill/>
                </a:ln>
                <a:solidFill>
                  <a:srgbClr val="9E3039"/>
                </a:solidFill>
                <a:effectLst/>
                <a:uLnTx/>
                <a:uFillTx/>
                <a:latin typeface="+mn-lt"/>
                <a:ea typeface="+mn-ea"/>
                <a:cs typeface="+mn-cs"/>
              </a:defRPr>
            </a:lvl2pPr>
            <a:lvl3pPr marL="0" indent="0" algn="l" defTabSz="685800" rtl="0" eaLnBrk="1" latinLnBrk="0" hangingPunct="1">
              <a:lnSpc>
                <a:spcPct val="100000"/>
              </a:lnSpc>
              <a:spcBef>
                <a:spcPts val="150"/>
              </a:spcBef>
              <a:buNone/>
              <a:defRPr kumimoji="0" lang="en-US" sz="525" b="0" i="0" u="none" strike="noStrike" kern="1200" cap="none" spc="0" normalizeH="0" baseline="0" noProof="0" dirty="0" smtClean="0">
                <a:ln>
                  <a:noFill/>
                </a:ln>
                <a:solidFill>
                  <a:schemeClr val="tx1"/>
                </a:solidFill>
                <a:effectLst/>
                <a:uLnTx/>
                <a:uFillTx/>
                <a:latin typeface="+mn-lt"/>
                <a:ea typeface="+mn-ea"/>
                <a:cs typeface="+mn-cs"/>
              </a:defRPr>
            </a:lvl3pPr>
            <a:lvl4pPr marL="0" indent="0" algn="l" defTabSz="685800" rtl="0" eaLnBrk="1" latinLnBrk="0" hangingPunct="1">
              <a:lnSpc>
                <a:spcPct val="100000"/>
              </a:lnSpc>
              <a:spcBef>
                <a:spcPts val="150"/>
              </a:spcBef>
              <a:buNone/>
              <a:defRPr kumimoji="0" lang="en-US" sz="525" b="0" i="0" u="none" strike="noStrike" kern="1200" cap="none" spc="0" normalizeH="0" baseline="0" noProof="0" dirty="0" smtClean="0">
                <a:ln>
                  <a:noFill/>
                </a:ln>
                <a:solidFill>
                  <a:schemeClr val="tx1"/>
                </a:solidFill>
                <a:effectLst/>
                <a:uLnTx/>
                <a:uFillTx/>
                <a:latin typeface="+mn-lt"/>
                <a:ea typeface="+mn-ea"/>
                <a:cs typeface="+mn-cs"/>
              </a:defRPr>
            </a:lvl4pPr>
            <a:lvl5pPr marL="0" indent="0" algn="l" defTabSz="685800" rtl="0" eaLnBrk="1" latinLnBrk="0" hangingPunct="1">
              <a:lnSpc>
                <a:spcPct val="100000"/>
              </a:lnSpc>
              <a:spcBef>
                <a:spcPts val="150"/>
              </a:spcBef>
              <a:buNone/>
              <a:defRPr kumimoji="0" lang="en-US" sz="525" b="0" i="0" u="none" strike="noStrike" kern="1200" cap="none" spc="0" normalizeH="0" baseline="0" noProof="0" dirty="0" smtClean="0">
                <a:ln>
                  <a:noFill/>
                </a:ln>
                <a:solidFill>
                  <a:schemeClr val="tx1"/>
                </a:solidFill>
                <a:effectLst/>
                <a:uLnTx/>
                <a:uFillTx/>
                <a:latin typeface="+mn-lt"/>
                <a:ea typeface="+mn-ea"/>
                <a:cs typeface="+mn-cs"/>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Text Placeholder 36"/>
          <p:cNvSpPr>
            <a:spLocks noGrp="1"/>
          </p:cNvSpPr>
          <p:nvPr>
            <p:ph type="body" sz="quarter" idx="103"/>
          </p:nvPr>
        </p:nvSpPr>
        <p:spPr>
          <a:xfrm>
            <a:off x="450850" y="2620320"/>
            <a:ext cx="1584000" cy="182880"/>
          </a:xfrm>
          <a:prstGeom prst="rect">
            <a:avLst/>
          </a:prstGeom>
          <a:solidFill>
            <a:srgbClr val="FFFFFF"/>
          </a:solidFill>
          <a:ln w="9525">
            <a:solidFill>
              <a:srgbClr val="C0C0C0"/>
            </a:solidFill>
          </a:ln>
          <a:effectLst/>
        </p:spPr>
        <p:txBody>
          <a:bodyPr vert="horz" lIns="91440" tIns="0" rIns="91440" bIns="0" rtlCol="0" anchor="ctr" anchorCtr="0">
            <a:normAutofit/>
          </a:bodyPr>
          <a:lstStyle>
            <a:lvl1pPr marL="0" indent="0" algn="l" defTabSz="685800" rtl="0" eaLnBrk="1" latinLnBrk="0" hangingPunct="1">
              <a:lnSpc>
                <a:spcPct val="100000"/>
              </a:lnSpc>
              <a:spcBef>
                <a:spcPts val="0"/>
              </a:spcBef>
              <a:buNone/>
              <a:defRPr kumimoji="0" lang="en-US" sz="525" b="1" i="0" u="none" strike="noStrike" kern="1200" cap="none" spc="0" normalizeH="0" baseline="0" noProof="0" dirty="0" smtClean="0">
                <a:ln>
                  <a:noFill/>
                </a:ln>
                <a:solidFill>
                  <a:srgbClr val="000000"/>
                </a:solidFill>
                <a:effectLst/>
                <a:uLnTx/>
                <a:uFillTx/>
                <a:latin typeface="+mn-lt"/>
                <a:ea typeface="+mn-ea"/>
                <a:cs typeface="+mn-cs"/>
              </a:defRPr>
            </a:lvl1pPr>
            <a:lvl2pPr marL="0" indent="0" algn="l" defTabSz="685800" rtl="0" eaLnBrk="1" latinLnBrk="0" hangingPunct="1">
              <a:lnSpc>
                <a:spcPct val="100000"/>
              </a:lnSpc>
              <a:buNone/>
              <a:defRPr kumimoji="0" lang="en-US" sz="600" b="1" i="0" u="none" strike="noStrike" kern="1200" cap="none" spc="0" normalizeH="0" baseline="0" noProof="0" dirty="0" smtClean="0">
                <a:ln>
                  <a:noFill/>
                </a:ln>
                <a:solidFill>
                  <a:schemeClr val="tx1"/>
                </a:solidFill>
                <a:effectLst/>
                <a:uLnTx/>
                <a:uFillTx/>
                <a:latin typeface="+mn-lt"/>
                <a:ea typeface="+mn-ea"/>
                <a:cs typeface="+mn-cs"/>
              </a:defRPr>
            </a:lvl2pPr>
            <a:lvl3pPr marL="0" indent="0" algn="l" defTabSz="685800" rtl="0" eaLnBrk="1" latinLnBrk="0" hangingPunct="1">
              <a:lnSpc>
                <a:spcPct val="100000"/>
              </a:lnSpc>
              <a:buNone/>
              <a:defRPr kumimoji="0" lang="en-US" sz="600" b="0" i="0" u="none" strike="noStrike" kern="1200" cap="none" spc="0" normalizeH="0" baseline="0" noProof="0" dirty="0" smtClean="0">
                <a:ln>
                  <a:noFill/>
                </a:ln>
                <a:solidFill>
                  <a:srgbClr val="000000"/>
                </a:solidFill>
                <a:effectLst/>
                <a:uLnTx/>
                <a:uFillTx/>
                <a:latin typeface="+mn-lt"/>
                <a:ea typeface="+mn-ea"/>
                <a:cs typeface="+mn-cs"/>
              </a:defRPr>
            </a:lvl3pPr>
            <a:lvl4pPr marL="0" indent="0" algn="l" defTabSz="685800" rtl="0" eaLnBrk="1" latinLnBrk="0" hangingPunct="1">
              <a:lnSpc>
                <a:spcPct val="100000"/>
              </a:lnSpc>
              <a:buNone/>
              <a:defRPr kumimoji="0" lang="en-US" sz="600" b="0" i="0" u="none" strike="noStrike" kern="1200" cap="none" spc="0" normalizeH="0" baseline="0" noProof="0" dirty="0" smtClean="0">
                <a:ln>
                  <a:noFill/>
                </a:ln>
                <a:solidFill>
                  <a:srgbClr val="000000"/>
                </a:solidFill>
                <a:effectLst/>
                <a:uLnTx/>
                <a:uFillTx/>
                <a:latin typeface="+mn-lt"/>
                <a:ea typeface="+mn-ea"/>
                <a:cs typeface="+mn-cs"/>
              </a:defRPr>
            </a:lvl4pPr>
            <a:lvl5pPr marL="0" indent="0" algn="l" defTabSz="685800" rtl="0" eaLnBrk="1" latinLnBrk="0" hangingPunct="1">
              <a:lnSpc>
                <a:spcPct val="100000"/>
              </a:lnSpc>
              <a:buNone/>
              <a:defRPr kumimoji="0" lang="en-US" sz="600" b="0" i="0" u="none" strike="noStrike" kern="1200" cap="none" spc="0" normalizeH="0" baseline="0" noProof="0" dirty="0" smtClean="0">
                <a:ln>
                  <a:noFill/>
                </a:ln>
                <a:solidFill>
                  <a:srgbClr val="000000"/>
                </a:solidFill>
                <a:effectLst/>
                <a:uLnTx/>
                <a:uFillTx/>
                <a:latin typeface="+mn-lt"/>
                <a:ea typeface="+mn-ea"/>
                <a:cs typeface="+mn-cs"/>
              </a:defRPr>
            </a:lvl5pPr>
          </a:lstStyle>
          <a:p>
            <a:pPr lvl="0"/>
            <a:r>
              <a:rPr lang="en-US"/>
              <a:t>Click to edit Master text styles</a:t>
            </a:r>
          </a:p>
        </p:txBody>
      </p:sp>
      <p:sp>
        <p:nvSpPr>
          <p:cNvPr id="8" name="Text Placeholder 36"/>
          <p:cNvSpPr>
            <a:spLocks noGrp="1"/>
          </p:cNvSpPr>
          <p:nvPr>
            <p:ph type="body" sz="quarter" idx="104"/>
          </p:nvPr>
        </p:nvSpPr>
        <p:spPr>
          <a:xfrm>
            <a:off x="2111456" y="1219200"/>
            <a:ext cx="1584000" cy="1584000"/>
          </a:xfrm>
          <a:prstGeom prst="rect">
            <a:avLst/>
          </a:prstGeom>
          <a:solidFill>
            <a:srgbClr val="FFFFFF"/>
          </a:solidFill>
          <a:ln w="9525">
            <a:solidFill>
              <a:srgbClr val="C0C0C0"/>
            </a:solidFill>
          </a:ln>
          <a:effectLst/>
        </p:spPr>
        <p:txBody>
          <a:bodyPr vert="horz" lIns="91440" tIns="457200" rIns="91440" bIns="45720" rtlCol="0" anchor="t" anchorCtr="0">
            <a:normAutofit/>
          </a:bodyPr>
          <a:lstStyle>
            <a:lvl1pPr marL="0" indent="0" algn="l" defTabSz="685800" rtl="0" eaLnBrk="1" latinLnBrk="0" hangingPunct="1">
              <a:lnSpc>
                <a:spcPct val="100000"/>
              </a:lnSpc>
              <a:spcBef>
                <a:spcPts val="150"/>
              </a:spcBef>
              <a:buNone/>
              <a:defRPr kumimoji="0" lang="en-US" sz="600" b="0" i="0" u="none" strike="noStrike" kern="1200" cap="none" spc="0" normalizeH="0" baseline="0" noProof="0" dirty="0" smtClean="0">
                <a:ln>
                  <a:noFill/>
                </a:ln>
                <a:solidFill>
                  <a:schemeClr val="tx1"/>
                </a:solidFill>
                <a:effectLst/>
                <a:uLnTx/>
                <a:uFillTx/>
                <a:latin typeface="+mn-lt"/>
                <a:ea typeface="+mn-ea"/>
                <a:cs typeface="+mn-cs"/>
              </a:defRPr>
            </a:lvl1pPr>
            <a:lvl2pPr marL="0" indent="0" algn="l" defTabSz="685800" rtl="0" eaLnBrk="1" latinLnBrk="0" hangingPunct="1">
              <a:lnSpc>
                <a:spcPct val="100000"/>
              </a:lnSpc>
              <a:spcBef>
                <a:spcPts val="300"/>
              </a:spcBef>
              <a:buNone/>
              <a:defRPr kumimoji="0" lang="en-US" sz="525" b="1" i="0" u="none" strike="noStrike" kern="1200" cap="none" spc="0" normalizeH="0" baseline="0" noProof="0" dirty="0" smtClean="0">
                <a:ln>
                  <a:noFill/>
                </a:ln>
                <a:solidFill>
                  <a:srgbClr val="9E3039"/>
                </a:solidFill>
                <a:effectLst/>
                <a:uLnTx/>
                <a:uFillTx/>
                <a:latin typeface="+mn-lt"/>
                <a:ea typeface="+mn-ea"/>
                <a:cs typeface="+mn-cs"/>
              </a:defRPr>
            </a:lvl2pPr>
            <a:lvl3pPr marL="0" indent="0" algn="l" defTabSz="685800" rtl="0" eaLnBrk="1" latinLnBrk="0" hangingPunct="1">
              <a:lnSpc>
                <a:spcPct val="100000"/>
              </a:lnSpc>
              <a:spcBef>
                <a:spcPts val="150"/>
              </a:spcBef>
              <a:buNone/>
              <a:defRPr kumimoji="0" lang="en-US" sz="525" b="0" i="0" u="none" strike="noStrike" kern="1200" cap="none" spc="0" normalizeH="0" baseline="0" noProof="0" dirty="0" smtClean="0">
                <a:ln>
                  <a:noFill/>
                </a:ln>
                <a:solidFill>
                  <a:schemeClr val="tx1"/>
                </a:solidFill>
                <a:effectLst/>
                <a:uLnTx/>
                <a:uFillTx/>
                <a:latin typeface="+mn-lt"/>
                <a:ea typeface="+mn-ea"/>
                <a:cs typeface="+mn-cs"/>
              </a:defRPr>
            </a:lvl3pPr>
            <a:lvl4pPr marL="0" indent="0" algn="l" defTabSz="685800" rtl="0" eaLnBrk="1" latinLnBrk="0" hangingPunct="1">
              <a:lnSpc>
                <a:spcPct val="100000"/>
              </a:lnSpc>
              <a:spcBef>
                <a:spcPts val="150"/>
              </a:spcBef>
              <a:buNone/>
              <a:defRPr kumimoji="0" lang="en-US" sz="525" b="0" i="0" u="none" strike="noStrike" kern="1200" cap="none" spc="0" normalizeH="0" baseline="0" noProof="0" dirty="0" smtClean="0">
                <a:ln>
                  <a:noFill/>
                </a:ln>
                <a:solidFill>
                  <a:schemeClr val="tx1"/>
                </a:solidFill>
                <a:effectLst/>
                <a:uLnTx/>
                <a:uFillTx/>
                <a:latin typeface="+mn-lt"/>
                <a:ea typeface="+mn-ea"/>
                <a:cs typeface="+mn-cs"/>
              </a:defRPr>
            </a:lvl4pPr>
            <a:lvl5pPr marL="0" indent="0" algn="l" defTabSz="685800" rtl="0" eaLnBrk="1" latinLnBrk="0" hangingPunct="1">
              <a:lnSpc>
                <a:spcPct val="100000"/>
              </a:lnSpc>
              <a:spcBef>
                <a:spcPts val="150"/>
              </a:spcBef>
              <a:buNone/>
              <a:defRPr kumimoji="0" lang="en-US" sz="525" b="0" i="0" u="none" strike="noStrike" kern="1200" cap="none" spc="0" normalizeH="0" baseline="0" noProof="0" dirty="0" smtClean="0">
                <a:ln>
                  <a:noFill/>
                </a:ln>
                <a:solidFill>
                  <a:schemeClr val="tx1"/>
                </a:solidFill>
                <a:effectLst/>
                <a:uLnTx/>
                <a:uFillTx/>
                <a:latin typeface="+mn-lt"/>
                <a:ea typeface="+mn-ea"/>
                <a:cs typeface="+mn-cs"/>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9" name="Text Placeholder 36"/>
          <p:cNvSpPr>
            <a:spLocks noGrp="1"/>
          </p:cNvSpPr>
          <p:nvPr>
            <p:ph type="body" sz="quarter" idx="105"/>
          </p:nvPr>
        </p:nvSpPr>
        <p:spPr>
          <a:xfrm>
            <a:off x="2111456" y="2620320"/>
            <a:ext cx="1584000" cy="182880"/>
          </a:xfrm>
          <a:prstGeom prst="rect">
            <a:avLst/>
          </a:prstGeom>
          <a:solidFill>
            <a:srgbClr val="FFFFFF"/>
          </a:solidFill>
          <a:ln w="9525">
            <a:solidFill>
              <a:srgbClr val="C0C0C0"/>
            </a:solidFill>
          </a:ln>
          <a:effectLst/>
        </p:spPr>
        <p:txBody>
          <a:bodyPr vert="horz" lIns="91440" tIns="0" rIns="91440" bIns="0" rtlCol="0" anchor="ctr" anchorCtr="0">
            <a:normAutofit/>
          </a:bodyPr>
          <a:lstStyle>
            <a:lvl1pPr marL="0" indent="0" algn="l" defTabSz="685800" rtl="0" eaLnBrk="1" latinLnBrk="0" hangingPunct="1">
              <a:lnSpc>
                <a:spcPct val="100000"/>
              </a:lnSpc>
              <a:spcBef>
                <a:spcPts val="0"/>
              </a:spcBef>
              <a:buNone/>
              <a:defRPr kumimoji="0" lang="en-US" sz="525" b="1" i="0" u="none" strike="noStrike" kern="1200" cap="none" spc="0" normalizeH="0" baseline="0" noProof="0" dirty="0" smtClean="0">
                <a:ln>
                  <a:noFill/>
                </a:ln>
                <a:solidFill>
                  <a:srgbClr val="000000"/>
                </a:solidFill>
                <a:effectLst/>
                <a:uLnTx/>
                <a:uFillTx/>
                <a:latin typeface="+mn-lt"/>
                <a:ea typeface="+mn-ea"/>
                <a:cs typeface="+mn-cs"/>
              </a:defRPr>
            </a:lvl1pPr>
            <a:lvl2pPr marL="0" indent="0" algn="l" defTabSz="685800" rtl="0" eaLnBrk="1" latinLnBrk="0" hangingPunct="1">
              <a:lnSpc>
                <a:spcPct val="100000"/>
              </a:lnSpc>
              <a:buNone/>
              <a:defRPr kumimoji="0" lang="en-US" sz="600" b="1" i="0" u="none" strike="noStrike" kern="1200" cap="none" spc="0" normalizeH="0" baseline="0" noProof="0" dirty="0" smtClean="0">
                <a:ln>
                  <a:noFill/>
                </a:ln>
                <a:solidFill>
                  <a:schemeClr val="tx1"/>
                </a:solidFill>
                <a:effectLst/>
                <a:uLnTx/>
                <a:uFillTx/>
                <a:latin typeface="+mn-lt"/>
                <a:ea typeface="+mn-ea"/>
                <a:cs typeface="+mn-cs"/>
              </a:defRPr>
            </a:lvl2pPr>
            <a:lvl3pPr marL="0" indent="0" algn="l" defTabSz="685800" rtl="0" eaLnBrk="1" latinLnBrk="0" hangingPunct="1">
              <a:lnSpc>
                <a:spcPct val="100000"/>
              </a:lnSpc>
              <a:buNone/>
              <a:defRPr kumimoji="0" lang="en-US" sz="600" b="0" i="0" u="none" strike="noStrike" kern="1200" cap="none" spc="0" normalizeH="0" baseline="0" noProof="0" dirty="0" smtClean="0">
                <a:ln>
                  <a:noFill/>
                </a:ln>
                <a:solidFill>
                  <a:srgbClr val="000000"/>
                </a:solidFill>
                <a:effectLst/>
                <a:uLnTx/>
                <a:uFillTx/>
                <a:latin typeface="+mn-lt"/>
                <a:ea typeface="+mn-ea"/>
                <a:cs typeface="+mn-cs"/>
              </a:defRPr>
            </a:lvl3pPr>
            <a:lvl4pPr marL="0" indent="0" algn="l" defTabSz="685800" rtl="0" eaLnBrk="1" latinLnBrk="0" hangingPunct="1">
              <a:lnSpc>
                <a:spcPct val="100000"/>
              </a:lnSpc>
              <a:buNone/>
              <a:defRPr kumimoji="0" lang="en-US" sz="600" b="0" i="0" u="none" strike="noStrike" kern="1200" cap="none" spc="0" normalizeH="0" baseline="0" noProof="0" dirty="0" smtClean="0">
                <a:ln>
                  <a:noFill/>
                </a:ln>
                <a:solidFill>
                  <a:srgbClr val="000000"/>
                </a:solidFill>
                <a:effectLst/>
                <a:uLnTx/>
                <a:uFillTx/>
                <a:latin typeface="+mn-lt"/>
                <a:ea typeface="+mn-ea"/>
                <a:cs typeface="+mn-cs"/>
              </a:defRPr>
            </a:lvl4pPr>
            <a:lvl5pPr marL="0" indent="0" algn="l" defTabSz="685800" rtl="0" eaLnBrk="1" latinLnBrk="0" hangingPunct="1">
              <a:lnSpc>
                <a:spcPct val="100000"/>
              </a:lnSpc>
              <a:buNone/>
              <a:defRPr kumimoji="0" lang="en-US" sz="600" b="0" i="0" u="none" strike="noStrike" kern="1200" cap="none" spc="0" normalizeH="0" baseline="0" noProof="0" dirty="0" smtClean="0">
                <a:ln>
                  <a:noFill/>
                </a:ln>
                <a:solidFill>
                  <a:srgbClr val="000000"/>
                </a:solidFill>
                <a:effectLst/>
                <a:uLnTx/>
                <a:uFillTx/>
                <a:latin typeface="+mn-lt"/>
                <a:ea typeface="+mn-ea"/>
                <a:cs typeface="+mn-cs"/>
              </a:defRPr>
            </a:lvl5pPr>
          </a:lstStyle>
          <a:p>
            <a:pPr lvl="0"/>
            <a:r>
              <a:rPr lang="en-US"/>
              <a:t>Click to edit Master text styles</a:t>
            </a:r>
          </a:p>
        </p:txBody>
      </p:sp>
      <p:sp>
        <p:nvSpPr>
          <p:cNvPr id="10" name="Text Placeholder 36"/>
          <p:cNvSpPr>
            <a:spLocks noGrp="1"/>
          </p:cNvSpPr>
          <p:nvPr>
            <p:ph type="body" sz="quarter" idx="106"/>
          </p:nvPr>
        </p:nvSpPr>
        <p:spPr>
          <a:xfrm>
            <a:off x="3772062" y="1219200"/>
            <a:ext cx="1584000" cy="1584000"/>
          </a:xfrm>
          <a:prstGeom prst="rect">
            <a:avLst/>
          </a:prstGeom>
          <a:solidFill>
            <a:srgbClr val="FFFFFF"/>
          </a:solidFill>
          <a:ln w="9525">
            <a:solidFill>
              <a:srgbClr val="C0C0C0"/>
            </a:solidFill>
          </a:ln>
          <a:effectLst/>
        </p:spPr>
        <p:txBody>
          <a:bodyPr vert="horz" lIns="91440" tIns="457200" rIns="91440" bIns="45720" rtlCol="0" anchor="t" anchorCtr="0">
            <a:normAutofit/>
          </a:bodyPr>
          <a:lstStyle>
            <a:lvl1pPr marL="0" indent="0" algn="l" defTabSz="685800" rtl="0" eaLnBrk="1" latinLnBrk="0" hangingPunct="1">
              <a:lnSpc>
                <a:spcPct val="100000"/>
              </a:lnSpc>
              <a:spcBef>
                <a:spcPts val="150"/>
              </a:spcBef>
              <a:buNone/>
              <a:defRPr kumimoji="0" lang="en-US" sz="600" b="0" i="0" u="none" strike="noStrike" kern="1200" cap="none" spc="0" normalizeH="0" baseline="0" noProof="0" dirty="0" smtClean="0">
                <a:ln>
                  <a:noFill/>
                </a:ln>
                <a:solidFill>
                  <a:schemeClr val="tx1"/>
                </a:solidFill>
                <a:effectLst/>
                <a:uLnTx/>
                <a:uFillTx/>
                <a:latin typeface="+mn-lt"/>
                <a:ea typeface="+mn-ea"/>
                <a:cs typeface="+mn-cs"/>
              </a:defRPr>
            </a:lvl1pPr>
            <a:lvl2pPr marL="0" indent="0" algn="l" defTabSz="685800" rtl="0" eaLnBrk="1" latinLnBrk="0" hangingPunct="1">
              <a:lnSpc>
                <a:spcPct val="100000"/>
              </a:lnSpc>
              <a:spcBef>
                <a:spcPts val="300"/>
              </a:spcBef>
              <a:buNone/>
              <a:defRPr kumimoji="0" lang="en-US" sz="525" b="1" i="0" u="none" strike="noStrike" kern="1200" cap="none" spc="0" normalizeH="0" baseline="0" noProof="0" dirty="0" smtClean="0">
                <a:ln>
                  <a:noFill/>
                </a:ln>
                <a:solidFill>
                  <a:srgbClr val="9E3039"/>
                </a:solidFill>
                <a:effectLst/>
                <a:uLnTx/>
                <a:uFillTx/>
                <a:latin typeface="+mn-lt"/>
                <a:ea typeface="+mn-ea"/>
                <a:cs typeface="+mn-cs"/>
              </a:defRPr>
            </a:lvl2pPr>
            <a:lvl3pPr marL="0" indent="0" algn="l" defTabSz="685800" rtl="0" eaLnBrk="1" latinLnBrk="0" hangingPunct="1">
              <a:lnSpc>
                <a:spcPct val="100000"/>
              </a:lnSpc>
              <a:spcBef>
                <a:spcPts val="150"/>
              </a:spcBef>
              <a:buNone/>
              <a:defRPr kumimoji="0" lang="en-US" sz="525" b="0" i="0" u="none" strike="noStrike" kern="1200" cap="none" spc="0" normalizeH="0" baseline="0" noProof="0" dirty="0" smtClean="0">
                <a:ln>
                  <a:noFill/>
                </a:ln>
                <a:solidFill>
                  <a:schemeClr val="tx1"/>
                </a:solidFill>
                <a:effectLst/>
                <a:uLnTx/>
                <a:uFillTx/>
                <a:latin typeface="+mn-lt"/>
                <a:ea typeface="+mn-ea"/>
                <a:cs typeface="+mn-cs"/>
              </a:defRPr>
            </a:lvl3pPr>
            <a:lvl4pPr marL="0" indent="0" algn="l" defTabSz="685800" rtl="0" eaLnBrk="1" latinLnBrk="0" hangingPunct="1">
              <a:lnSpc>
                <a:spcPct val="100000"/>
              </a:lnSpc>
              <a:spcBef>
                <a:spcPts val="150"/>
              </a:spcBef>
              <a:buNone/>
              <a:defRPr kumimoji="0" lang="en-US" sz="525" b="0" i="0" u="none" strike="noStrike" kern="1200" cap="none" spc="0" normalizeH="0" baseline="0" noProof="0" dirty="0" smtClean="0">
                <a:ln>
                  <a:noFill/>
                </a:ln>
                <a:solidFill>
                  <a:schemeClr val="tx1"/>
                </a:solidFill>
                <a:effectLst/>
                <a:uLnTx/>
                <a:uFillTx/>
                <a:latin typeface="+mn-lt"/>
                <a:ea typeface="+mn-ea"/>
                <a:cs typeface="+mn-cs"/>
              </a:defRPr>
            </a:lvl4pPr>
            <a:lvl5pPr marL="0" indent="0" algn="l" defTabSz="685800" rtl="0" eaLnBrk="1" latinLnBrk="0" hangingPunct="1">
              <a:lnSpc>
                <a:spcPct val="100000"/>
              </a:lnSpc>
              <a:spcBef>
                <a:spcPts val="150"/>
              </a:spcBef>
              <a:buNone/>
              <a:defRPr kumimoji="0" lang="en-US" sz="525" b="0" i="0" u="none" strike="noStrike" kern="1200" cap="none" spc="0" normalizeH="0" baseline="0" noProof="0" dirty="0" smtClean="0">
                <a:ln>
                  <a:noFill/>
                </a:ln>
                <a:solidFill>
                  <a:schemeClr val="tx1"/>
                </a:solidFill>
                <a:effectLst/>
                <a:uLnTx/>
                <a:uFillTx/>
                <a:latin typeface="+mn-lt"/>
                <a:ea typeface="+mn-ea"/>
                <a:cs typeface="+mn-cs"/>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1" name="Text Placeholder 36"/>
          <p:cNvSpPr>
            <a:spLocks noGrp="1"/>
          </p:cNvSpPr>
          <p:nvPr>
            <p:ph type="body" sz="quarter" idx="107"/>
          </p:nvPr>
        </p:nvSpPr>
        <p:spPr>
          <a:xfrm>
            <a:off x="3772062" y="2620320"/>
            <a:ext cx="1584000" cy="182880"/>
          </a:xfrm>
          <a:prstGeom prst="rect">
            <a:avLst/>
          </a:prstGeom>
          <a:solidFill>
            <a:srgbClr val="FFFFFF"/>
          </a:solidFill>
          <a:ln w="9525">
            <a:solidFill>
              <a:srgbClr val="C0C0C0"/>
            </a:solidFill>
          </a:ln>
          <a:effectLst/>
        </p:spPr>
        <p:txBody>
          <a:bodyPr vert="horz" lIns="91440" tIns="0" rIns="91440" bIns="0" rtlCol="0" anchor="ctr" anchorCtr="0">
            <a:normAutofit/>
          </a:bodyPr>
          <a:lstStyle>
            <a:lvl1pPr marL="0" indent="0" algn="l" defTabSz="685800" rtl="0" eaLnBrk="1" latinLnBrk="0" hangingPunct="1">
              <a:lnSpc>
                <a:spcPct val="100000"/>
              </a:lnSpc>
              <a:spcBef>
                <a:spcPts val="0"/>
              </a:spcBef>
              <a:buNone/>
              <a:defRPr kumimoji="0" lang="en-US" sz="525" b="1" i="0" u="none" strike="noStrike" kern="1200" cap="none" spc="0" normalizeH="0" baseline="0" noProof="0" dirty="0" smtClean="0">
                <a:ln>
                  <a:noFill/>
                </a:ln>
                <a:solidFill>
                  <a:srgbClr val="000000"/>
                </a:solidFill>
                <a:effectLst/>
                <a:uLnTx/>
                <a:uFillTx/>
                <a:latin typeface="+mn-lt"/>
                <a:ea typeface="+mn-ea"/>
                <a:cs typeface="+mn-cs"/>
              </a:defRPr>
            </a:lvl1pPr>
            <a:lvl2pPr marL="0" indent="0" algn="l" defTabSz="685800" rtl="0" eaLnBrk="1" latinLnBrk="0" hangingPunct="1">
              <a:lnSpc>
                <a:spcPct val="100000"/>
              </a:lnSpc>
              <a:buNone/>
              <a:defRPr kumimoji="0" lang="en-US" sz="600" b="1" i="0" u="none" strike="noStrike" kern="1200" cap="none" spc="0" normalizeH="0" baseline="0" noProof="0" dirty="0" smtClean="0">
                <a:ln>
                  <a:noFill/>
                </a:ln>
                <a:solidFill>
                  <a:schemeClr val="tx1"/>
                </a:solidFill>
                <a:effectLst/>
                <a:uLnTx/>
                <a:uFillTx/>
                <a:latin typeface="+mn-lt"/>
                <a:ea typeface="+mn-ea"/>
                <a:cs typeface="+mn-cs"/>
              </a:defRPr>
            </a:lvl2pPr>
            <a:lvl3pPr marL="0" indent="0" algn="l" defTabSz="685800" rtl="0" eaLnBrk="1" latinLnBrk="0" hangingPunct="1">
              <a:lnSpc>
                <a:spcPct val="100000"/>
              </a:lnSpc>
              <a:buNone/>
              <a:defRPr kumimoji="0" lang="en-US" sz="600" b="0" i="0" u="none" strike="noStrike" kern="1200" cap="none" spc="0" normalizeH="0" baseline="0" noProof="0" dirty="0" smtClean="0">
                <a:ln>
                  <a:noFill/>
                </a:ln>
                <a:solidFill>
                  <a:srgbClr val="000000"/>
                </a:solidFill>
                <a:effectLst/>
                <a:uLnTx/>
                <a:uFillTx/>
                <a:latin typeface="+mn-lt"/>
                <a:ea typeface="+mn-ea"/>
                <a:cs typeface="+mn-cs"/>
              </a:defRPr>
            </a:lvl3pPr>
            <a:lvl4pPr marL="0" indent="0" algn="l" defTabSz="685800" rtl="0" eaLnBrk="1" latinLnBrk="0" hangingPunct="1">
              <a:lnSpc>
                <a:spcPct val="100000"/>
              </a:lnSpc>
              <a:buNone/>
              <a:defRPr kumimoji="0" lang="en-US" sz="600" b="0" i="0" u="none" strike="noStrike" kern="1200" cap="none" spc="0" normalizeH="0" baseline="0" noProof="0" dirty="0" smtClean="0">
                <a:ln>
                  <a:noFill/>
                </a:ln>
                <a:solidFill>
                  <a:srgbClr val="000000"/>
                </a:solidFill>
                <a:effectLst/>
                <a:uLnTx/>
                <a:uFillTx/>
                <a:latin typeface="+mn-lt"/>
                <a:ea typeface="+mn-ea"/>
                <a:cs typeface="+mn-cs"/>
              </a:defRPr>
            </a:lvl4pPr>
            <a:lvl5pPr marL="0" indent="0" algn="l" defTabSz="685800" rtl="0" eaLnBrk="1" latinLnBrk="0" hangingPunct="1">
              <a:lnSpc>
                <a:spcPct val="100000"/>
              </a:lnSpc>
              <a:buNone/>
              <a:defRPr kumimoji="0" lang="en-US" sz="600" b="0" i="0" u="none" strike="noStrike" kern="1200" cap="none" spc="0" normalizeH="0" baseline="0" noProof="0" dirty="0" smtClean="0">
                <a:ln>
                  <a:noFill/>
                </a:ln>
                <a:solidFill>
                  <a:srgbClr val="000000"/>
                </a:solidFill>
                <a:effectLst/>
                <a:uLnTx/>
                <a:uFillTx/>
                <a:latin typeface="+mn-lt"/>
                <a:ea typeface="+mn-ea"/>
                <a:cs typeface="+mn-cs"/>
              </a:defRPr>
            </a:lvl5pPr>
          </a:lstStyle>
          <a:p>
            <a:pPr lvl="0"/>
            <a:r>
              <a:rPr lang="en-US"/>
              <a:t>Click to edit Master text styles</a:t>
            </a:r>
          </a:p>
        </p:txBody>
      </p:sp>
      <p:sp>
        <p:nvSpPr>
          <p:cNvPr id="12" name="Text Placeholder 36"/>
          <p:cNvSpPr>
            <a:spLocks noGrp="1"/>
          </p:cNvSpPr>
          <p:nvPr>
            <p:ph type="body" sz="quarter" idx="108"/>
          </p:nvPr>
        </p:nvSpPr>
        <p:spPr>
          <a:xfrm>
            <a:off x="5432668" y="1219200"/>
            <a:ext cx="1584000" cy="1584000"/>
          </a:xfrm>
          <a:prstGeom prst="rect">
            <a:avLst/>
          </a:prstGeom>
          <a:solidFill>
            <a:srgbClr val="FFFFFF"/>
          </a:solidFill>
          <a:ln w="9525">
            <a:solidFill>
              <a:srgbClr val="C0C0C0"/>
            </a:solidFill>
          </a:ln>
          <a:effectLst/>
        </p:spPr>
        <p:txBody>
          <a:bodyPr vert="horz" lIns="91440" tIns="457200" rIns="91440" bIns="45720" rtlCol="0" anchor="t" anchorCtr="0">
            <a:normAutofit/>
          </a:bodyPr>
          <a:lstStyle>
            <a:lvl1pPr marL="0" indent="0" algn="l" defTabSz="685800" rtl="0" eaLnBrk="1" latinLnBrk="0" hangingPunct="1">
              <a:lnSpc>
                <a:spcPct val="100000"/>
              </a:lnSpc>
              <a:spcBef>
                <a:spcPts val="150"/>
              </a:spcBef>
              <a:buNone/>
              <a:defRPr kumimoji="0" lang="en-US" sz="600" b="0" i="0" u="none" strike="noStrike" kern="1200" cap="none" spc="0" normalizeH="0" baseline="0" noProof="0" dirty="0" smtClean="0">
                <a:ln>
                  <a:noFill/>
                </a:ln>
                <a:solidFill>
                  <a:schemeClr val="tx1"/>
                </a:solidFill>
                <a:effectLst/>
                <a:uLnTx/>
                <a:uFillTx/>
                <a:latin typeface="+mn-lt"/>
                <a:ea typeface="+mn-ea"/>
                <a:cs typeface="+mn-cs"/>
              </a:defRPr>
            </a:lvl1pPr>
            <a:lvl2pPr marL="0" indent="0" algn="l" defTabSz="685800" rtl="0" eaLnBrk="1" latinLnBrk="0" hangingPunct="1">
              <a:lnSpc>
                <a:spcPct val="100000"/>
              </a:lnSpc>
              <a:spcBef>
                <a:spcPts val="300"/>
              </a:spcBef>
              <a:buNone/>
              <a:defRPr kumimoji="0" lang="en-US" sz="525" b="1" i="0" u="none" strike="noStrike" kern="1200" cap="none" spc="0" normalizeH="0" baseline="0" noProof="0" dirty="0" smtClean="0">
                <a:ln>
                  <a:noFill/>
                </a:ln>
                <a:solidFill>
                  <a:srgbClr val="9E3039"/>
                </a:solidFill>
                <a:effectLst/>
                <a:uLnTx/>
                <a:uFillTx/>
                <a:latin typeface="+mn-lt"/>
                <a:ea typeface="+mn-ea"/>
                <a:cs typeface="+mn-cs"/>
              </a:defRPr>
            </a:lvl2pPr>
            <a:lvl3pPr marL="0" indent="0" algn="l" defTabSz="685800" rtl="0" eaLnBrk="1" latinLnBrk="0" hangingPunct="1">
              <a:lnSpc>
                <a:spcPct val="100000"/>
              </a:lnSpc>
              <a:spcBef>
                <a:spcPts val="150"/>
              </a:spcBef>
              <a:buNone/>
              <a:defRPr kumimoji="0" lang="en-US" sz="525" b="0" i="0" u="none" strike="noStrike" kern="1200" cap="none" spc="0" normalizeH="0" baseline="0" noProof="0" dirty="0" smtClean="0">
                <a:ln>
                  <a:noFill/>
                </a:ln>
                <a:solidFill>
                  <a:schemeClr val="tx1"/>
                </a:solidFill>
                <a:effectLst/>
                <a:uLnTx/>
                <a:uFillTx/>
                <a:latin typeface="+mn-lt"/>
                <a:ea typeface="+mn-ea"/>
                <a:cs typeface="+mn-cs"/>
              </a:defRPr>
            </a:lvl3pPr>
            <a:lvl4pPr marL="0" indent="0" algn="l" defTabSz="685800" rtl="0" eaLnBrk="1" latinLnBrk="0" hangingPunct="1">
              <a:lnSpc>
                <a:spcPct val="100000"/>
              </a:lnSpc>
              <a:spcBef>
                <a:spcPts val="150"/>
              </a:spcBef>
              <a:buNone/>
              <a:defRPr kumimoji="0" lang="en-US" sz="525" b="0" i="0" u="none" strike="noStrike" kern="1200" cap="none" spc="0" normalizeH="0" baseline="0" noProof="0" dirty="0" smtClean="0">
                <a:ln>
                  <a:noFill/>
                </a:ln>
                <a:solidFill>
                  <a:schemeClr val="tx1"/>
                </a:solidFill>
                <a:effectLst/>
                <a:uLnTx/>
                <a:uFillTx/>
                <a:latin typeface="+mn-lt"/>
                <a:ea typeface="+mn-ea"/>
                <a:cs typeface="+mn-cs"/>
              </a:defRPr>
            </a:lvl4pPr>
            <a:lvl5pPr marL="0" indent="0" algn="l" defTabSz="685800" rtl="0" eaLnBrk="1" latinLnBrk="0" hangingPunct="1">
              <a:lnSpc>
                <a:spcPct val="100000"/>
              </a:lnSpc>
              <a:spcBef>
                <a:spcPts val="150"/>
              </a:spcBef>
              <a:buNone/>
              <a:defRPr kumimoji="0" lang="en-US" sz="525" b="0" i="0" u="none" strike="noStrike" kern="1200" cap="none" spc="0" normalizeH="0" baseline="0" noProof="0" dirty="0" smtClean="0">
                <a:ln>
                  <a:noFill/>
                </a:ln>
                <a:solidFill>
                  <a:schemeClr val="tx1"/>
                </a:solidFill>
                <a:effectLst/>
                <a:uLnTx/>
                <a:uFillTx/>
                <a:latin typeface="+mn-lt"/>
                <a:ea typeface="+mn-ea"/>
                <a:cs typeface="+mn-cs"/>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3" name="Text Placeholder 36"/>
          <p:cNvSpPr>
            <a:spLocks noGrp="1"/>
          </p:cNvSpPr>
          <p:nvPr>
            <p:ph type="body" sz="quarter" idx="109"/>
          </p:nvPr>
        </p:nvSpPr>
        <p:spPr>
          <a:xfrm>
            <a:off x="5432668" y="2620320"/>
            <a:ext cx="1584000" cy="182880"/>
          </a:xfrm>
          <a:prstGeom prst="rect">
            <a:avLst/>
          </a:prstGeom>
          <a:solidFill>
            <a:srgbClr val="FFFFFF"/>
          </a:solidFill>
          <a:ln w="9525">
            <a:solidFill>
              <a:srgbClr val="C0C0C0"/>
            </a:solidFill>
          </a:ln>
          <a:effectLst/>
        </p:spPr>
        <p:txBody>
          <a:bodyPr vert="horz" lIns="91440" tIns="0" rIns="91440" bIns="0" rtlCol="0" anchor="ctr" anchorCtr="0">
            <a:normAutofit/>
          </a:bodyPr>
          <a:lstStyle>
            <a:lvl1pPr marL="0" indent="0" algn="l" defTabSz="685800" rtl="0" eaLnBrk="1" latinLnBrk="0" hangingPunct="1">
              <a:lnSpc>
                <a:spcPct val="100000"/>
              </a:lnSpc>
              <a:spcBef>
                <a:spcPts val="0"/>
              </a:spcBef>
              <a:buNone/>
              <a:defRPr kumimoji="0" lang="en-US" sz="525" b="1" i="0" u="none" strike="noStrike" kern="1200" cap="none" spc="0" normalizeH="0" baseline="0" noProof="0" dirty="0" smtClean="0">
                <a:ln>
                  <a:noFill/>
                </a:ln>
                <a:solidFill>
                  <a:srgbClr val="000000"/>
                </a:solidFill>
                <a:effectLst/>
                <a:uLnTx/>
                <a:uFillTx/>
                <a:latin typeface="+mn-lt"/>
                <a:ea typeface="+mn-ea"/>
                <a:cs typeface="+mn-cs"/>
              </a:defRPr>
            </a:lvl1pPr>
            <a:lvl2pPr marL="0" indent="0" algn="l" defTabSz="685800" rtl="0" eaLnBrk="1" latinLnBrk="0" hangingPunct="1">
              <a:lnSpc>
                <a:spcPct val="100000"/>
              </a:lnSpc>
              <a:buNone/>
              <a:defRPr kumimoji="0" lang="en-US" sz="600" b="1" i="0" u="none" strike="noStrike" kern="1200" cap="none" spc="0" normalizeH="0" baseline="0" noProof="0" dirty="0" smtClean="0">
                <a:ln>
                  <a:noFill/>
                </a:ln>
                <a:solidFill>
                  <a:schemeClr val="tx1"/>
                </a:solidFill>
                <a:effectLst/>
                <a:uLnTx/>
                <a:uFillTx/>
                <a:latin typeface="+mn-lt"/>
                <a:ea typeface="+mn-ea"/>
                <a:cs typeface="+mn-cs"/>
              </a:defRPr>
            </a:lvl2pPr>
            <a:lvl3pPr marL="0" indent="0" algn="l" defTabSz="685800" rtl="0" eaLnBrk="1" latinLnBrk="0" hangingPunct="1">
              <a:lnSpc>
                <a:spcPct val="100000"/>
              </a:lnSpc>
              <a:buNone/>
              <a:defRPr kumimoji="0" lang="en-US" sz="600" b="0" i="0" u="none" strike="noStrike" kern="1200" cap="none" spc="0" normalizeH="0" baseline="0" noProof="0" dirty="0" smtClean="0">
                <a:ln>
                  <a:noFill/>
                </a:ln>
                <a:solidFill>
                  <a:srgbClr val="000000"/>
                </a:solidFill>
                <a:effectLst/>
                <a:uLnTx/>
                <a:uFillTx/>
                <a:latin typeface="+mn-lt"/>
                <a:ea typeface="+mn-ea"/>
                <a:cs typeface="+mn-cs"/>
              </a:defRPr>
            </a:lvl3pPr>
            <a:lvl4pPr marL="0" indent="0" algn="l" defTabSz="685800" rtl="0" eaLnBrk="1" latinLnBrk="0" hangingPunct="1">
              <a:lnSpc>
                <a:spcPct val="100000"/>
              </a:lnSpc>
              <a:buNone/>
              <a:defRPr kumimoji="0" lang="en-US" sz="600" b="0" i="0" u="none" strike="noStrike" kern="1200" cap="none" spc="0" normalizeH="0" baseline="0" noProof="0" dirty="0" smtClean="0">
                <a:ln>
                  <a:noFill/>
                </a:ln>
                <a:solidFill>
                  <a:srgbClr val="000000"/>
                </a:solidFill>
                <a:effectLst/>
                <a:uLnTx/>
                <a:uFillTx/>
                <a:latin typeface="+mn-lt"/>
                <a:ea typeface="+mn-ea"/>
                <a:cs typeface="+mn-cs"/>
              </a:defRPr>
            </a:lvl4pPr>
            <a:lvl5pPr marL="0" indent="0" algn="l" defTabSz="685800" rtl="0" eaLnBrk="1" latinLnBrk="0" hangingPunct="1">
              <a:lnSpc>
                <a:spcPct val="100000"/>
              </a:lnSpc>
              <a:buNone/>
              <a:defRPr kumimoji="0" lang="en-US" sz="600" b="0" i="0" u="none" strike="noStrike" kern="1200" cap="none" spc="0" normalizeH="0" baseline="0" noProof="0" dirty="0" smtClean="0">
                <a:ln>
                  <a:noFill/>
                </a:ln>
                <a:solidFill>
                  <a:srgbClr val="000000"/>
                </a:solidFill>
                <a:effectLst/>
                <a:uLnTx/>
                <a:uFillTx/>
                <a:latin typeface="+mn-lt"/>
                <a:ea typeface="+mn-ea"/>
                <a:cs typeface="+mn-cs"/>
              </a:defRPr>
            </a:lvl5pPr>
          </a:lstStyle>
          <a:p>
            <a:pPr lvl="0"/>
            <a:r>
              <a:rPr lang="en-US"/>
              <a:t>Click to edit Master text styles</a:t>
            </a:r>
          </a:p>
        </p:txBody>
      </p:sp>
      <p:sp>
        <p:nvSpPr>
          <p:cNvPr id="14" name="Text Placeholder 36"/>
          <p:cNvSpPr>
            <a:spLocks noGrp="1"/>
          </p:cNvSpPr>
          <p:nvPr>
            <p:ph type="body" sz="quarter" idx="110"/>
          </p:nvPr>
        </p:nvSpPr>
        <p:spPr>
          <a:xfrm>
            <a:off x="7105650" y="1219200"/>
            <a:ext cx="1584000" cy="1584000"/>
          </a:xfrm>
          <a:prstGeom prst="rect">
            <a:avLst/>
          </a:prstGeom>
          <a:solidFill>
            <a:srgbClr val="FFFFFF"/>
          </a:solidFill>
          <a:ln w="9525">
            <a:solidFill>
              <a:srgbClr val="C0C0C0"/>
            </a:solidFill>
          </a:ln>
          <a:effectLst/>
        </p:spPr>
        <p:txBody>
          <a:bodyPr vert="horz" lIns="91440" tIns="457200" rIns="91440" bIns="45720" rtlCol="0" anchor="t" anchorCtr="0">
            <a:normAutofit/>
          </a:bodyPr>
          <a:lstStyle>
            <a:lvl1pPr marL="0" indent="0" algn="l" defTabSz="685800" rtl="0" eaLnBrk="1" latinLnBrk="0" hangingPunct="1">
              <a:lnSpc>
                <a:spcPct val="100000"/>
              </a:lnSpc>
              <a:spcBef>
                <a:spcPts val="150"/>
              </a:spcBef>
              <a:buNone/>
              <a:defRPr kumimoji="0" lang="en-US" sz="600" b="0" i="0" u="none" strike="noStrike" kern="1200" cap="none" spc="0" normalizeH="0" baseline="0" noProof="0" dirty="0" smtClean="0">
                <a:ln>
                  <a:noFill/>
                </a:ln>
                <a:solidFill>
                  <a:schemeClr val="tx1"/>
                </a:solidFill>
                <a:effectLst/>
                <a:uLnTx/>
                <a:uFillTx/>
                <a:latin typeface="+mn-lt"/>
                <a:ea typeface="+mn-ea"/>
                <a:cs typeface="+mn-cs"/>
              </a:defRPr>
            </a:lvl1pPr>
            <a:lvl2pPr marL="0" indent="0" algn="l" defTabSz="685800" rtl="0" eaLnBrk="1" latinLnBrk="0" hangingPunct="1">
              <a:lnSpc>
                <a:spcPct val="100000"/>
              </a:lnSpc>
              <a:spcBef>
                <a:spcPts val="300"/>
              </a:spcBef>
              <a:buNone/>
              <a:defRPr kumimoji="0" lang="en-US" sz="525" b="1" i="0" u="none" strike="noStrike" kern="1200" cap="none" spc="0" normalizeH="0" baseline="0" noProof="0" dirty="0" smtClean="0">
                <a:ln>
                  <a:noFill/>
                </a:ln>
                <a:solidFill>
                  <a:srgbClr val="9E3039"/>
                </a:solidFill>
                <a:effectLst/>
                <a:uLnTx/>
                <a:uFillTx/>
                <a:latin typeface="+mn-lt"/>
                <a:ea typeface="+mn-ea"/>
                <a:cs typeface="+mn-cs"/>
              </a:defRPr>
            </a:lvl2pPr>
            <a:lvl3pPr marL="0" indent="0" algn="l" defTabSz="685800" rtl="0" eaLnBrk="1" latinLnBrk="0" hangingPunct="1">
              <a:lnSpc>
                <a:spcPct val="100000"/>
              </a:lnSpc>
              <a:spcBef>
                <a:spcPts val="150"/>
              </a:spcBef>
              <a:buNone/>
              <a:defRPr kumimoji="0" lang="en-US" sz="525" b="0" i="0" u="none" strike="noStrike" kern="1200" cap="none" spc="0" normalizeH="0" baseline="0" noProof="0" dirty="0" smtClean="0">
                <a:ln>
                  <a:noFill/>
                </a:ln>
                <a:solidFill>
                  <a:schemeClr val="tx1"/>
                </a:solidFill>
                <a:effectLst/>
                <a:uLnTx/>
                <a:uFillTx/>
                <a:latin typeface="+mn-lt"/>
                <a:ea typeface="+mn-ea"/>
                <a:cs typeface="+mn-cs"/>
              </a:defRPr>
            </a:lvl3pPr>
            <a:lvl4pPr marL="0" indent="0" algn="l" defTabSz="685800" rtl="0" eaLnBrk="1" latinLnBrk="0" hangingPunct="1">
              <a:lnSpc>
                <a:spcPct val="100000"/>
              </a:lnSpc>
              <a:spcBef>
                <a:spcPts val="150"/>
              </a:spcBef>
              <a:buNone/>
              <a:defRPr kumimoji="0" lang="en-US" sz="525" b="0" i="0" u="none" strike="noStrike" kern="1200" cap="none" spc="0" normalizeH="0" baseline="0" noProof="0" dirty="0" smtClean="0">
                <a:ln>
                  <a:noFill/>
                </a:ln>
                <a:solidFill>
                  <a:schemeClr val="tx1"/>
                </a:solidFill>
                <a:effectLst/>
                <a:uLnTx/>
                <a:uFillTx/>
                <a:latin typeface="+mn-lt"/>
                <a:ea typeface="+mn-ea"/>
                <a:cs typeface="+mn-cs"/>
              </a:defRPr>
            </a:lvl4pPr>
            <a:lvl5pPr marL="0" indent="0" algn="l" defTabSz="685800" rtl="0" eaLnBrk="1" latinLnBrk="0" hangingPunct="1">
              <a:lnSpc>
                <a:spcPct val="100000"/>
              </a:lnSpc>
              <a:spcBef>
                <a:spcPts val="150"/>
              </a:spcBef>
              <a:buNone/>
              <a:defRPr kumimoji="0" lang="en-US" sz="525" b="0" i="0" u="none" strike="noStrike" kern="1200" cap="none" spc="0" normalizeH="0" baseline="0" noProof="0" dirty="0" smtClean="0">
                <a:ln>
                  <a:noFill/>
                </a:ln>
                <a:solidFill>
                  <a:schemeClr val="tx1"/>
                </a:solidFill>
                <a:effectLst/>
                <a:uLnTx/>
                <a:uFillTx/>
                <a:latin typeface="+mn-lt"/>
                <a:ea typeface="+mn-ea"/>
                <a:cs typeface="+mn-cs"/>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5" name="Text Placeholder 36"/>
          <p:cNvSpPr>
            <a:spLocks noGrp="1"/>
          </p:cNvSpPr>
          <p:nvPr>
            <p:ph type="body" sz="quarter" idx="111"/>
          </p:nvPr>
        </p:nvSpPr>
        <p:spPr>
          <a:xfrm>
            <a:off x="7105650" y="2620320"/>
            <a:ext cx="1584000" cy="182880"/>
          </a:xfrm>
          <a:prstGeom prst="rect">
            <a:avLst/>
          </a:prstGeom>
          <a:solidFill>
            <a:srgbClr val="FFFFFF"/>
          </a:solidFill>
          <a:ln w="9525">
            <a:solidFill>
              <a:srgbClr val="C0C0C0"/>
            </a:solidFill>
          </a:ln>
          <a:effectLst/>
        </p:spPr>
        <p:txBody>
          <a:bodyPr vert="horz" lIns="91440" tIns="0" rIns="91440" bIns="0" rtlCol="0" anchor="ctr" anchorCtr="0">
            <a:normAutofit/>
          </a:bodyPr>
          <a:lstStyle>
            <a:lvl1pPr marL="0" indent="0" algn="l" defTabSz="685800" rtl="0" eaLnBrk="1" latinLnBrk="0" hangingPunct="1">
              <a:lnSpc>
                <a:spcPct val="100000"/>
              </a:lnSpc>
              <a:spcBef>
                <a:spcPts val="0"/>
              </a:spcBef>
              <a:buNone/>
              <a:defRPr kumimoji="0" lang="en-US" sz="525" b="1" i="0" u="none" strike="noStrike" kern="1200" cap="none" spc="0" normalizeH="0" baseline="0" noProof="0" dirty="0" smtClean="0">
                <a:ln>
                  <a:noFill/>
                </a:ln>
                <a:solidFill>
                  <a:srgbClr val="000000"/>
                </a:solidFill>
                <a:effectLst/>
                <a:uLnTx/>
                <a:uFillTx/>
                <a:latin typeface="+mn-lt"/>
                <a:ea typeface="+mn-ea"/>
                <a:cs typeface="+mn-cs"/>
              </a:defRPr>
            </a:lvl1pPr>
            <a:lvl2pPr marL="0" indent="0" algn="l" defTabSz="685800" rtl="0" eaLnBrk="1" latinLnBrk="0" hangingPunct="1">
              <a:lnSpc>
                <a:spcPct val="100000"/>
              </a:lnSpc>
              <a:buNone/>
              <a:defRPr kumimoji="0" lang="en-US" sz="600" b="1" i="0" u="none" strike="noStrike" kern="1200" cap="none" spc="0" normalizeH="0" baseline="0" noProof="0" dirty="0" smtClean="0">
                <a:ln>
                  <a:noFill/>
                </a:ln>
                <a:solidFill>
                  <a:schemeClr val="tx1"/>
                </a:solidFill>
                <a:effectLst/>
                <a:uLnTx/>
                <a:uFillTx/>
                <a:latin typeface="+mn-lt"/>
                <a:ea typeface="+mn-ea"/>
                <a:cs typeface="+mn-cs"/>
              </a:defRPr>
            </a:lvl2pPr>
            <a:lvl3pPr marL="0" indent="0" algn="l" defTabSz="685800" rtl="0" eaLnBrk="1" latinLnBrk="0" hangingPunct="1">
              <a:lnSpc>
                <a:spcPct val="100000"/>
              </a:lnSpc>
              <a:buNone/>
              <a:defRPr kumimoji="0" lang="en-US" sz="600" b="0" i="0" u="none" strike="noStrike" kern="1200" cap="none" spc="0" normalizeH="0" baseline="0" noProof="0" dirty="0" smtClean="0">
                <a:ln>
                  <a:noFill/>
                </a:ln>
                <a:solidFill>
                  <a:srgbClr val="000000"/>
                </a:solidFill>
                <a:effectLst/>
                <a:uLnTx/>
                <a:uFillTx/>
                <a:latin typeface="+mn-lt"/>
                <a:ea typeface="+mn-ea"/>
                <a:cs typeface="+mn-cs"/>
              </a:defRPr>
            </a:lvl3pPr>
            <a:lvl4pPr marL="0" indent="0" algn="l" defTabSz="685800" rtl="0" eaLnBrk="1" latinLnBrk="0" hangingPunct="1">
              <a:lnSpc>
                <a:spcPct val="100000"/>
              </a:lnSpc>
              <a:buNone/>
              <a:defRPr kumimoji="0" lang="en-US" sz="600" b="0" i="0" u="none" strike="noStrike" kern="1200" cap="none" spc="0" normalizeH="0" baseline="0" noProof="0" dirty="0" smtClean="0">
                <a:ln>
                  <a:noFill/>
                </a:ln>
                <a:solidFill>
                  <a:srgbClr val="000000"/>
                </a:solidFill>
                <a:effectLst/>
                <a:uLnTx/>
                <a:uFillTx/>
                <a:latin typeface="+mn-lt"/>
                <a:ea typeface="+mn-ea"/>
                <a:cs typeface="+mn-cs"/>
              </a:defRPr>
            </a:lvl4pPr>
            <a:lvl5pPr marL="0" indent="0" algn="l" defTabSz="685800" rtl="0" eaLnBrk="1" latinLnBrk="0" hangingPunct="1">
              <a:lnSpc>
                <a:spcPct val="100000"/>
              </a:lnSpc>
              <a:buNone/>
              <a:defRPr kumimoji="0" lang="en-US" sz="600" b="0" i="0" u="none" strike="noStrike" kern="1200" cap="none" spc="0" normalizeH="0" baseline="0" noProof="0" dirty="0" smtClean="0">
                <a:ln>
                  <a:noFill/>
                </a:ln>
                <a:solidFill>
                  <a:srgbClr val="000000"/>
                </a:solidFill>
                <a:effectLst/>
                <a:uLnTx/>
                <a:uFillTx/>
                <a:latin typeface="+mn-lt"/>
                <a:ea typeface="+mn-ea"/>
                <a:cs typeface="+mn-cs"/>
              </a:defRPr>
            </a:lvl5pPr>
          </a:lstStyle>
          <a:p>
            <a:pPr lvl="0"/>
            <a:r>
              <a:rPr lang="en-US"/>
              <a:t>Click to edit Master text styles</a:t>
            </a:r>
          </a:p>
        </p:txBody>
      </p:sp>
      <p:sp>
        <p:nvSpPr>
          <p:cNvPr id="16" name="Text Placeholder 36"/>
          <p:cNvSpPr>
            <a:spLocks noGrp="1"/>
          </p:cNvSpPr>
          <p:nvPr>
            <p:ph type="body" sz="quarter" idx="112"/>
          </p:nvPr>
        </p:nvSpPr>
        <p:spPr>
          <a:xfrm>
            <a:off x="450850" y="4623125"/>
            <a:ext cx="1584000" cy="1584000"/>
          </a:xfrm>
          <a:prstGeom prst="rect">
            <a:avLst/>
          </a:prstGeom>
          <a:solidFill>
            <a:srgbClr val="FFFFFF"/>
          </a:solidFill>
          <a:ln w="9525">
            <a:solidFill>
              <a:srgbClr val="C0C0C0"/>
            </a:solidFill>
          </a:ln>
          <a:effectLst/>
        </p:spPr>
        <p:txBody>
          <a:bodyPr vert="horz" lIns="91440" tIns="457200" rIns="91440" bIns="45720" rtlCol="0" anchor="t" anchorCtr="0">
            <a:normAutofit/>
          </a:bodyPr>
          <a:lstStyle>
            <a:lvl1pPr marL="0" indent="0" algn="l" defTabSz="685800" rtl="0" eaLnBrk="1" latinLnBrk="0" hangingPunct="1">
              <a:lnSpc>
                <a:spcPct val="100000"/>
              </a:lnSpc>
              <a:spcBef>
                <a:spcPts val="150"/>
              </a:spcBef>
              <a:buNone/>
              <a:defRPr kumimoji="0" lang="en-US" sz="600" b="0" i="0" u="none" strike="noStrike" kern="1200" cap="none" spc="0" normalizeH="0" baseline="0" noProof="0" dirty="0" smtClean="0">
                <a:ln>
                  <a:noFill/>
                </a:ln>
                <a:solidFill>
                  <a:srgbClr val="000000"/>
                </a:solidFill>
                <a:effectLst/>
                <a:uLnTx/>
                <a:uFillTx/>
                <a:latin typeface="+mn-lt"/>
                <a:ea typeface="+mn-ea"/>
                <a:cs typeface="+mn-cs"/>
              </a:defRPr>
            </a:lvl1pPr>
            <a:lvl2pPr marL="0" indent="0" algn="l" defTabSz="685800" rtl="0" eaLnBrk="1" latinLnBrk="0" hangingPunct="1">
              <a:lnSpc>
                <a:spcPct val="100000"/>
              </a:lnSpc>
              <a:spcBef>
                <a:spcPts val="150"/>
              </a:spcBef>
              <a:buNone/>
              <a:defRPr kumimoji="0" lang="en-US" sz="525" b="1" i="0" u="none" strike="noStrike" kern="1200" cap="none" spc="0" normalizeH="0" baseline="0" noProof="0" dirty="0" smtClean="0">
                <a:ln>
                  <a:noFill/>
                </a:ln>
                <a:solidFill>
                  <a:srgbClr val="9E3039"/>
                </a:solidFill>
                <a:effectLst/>
                <a:uLnTx/>
                <a:uFillTx/>
                <a:latin typeface="+mn-lt"/>
                <a:ea typeface="+mn-ea"/>
                <a:cs typeface="+mn-cs"/>
              </a:defRPr>
            </a:lvl2pPr>
            <a:lvl3pPr marL="0" indent="0" algn="l" defTabSz="685800" rtl="0" eaLnBrk="1" latinLnBrk="0" hangingPunct="1">
              <a:lnSpc>
                <a:spcPct val="100000"/>
              </a:lnSpc>
              <a:spcBef>
                <a:spcPts val="150"/>
              </a:spcBef>
              <a:buNone/>
              <a:defRPr kumimoji="0" lang="en-US" sz="525" b="0" i="0" u="none" strike="noStrike" kern="1200" cap="none" spc="0" normalizeH="0" baseline="0" noProof="0" dirty="0" smtClean="0">
                <a:ln>
                  <a:noFill/>
                </a:ln>
                <a:solidFill>
                  <a:srgbClr val="000000"/>
                </a:solidFill>
                <a:effectLst/>
                <a:uLnTx/>
                <a:uFillTx/>
                <a:latin typeface="+mn-lt"/>
                <a:ea typeface="+mn-ea"/>
                <a:cs typeface="+mn-cs"/>
              </a:defRPr>
            </a:lvl3pPr>
            <a:lvl4pPr marL="0" indent="0" algn="l" defTabSz="685800" rtl="0" eaLnBrk="1" latinLnBrk="0" hangingPunct="1">
              <a:lnSpc>
                <a:spcPct val="100000"/>
              </a:lnSpc>
              <a:spcBef>
                <a:spcPts val="150"/>
              </a:spcBef>
              <a:buNone/>
              <a:defRPr kumimoji="0" lang="en-US" sz="525" b="0" i="0" u="none" strike="noStrike" kern="1200" cap="none" spc="0" normalizeH="0" baseline="0" noProof="0" dirty="0" smtClean="0">
                <a:ln>
                  <a:noFill/>
                </a:ln>
                <a:solidFill>
                  <a:srgbClr val="000000"/>
                </a:solidFill>
                <a:effectLst/>
                <a:uLnTx/>
                <a:uFillTx/>
                <a:latin typeface="+mn-lt"/>
                <a:ea typeface="+mn-ea"/>
                <a:cs typeface="+mn-cs"/>
              </a:defRPr>
            </a:lvl4pPr>
            <a:lvl5pPr marL="0" indent="0" algn="l" defTabSz="685800" rtl="0" eaLnBrk="1" latinLnBrk="0" hangingPunct="1">
              <a:lnSpc>
                <a:spcPct val="100000"/>
              </a:lnSpc>
              <a:spcBef>
                <a:spcPts val="150"/>
              </a:spcBef>
              <a:buNone/>
              <a:defRPr kumimoji="0" lang="en-US" sz="525" b="0" i="0" u="none" strike="noStrike" kern="1200" cap="none" spc="0" normalizeH="0" baseline="0" noProof="0" dirty="0" smtClean="0">
                <a:ln>
                  <a:noFill/>
                </a:ln>
                <a:solidFill>
                  <a:srgbClr val="000000"/>
                </a:solidFill>
                <a:effectLst/>
                <a:uLnTx/>
                <a:uFillTx/>
                <a:latin typeface="+mn-lt"/>
                <a:ea typeface="+mn-ea"/>
                <a:cs typeface="+mn-cs"/>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7" name="Text Placeholder 36"/>
          <p:cNvSpPr>
            <a:spLocks noGrp="1"/>
          </p:cNvSpPr>
          <p:nvPr>
            <p:ph type="body" sz="quarter" idx="113"/>
          </p:nvPr>
        </p:nvSpPr>
        <p:spPr>
          <a:xfrm>
            <a:off x="450850" y="6024245"/>
            <a:ext cx="1584000" cy="182880"/>
          </a:xfrm>
          <a:prstGeom prst="rect">
            <a:avLst/>
          </a:prstGeom>
          <a:solidFill>
            <a:srgbClr val="FFFFFF"/>
          </a:solidFill>
          <a:ln w="9525">
            <a:solidFill>
              <a:srgbClr val="C0C0C0"/>
            </a:solidFill>
          </a:ln>
          <a:effectLst/>
        </p:spPr>
        <p:txBody>
          <a:bodyPr vert="horz" lIns="91440" tIns="0" rIns="91440" bIns="0" rtlCol="0" anchor="ctr" anchorCtr="0">
            <a:normAutofit/>
          </a:bodyPr>
          <a:lstStyle>
            <a:lvl1pPr marL="0" indent="0" algn="l" defTabSz="685800" rtl="0" eaLnBrk="1" latinLnBrk="0" hangingPunct="1">
              <a:lnSpc>
                <a:spcPct val="100000"/>
              </a:lnSpc>
              <a:spcBef>
                <a:spcPts val="0"/>
              </a:spcBef>
              <a:buNone/>
              <a:defRPr kumimoji="0" lang="en-US" sz="525" b="1" i="0" u="none" strike="noStrike" kern="1200" cap="none" spc="0" normalizeH="0" baseline="0" noProof="0" dirty="0" smtClean="0">
                <a:ln>
                  <a:noFill/>
                </a:ln>
                <a:solidFill>
                  <a:srgbClr val="000000"/>
                </a:solidFill>
                <a:effectLst/>
                <a:uLnTx/>
                <a:uFillTx/>
                <a:latin typeface="+mn-lt"/>
                <a:ea typeface="+mn-ea"/>
                <a:cs typeface="+mn-cs"/>
              </a:defRPr>
            </a:lvl1pPr>
            <a:lvl2pPr marL="0" indent="0" algn="l" defTabSz="685800" rtl="0" eaLnBrk="1" latinLnBrk="0" hangingPunct="1">
              <a:lnSpc>
                <a:spcPct val="100000"/>
              </a:lnSpc>
              <a:buNone/>
              <a:defRPr kumimoji="0" lang="en-US" sz="600" b="1" i="0" u="none" strike="noStrike" kern="1200" cap="none" spc="0" normalizeH="0" baseline="0" noProof="0" dirty="0" smtClean="0">
                <a:ln>
                  <a:noFill/>
                </a:ln>
                <a:solidFill>
                  <a:schemeClr val="tx1"/>
                </a:solidFill>
                <a:effectLst/>
                <a:uLnTx/>
                <a:uFillTx/>
                <a:latin typeface="+mn-lt"/>
                <a:ea typeface="+mn-ea"/>
                <a:cs typeface="+mn-cs"/>
              </a:defRPr>
            </a:lvl2pPr>
            <a:lvl3pPr marL="0" indent="0" algn="l" defTabSz="685800" rtl="0" eaLnBrk="1" latinLnBrk="0" hangingPunct="1">
              <a:lnSpc>
                <a:spcPct val="100000"/>
              </a:lnSpc>
              <a:buNone/>
              <a:defRPr kumimoji="0" lang="en-US" sz="600" b="0" i="0" u="none" strike="noStrike" kern="1200" cap="none" spc="0" normalizeH="0" baseline="0" noProof="0" dirty="0" smtClean="0">
                <a:ln>
                  <a:noFill/>
                </a:ln>
                <a:solidFill>
                  <a:srgbClr val="000000"/>
                </a:solidFill>
                <a:effectLst/>
                <a:uLnTx/>
                <a:uFillTx/>
                <a:latin typeface="+mn-lt"/>
                <a:ea typeface="+mn-ea"/>
                <a:cs typeface="+mn-cs"/>
              </a:defRPr>
            </a:lvl3pPr>
            <a:lvl4pPr marL="0" indent="0" algn="l" defTabSz="685800" rtl="0" eaLnBrk="1" latinLnBrk="0" hangingPunct="1">
              <a:lnSpc>
                <a:spcPct val="100000"/>
              </a:lnSpc>
              <a:buNone/>
              <a:defRPr kumimoji="0" lang="en-US" sz="600" b="0" i="0" u="none" strike="noStrike" kern="1200" cap="none" spc="0" normalizeH="0" baseline="0" noProof="0" dirty="0" smtClean="0">
                <a:ln>
                  <a:noFill/>
                </a:ln>
                <a:solidFill>
                  <a:srgbClr val="000000"/>
                </a:solidFill>
                <a:effectLst/>
                <a:uLnTx/>
                <a:uFillTx/>
                <a:latin typeface="+mn-lt"/>
                <a:ea typeface="+mn-ea"/>
                <a:cs typeface="+mn-cs"/>
              </a:defRPr>
            </a:lvl4pPr>
            <a:lvl5pPr marL="0" indent="0" algn="l" defTabSz="685800" rtl="0" eaLnBrk="1" latinLnBrk="0" hangingPunct="1">
              <a:lnSpc>
                <a:spcPct val="100000"/>
              </a:lnSpc>
              <a:buNone/>
              <a:defRPr kumimoji="0" lang="en-US" sz="600" b="0" i="0" u="none" strike="noStrike" kern="1200" cap="none" spc="0" normalizeH="0" baseline="0" noProof="0" dirty="0" smtClean="0">
                <a:ln>
                  <a:noFill/>
                </a:ln>
                <a:solidFill>
                  <a:srgbClr val="000000"/>
                </a:solidFill>
                <a:effectLst/>
                <a:uLnTx/>
                <a:uFillTx/>
                <a:latin typeface="+mn-lt"/>
                <a:ea typeface="+mn-ea"/>
                <a:cs typeface="+mn-cs"/>
              </a:defRPr>
            </a:lvl5pPr>
          </a:lstStyle>
          <a:p>
            <a:pPr lvl="0"/>
            <a:r>
              <a:rPr lang="en-US"/>
              <a:t>Click to edit Master text styles</a:t>
            </a:r>
          </a:p>
        </p:txBody>
      </p:sp>
      <p:sp>
        <p:nvSpPr>
          <p:cNvPr id="18" name="Text Placeholder 36"/>
          <p:cNvSpPr>
            <a:spLocks noGrp="1"/>
          </p:cNvSpPr>
          <p:nvPr>
            <p:ph type="body" sz="quarter" idx="114"/>
          </p:nvPr>
        </p:nvSpPr>
        <p:spPr>
          <a:xfrm>
            <a:off x="450850" y="2914650"/>
            <a:ext cx="1584000" cy="1584000"/>
          </a:xfrm>
          <a:prstGeom prst="rect">
            <a:avLst/>
          </a:prstGeom>
          <a:solidFill>
            <a:srgbClr val="FFFFFF"/>
          </a:solidFill>
          <a:ln w="9525">
            <a:solidFill>
              <a:srgbClr val="C0C0C0"/>
            </a:solidFill>
          </a:ln>
          <a:effectLst/>
        </p:spPr>
        <p:txBody>
          <a:bodyPr vert="horz" lIns="91440" tIns="457200" rIns="91440" bIns="45720" rtlCol="0" anchor="t" anchorCtr="0">
            <a:normAutofit/>
          </a:bodyPr>
          <a:lstStyle>
            <a:lvl1pPr marL="0" indent="0" algn="l" defTabSz="685800" rtl="0" eaLnBrk="1" latinLnBrk="0" hangingPunct="1">
              <a:lnSpc>
                <a:spcPct val="100000"/>
              </a:lnSpc>
              <a:spcBef>
                <a:spcPts val="150"/>
              </a:spcBef>
              <a:buNone/>
              <a:defRPr kumimoji="0" lang="en-US" sz="600" b="0" i="0" u="none" strike="noStrike" kern="1200" cap="none" spc="0" normalizeH="0" baseline="0" noProof="0" dirty="0" smtClean="0">
                <a:ln>
                  <a:noFill/>
                </a:ln>
                <a:solidFill>
                  <a:srgbClr val="000000"/>
                </a:solidFill>
                <a:effectLst/>
                <a:uLnTx/>
                <a:uFillTx/>
                <a:latin typeface="+mn-lt"/>
                <a:ea typeface="+mn-ea"/>
                <a:cs typeface="+mn-cs"/>
              </a:defRPr>
            </a:lvl1pPr>
            <a:lvl2pPr marL="0" indent="0" algn="l" defTabSz="685800" rtl="0" eaLnBrk="1" latinLnBrk="0" hangingPunct="1">
              <a:lnSpc>
                <a:spcPct val="100000"/>
              </a:lnSpc>
              <a:spcBef>
                <a:spcPts val="150"/>
              </a:spcBef>
              <a:buNone/>
              <a:defRPr kumimoji="0" lang="en-US" sz="525" b="1" i="0" u="none" strike="noStrike" kern="1200" cap="none" spc="0" normalizeH="0" baseline="0" noProof="0" dirty="0" smtClean="0">
                <a:ln>
                  <a:noFill/>
                </a:ln>
                <a:solidFill>
                  <a:srgbClr val="9E3039"/>
                </a:solidFill>
                <a:effectLst/>
                <a:uLnTx/>
                <a:uFillTx/>
                <a:latin typeface="+mn-lt"/>
                <a:ea typeface="+mn-ea"/>
                <a:cs typeface="+mn-cs"/>
              </a:defRPr>
            </a:lvl2pPr>
            <a:lvl3pPr marL="0" indent="0" algn="l" defTabSz="685800" rtl="0" eaLnBrk="1" latinLnBrk="0" hangingPunct="1">
              <a:lnSpc>
                <a:spcPct val="100000"/>
              </a:lnSpc>
              <a:spcBef>
                <a:spcPts val="150"/>
              </a:spcBef>
              <a:buNone/>
              <a:defRPr kumimoji="0" lang="en-US" sz="525" b="0" i="0" u="none" strike="noStrike" kern="1200" cap="none" spc="0" normalizeH="0" baseline="0" noProof="0" dirty="0" smtClean="0">
                <a:ln>
                  <a:noFill/>
                </a:ln>
                <a:solidFill>
                  <a:srgbClr val="000000"/>
                </a:solidFill>
                <a:effectLst/>
                <a:uLnTx/>
                <a:uFillTx/>
                <a:latin typeface="+mn-lt"/>
                <a:ea typeface="+mn-ea"/>
                <a:cs typeface="+mn-cs"/>
              </a:defRPr>
            </a:lvl3pPr>
            <a:lvl4pPr marL="0" indent="0" algn="l" defTabSz="685800" rtl="0" eaLnBrk="1" latinLnBrk="0" hangingPunct="1">
              <a:lnSpc>
                <a:spcPct val="100000"/>
              </a:lnSpc>
              <a:spcBef>
                <a:spcPts val="150"/>
              </a:spcBef>
              <a:buNone/>
              <a:defRPr kumimoji="0" lang="en-US" sz="525" b="0" i="0" u="none" strike="noStrike" kern="1200" cap="none" spc="0" normalizeH="0" baseline="0" noProof="0" dirty="0" smtClean="0">
                <a:ln>
                  <a:noFill/>
                </a:ln>
                <a:solidFill>
                  <a:srgbClr val="000000"/>
                </a:solidFill>
                <a:effectLst/>
                <a:uLnTx/>
                <a:uFillTx/>
                <a:latin typeface="+mn-lt"/>
                <a:ea typeface="+mn-ea"/>
                <a:cs typeface="+mn-cs"/>
              </a:defRPr>
            </a:lvl4pPr>
            <a:lvl5pPr marL="0" indent="0" algn="l" defTabSz="685800" rtl="0" eaLnBrk="1" latinLnBrk="0" hangingPunct="1">
              <a:lnSpc>
                <a:spcPct val="100000"/>
              </a:lnSpc>
              <a:spcBef>
                <a:spcPts val="150"/>
              </a:spcBef>
              <a:buNone/>
              <a:defRPr kumimoji="0" lang="en-US" sz="525" b="0" i="0" u="none" strike="noStrike" kern="1200" cap="none" spc="0" normalizeH="0" baseline="0" noProof="0" dirty="0" smtClean="0">
                <a:ln>
                  <a:noFill/>
                </a:ln>
                <a:solidFill>
                  <a:srgbClr val="000000"/>
                </a:solidFill>
                <a:effectLst/>
                <a:uLnTx/>
                <a:uFillTx/>
                <a:latin typeface="+mn-lt"/>
                <a:ea typeface="+mn-ea"/>
                <a:cs typeface="+mn-cs"/>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9" name="Text Placeholder 36"/>
          <p:cNvSpPr>
            <a:spLocks noGrp="1"/>
          </p:cNvSpPr>
          <p:nvPr>
            <p:ph type="body" sz="quarter" idx="115"/>
          </p:nvPr>
        </p:nvSpPr>
        <p:spPr>
          <a:xfrm>
            <a:off x="450850" y="4315770"/>
            <a:ext cx="1584000" cy="182880"/>
          </a:xfrm>
          <a:prstGeom prst="rect">
            <a:avLst/>
          </a:prstGeom>
          <a:solidFill>
            <a:srgbClr val="FFFFFF"/>
          </a:solidFill>
          <a:ln w="9525">
            <a:solidFill>
              <a:srgbClr val="C0C0C0"/>
            </a:solidFill>
          </a:ln>
          <a:effectLst/>
        </p:spPr>
        <p:txBody>
          <a:bodyPr vert="horz" lIns="91440" tIns="0" rIns="91440" bIns="0" rtlCol="0" anchor="ctr" anchorCtr="0">
            <a:normAutofit/>
          </a:bodyPr>
          <a:lstStyle>
            <a:lvl1pPr marL="0" indent="0" algn="l" defTabSz="685800" rtl="0" eaLnBrk="1" latinLnBrk="0" hangingPunct="1">
              <a:lnSpc>
                <a:spcPct val="100000"/>
              </a:lnSpc>
              <a:spcBef>
                <a:spcPts val="0"/>
              </a:spcBef>
              <a:buNone/>
              <a:defRPr kumimoji="0" lang="en-US" sz="525" b="1" i="0" u="none" strike="noStrike" kern="1200" cap="none" spc="0" normalizeH="0" baseline="0" noProof="0" dirty="0" smtClean="0">
                <a:ln>
                  <a:noFill/>
                </a:ln>
                <a:solidFill>
                  <a:srgbClr val="000000"/>
                </a:solidFill>
                <a:effectLst/>
                <a:uLnTx/>
                <a:uFillTx/>
                <a:latin typeface="+mn-lt"/>
                <a:ea typeface="+mn-ea"/>
                <a:cs typeface="+mn-cs"/>
              </a:defRPr>
            </a:lvl1pPr>
            <a:lvl2pPr marL="0" indent="0" algn="l" defTabSz="685800" rtl="0" eaLnBrk="1" latinLnBrk="0" hangingPunct="1">
              <a:lnSpc>
                <a:spcPct val="100000"/>
              </a:lnSpc>
              <a:buNone/>
              <a:defRPr kumimoji="0" lang="en-US" sz="600" b="1" i="0" u="none" strike="noStrike" kern="1200" cap="none" spc="0" normalizeH="0" baseline="0" noProof="0" dirty="0" smtClean="0">
                <a:ln>
                  <a:noFill/>
                </a:ln>
                <a:solidFill>
                  <a:schemeClr val="tx1"/>
                </a:solidFill>
                <a:effectLst/>
                <a:uLnTx/>
                <a:uFillTx/>
                <a:latin typeface="+mn-lt"/>
                <a:ea typeface="+mn-ea"/>
                <a:cs typeface="+mn-cs"/>
              </a:defRPr>
            </a:lvl2pPr>
            <a:lvl3pPr marL="0" indent="0" algn="l" defTabSz="685800" rtl="0" eaLnBrk="1" latinLnBrk="0" hangingPunct="1">
              <a:lnSpc>
                <a:spcPct val="100000"/>
              </a:lnSpc>
              <a:buNone/>
              <a:defRPr kumimoji="0" lang="en-US" sz="600" b="0" i="0" u="none" strike="noStrike" kern="1200" cap="none" spc="0" normalizeH="0" baseline="0" noProof="0" dirty="0" smtClean="0">
                <a:ln>
                  <a:noFill/>
                </a:ln>
                <a:solidFill>
                  <a:srgbClr val="000000"/>
                </a:solidFill>
                <a:effectLst/>
                <a:uLnTx/>
                <a:uFillTx/>
                <a:latin typeface="+mn-lt"/>
                <a:ea typeface="+mn-ea"/>
                <a:cs typeface="+mn-cs"/>
              </a:defRPr>
            </a:lvl3pPr>
            <a:lvl4pPr marL="0" indent="0" algn="l" defTabSz="685800" rtl="0" eaLnBrk="1" latinLnBrk="0" hangingPunct="1">
              <a:lnSpc>
                <a:spcPct val="100000"/>
              </a:lnSpc>
              <a:buNone/>
              <a:defRPr kumimoji="0" lang="en-US" sz="600" b="0" i="0" u="none" strike="noStrike" kern="1200" cap="none" spc="0" normalizeH="0" baseline="0" noProof="0" dirty="0" smtClean="0">
                <a:ln>
                  <a:noFill/>
                </a:ln>
                <a:solidFill>
                  <a:srgbClr val="000000"/>
                </a:solidFill>
                <a:effectLst/>
                <a:uLnTx/>
                <a:uFillTx/>
                <a:latin typeface="+mn-lt"/>
                <a:ea typeface="+mn-ea"/>
                <a:cs typeface="+mn-cs"/>
              </a:defRPr>
            </a:lvl4pPr>
            <a:lvl5pPr marL="0" indent="0" algn="l" defTabSz="685800" rtl="0" eaLnBrk="1" latinLnBrk="0" hangingPunct="1">
              <a:lnSpc>
                <a:spcPct val="100000"/>
              </a:lnSpc>
              <a:buNone/>
              <a:defRPr kumimoji="0" lang="en-US" sz="600" b="0" i="0" u="none" strike="noStrike" kern="1200" cap="none" spc="0" normalizeH="0" baseline="0" noProof="0" dirty="0" smtClean="0">
                <a:ln>
                  <a:noFill/>
                </a:ln>
                <a:solidFill>
                  <a:srgbClr val="000000"/>
                </a:solidFill>
                <a:effectLst/>
                <a:uLnTx/>
                <a:uFillTx/>
                <a:latin typeface="+mn-lt"/>
                <a:ea typeface="+mn-ea"/>
                <a:cs typeface="+mn-cs"/>
              </a:defRPr>
            </a:lvl5pPr>
          </a:lstStyle>
          <a:p>
            <a:pPr lvl="0"/>
            <a:r>
              <a:rPr lang="en-US"/>
              <a:t>Click to edit Master text styles</a:t>
            </a:r>
          </a:p>
        </p:txBody>
      </p:sp>
      <p:sp>
        <p:nvSpPr>
          <p:cNvPr id="20" name="Text Placeholder 36"/>
          <p:cNvSpPr>
            <a:spLocks noGrp="1"/>
          </p:cNvSpPr>
          <p:nvPr>
            <p:ph type="body" sz="quarter" idx="116"/>
          </p:nvPr>
        </p:nvSpPr>
        <p:spPr>
          <a:xfrm>
            <a:off x="2111456" y="4623125"/>
            <a:ext cx="1584000" cy="1584000"/>
          </a:xfrm>
          <a:prstGeom prst="rect">
            <a:avLst/>
          </a:prstGeom>
          <a:solidFill>
            <a:srgbClr val="FFFFFF"/>
          </a:solidFill>
          <a:ln w="9525">
            <a:solidFill>
              <a:srgbClr val="C0C0C0"/>
            </a:solidFill>
          </a:ln>
          <a:effectLst/>
        </p:spPr>
        <p:txBody>
          <a:bodyPr vert="horz" lIns="91440" tIns="457200" rIns="91440" bIns="45720" rtlCol="0" anchor="t" anchorCtr="0">
            <a:normAutofit/>
          </a:bodyPr>
          <a:lstStyle>
            <a:lvl1pPr marL="0" indent="0" algn="l" defTabSz="685800" rtl="0" eaLnBrk="1" latinLnBrk="0" hangingPunct="1">
              <a:lnSpc>
                <a:spcPct val="100000"/>
              </a:lnSpc>
              <a:spcBef>
                <a:spcPts val="150"/>
              </a:spcBef>
              <a:buNone/>
              <a:defRPr kumimoji="0" lang="en-US" sz="600" b="0" i="0" u="none" strike="noStrike" kern="1200" cap="none" spc="0" normalizeH="0" baseline="0" noProof="0" dirty="0" smtClean="0">
                <a:ln>
                  <a:noFill/>
                </a:ln>
                <a:solidFill>
                  <a:srgbClr val="000000"/>
                </a:solidFill>
                <a:effectLst/>
                <a:uLnTx/>
                <a:uFillTx/>
                <a:latin typeface="+mn-lt"/>
                <a:ea typeface="+mn-ea"/>
                <a:cs typeface="+mn-cs"/>
              </a:defRPr>
            </a:lvl1pPr>
            <a:lvl2pPr marL="0" indent="0" algn="l" defTabSz="685800" rtl="0" eaLnBrk="1" latinLnBrk="0" hangingPunct="1">
              <a:lnSpc>
                <a:spcPct val="100000"/>
              </a:lnSpc>
              <a:spcBef>
                <a:spcPts val="150"/>
              </a:spcBef>
              <a:buNone/>
              <a:defRPr kumimoji="0" lang="en-US" sz="525" b="1" i="0" u="none" strike="noStrike" kern="1200" cap="none" spc="0" normalizeH="0" baseline="0" noProof="0" dirty="0" smtClean="0">
                <a:ln>
                  <a:noFill/>
                </a:ln>
                <a:solidFill>
                  <a:srgbClr val="9E3039"/>
                </a:solidFill>
                <a:effectLst/>
                <a:uLnTx/>
                <a:uFillTx/>
                <a:latin typeface="+mn-lt"/>
                <a:ea typeface="+mn-ea"/>
                <a:cs typeface="+mn-cs"/>
              </a:defRPr>
            </a:lvl2pPr>
            <a:lvl3pPr marL="0" indent="0" algn="l" defTabSz="685800" rtl="0" eaLnBrk="1" latinLnBrk="0" hangingPunct="1">
              <a:lnSpc>
                <a:spcPct val="100000"/>
              </a:lnSpc>
              <a:spcBef>
                <a:spcPts val="150"/>
              </a:spcBef>
              <a:buNone/>
              <a:defRPr kumimoji="0" lang="en-US" sz="525" b="0" i="0" u="none" strike="noStrike" kern="1200" cap="none" spc="0" normalizeH="0" baseline="0" noProof="0" dirty="0" smtClean="0">
                <a:ln>
                  <a:noFill/>
                </a:ln>
                <a:solidFill>
                  <a:srgbClr val="000000"/>
                </a:solidFill>
                <a:effectLst/>
                <a:uLnTx/>
                <a:uFillTx/>
                <a:latin typeface="+mn-lt"/>
                <a:ea typeface="+mn-ea"/>
                <a:cs typeface="+mn-cs"/>
              </a:defRPr>
            </a:lvl3pPr>
            <a:lvl4pPr marL="0" indent="0" algn="l" defTabSz="685800" rtl="0" eaLnBrk="1" latinLnBrk="0" hangingPunct="1">
              <a:lnSpc>
                <a:spcPct val="100000"/>
              </a:lnSpc>
              <a:spcBef>
                <a:spcPts val="150"/>
              </a:spcBef>
              <a:buNone/>
              <a:defRPr kumimoji="0" lang="en-US" sz="525" b="0" i="0" u="none" strike="noStrike" kern="1200" cap="none" spc="0" normalizeH="0" baseline="0" noProof="0" dirty="0" smtClean="0">
                <a:ln>
                  <a:noFill/>
                </a:ln>
                <a:solidFill>
                  <a:srgbClr val="000000"/>
                </a:solidFill>
                <a:effectLst/>
                <a:uLnTx/>
                <a:uFillTx/>
                <a:latin typeface="+mn-lt"/>
                <a:ea typeface="+mn-ea"/>
                <a:cs typeface="+mn-cs"/>
              </a:defRPr>
            </a:lvl4pPr>
            <a:lvl5pPr marL="0" indent="0" algn="l" defTabSz="685800" rtl="0" eaLnBrk="1" latinLnBrk="0" hangingPunct="1">
              <a:lnSpc>
                <a:spcPct val="100000"/>
              </a:lnSpc>
              <a:spcBef>
                <a:spcPts val="150"/>
              </a:spcBef>
              <a:buNone/>
              <a:defRPr kumimoji="0" lang="en-US" sz="525" b="0" i="0" u="none" strike="noStrike" kern="1200" cap="none" spc="0" normalizeH="0" baseline="0" noProof="0" dirty="0" smtClean="0">
                <a:ln>
                  <a:noFill/>
                </a:ln>
                <a:solidFill>
                  <a:srgbClr val="000000"/>
                </a:solidFill>
                <a:effectLst/>
                <a:uLnTx/>
                <a:uFillTx/>
                <a:latin typeface="+mn-lt"/>
                <a:ea typeface="+mn-ea"/>
                <a:cs typeface="+mn-cs"/>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21" name="Text Placeholder 36"/>
          <p:cNvSpPr>
            <a:spLocks noGrp="1"/>
          </p:cNvSpPr>
          <p:nvPr>
            <p:ph type="body" sz="quarter" idx="117"/>
          </p:nvPr>
        </p:nvSpPr>
        <p:spPr>
          <a:xfrm>
            <a:off x="2111456" y="6024245"/>
            <a:ext cx="1584000" cy="182880"/>
          </a:xfrm>
          <a:prstGeom prst="rect">
            <a:avLst/>
          </a:prstGeom>
          <a:solidFill>
            <a:srgbClr val="FFFFFF"/>
          </a:solidFill>
          <a:ln w="9525">
            <a:solidFill>
              <a:srgbClr val="C0C0C0"/>
            </a:solidFill>
          </a:ln>
          <a:effectLst/>
        </p:spPr>
        <p:txBody>
          <a:bodyPr vert="horz" lIns="91440" tIns="0" rIns="91440" bIns="0" rtlCol="0" anchor="ctr" anchorCtr="0">
            <a:normAutofit/>
          </a:bodyPr>
          <a:lstStyle>
            <a:lvl1pPr marL="0" indent="0" algn="l" defTabSz="685800" rtl="0" eaLnBrk="1" latinLnBrk="0" hangingPunct="1">
              <a:lnSpc>
                <a:spcPct val="100000"/>
              </a:lnSpc>
              <a:spcBef>
                <a:spcPts val="0"/>
              </a:spcBef>
              <a:buNone/>
              <a:defRPr kumimoji="0" lang="en-US" sz="525" b="1" i="0" u="none" strike="noStrike" kern="1200" cap="none" spc="0" normalizeH="0" baseline="0" noProof="0" dirty="0" smtClean="0">
                <a:ln>
                  <a:noFill/>
                </a:ln>
                <a:solidFill>
                  <a:srgbClr val="000000"/>
                </a:solidFill>
                <a:effectLst/>
                <a:uLnTx/>
                <a:uFillTx/>
                <a:latin typeface="+mn-lt"/>
                <a:ea typeface="+mn-ea"/>
                <a:cs typeface="+mn-cs"/>
              </a:defRPr>
            </a:lvl1pPr>
            <a:lvl2pPr marL="0" indent="0" algn="l" defTabSz="685800" rtl="0" eaLnBrk="1" latinLnBrk="0" hangingPunct="1">
              <a:lnSpc>
                <a:spcPct val="100000"/>
              </a:lnSpc>
              <a:buNone/>
              <a:defRPr kumimoji="0" lang="en-US" sz="600" b="1" i="0" u="none" strike="noStrike" kern="1200" cap="none" spc="0" normalizeH="0" baseline="0" noProof="0" dirty="0" smtClean="0">
                <a:ln>
                  <a:noFill/>
                </a:ln>
                <a:solidFill>
                  <a:schemeClr val="tx1"/>
                </a:solidFill>
                <a:effectLst/>
                <a:uLnTx/>
                <a:uFillTx/>
                <a:latin typeface="+mn-lt"/>
                <a:ea typeface="+mn-ea"/>
                <a:cs typeface="+mn-cs"/>
              </a:defRPr>
            </a:lvl2pPr>
            <a:lvl3pPr marL="0" indent="0" algn="l" defTabSz="685800" rtl="0" eaLnBrk="1" latinLnBrk="0" hangingPunct="1">
              <a:lnSpc>
                <a:spcPct val="100000"/>
              </a:lnSpc>
              <a:buNone/>
              <a:defRPr kumimoji="0" lang="en-US" sz="600" b="0" i="0" u="none" strike="noStrike" kern="1200" cap="none" spc="0" normalizeH="0" baseline="0" noProof="0" dirty="0" smtClean="0">
                <a:ln>
                  <a:noFill/>
                </a:ln>
                <a:solidFill>
                  <a:srgbClr val="000000"/>
                </a:solidFill>
                <a:effectLst/>
                <a:uLnTx/>
                <a:uFillTx/>
                <a:latin typeface="+mn-lt"/>
                <a:ea typeface="+mn-ea"/>
                <a:cs typeface="+mn-cs"/>
              </a:defRPr>
            </a:lvl3pPr>
            <a:lvl4pPr marL="0" indent="0" algn="l" defTabSz="685800" rtl="0" eaLnBrk="1" latinLnBrk="0" hangingPunct="1">
              <a:lnSpc>
                <a:spcPct val="100000"/>
              </a:lnSpc>
              <a:buNone/>
              <a:defRPr kumimoji="0" lang="en-US" sz="600" b="0" i="0" u="none" strike="noStrike" kern="1200" cap="none" spc="0" normalizeH="0" baseline="0" noProof="0" dirty="0" smtClean="0">
                <a:ln>
                  <a:noFill/>
                </a:ln>
                <a:solidFill>
                  <a:srgbClr val="000000"/>
                </a:solidFill>
                <a:effectLst/>
                <a:uLnTx/>
                <a:uFillTx/>
                <a:latin typeface="+mn-lt"/>
                <a:ea typeface="+mn-ea"/>
                <a:cs typeface="+mn-cs"/>
              </a:defRPr>
            </a:lvl4pPr>
            <a:lvl5pPr marL="0" indent="0" algn="l" defTabSz="685800" rtl="0" eaLnBrk="1" latinLnBrk="0" hangingPunct="1">
              <a:lnSpc>
                <a:spcPct val="100000"/>
              </a:lnSpc>
              <a:buNone/>
              <a:defRPr kumimoji="0" lang="en-US" sz="600" b="0" i="0" u="none" strike="noStrike" kern="1200" cap="none" spc="0" normalizeH="0" baseline="0" noProof="0" dirty="0" smtClean="0">
                <a:ln>
                  <a:noFill/>
                </a:ln>
                <a:solidFill>
                  <a:srgbClr val="000000"/>
                </a:solidFill>
                <a:effectLst/>
                <a:uLnTx/>
                <a:uFillTx/>
                <a:latin typeface="+mn-lt"/>
                <a:ea typeface="+mn-ea"/>
                <a:cs typeface="+mn-cs"/>
              </a:defRPr>
            </a:lvl5pPr>
          </a:lstStyle>
          <a:p>
            <a:pPr lvl="0"/>
            <a:r>
              <a:rPr lang="en-US"/>
              <a:t>Click to edit Master text styles</a:t>
            </a:r>
          </a:p>
        </p:txBody>
      </p:sp>
      <p:sp>
        <p:nvSpPr>
          <p:cNvPr id="22" name="Text Placeholder 36"/>
          <p:cNvSpPr>
            <a:spLocks noGrp="1"/>
          </p:cNvSpPr>
          <p:nvPr>
            <p:ph type="body" sz="quarter" idx="118"/>
          </p:nvPr>
        </p:nvSpPr>
        <p:spPr>
          <a:xfrm>
            <a:off x="2111456" y="2914650"/>
            <a:ext cx="1584000" cy="1584000"/>
          </a:xfrm>
          <a:prstGeom prst="rect">
            <a:avLst/>
          </a:prstGeom>
          <a:solidFill>
            <a:srgbClr val="FFFFFF"/>
          </a:solidFill>
          <a:ln w="9525">
            <a:solidFill>
              <a:srgbClr val="C0C0C0"/>
            </a:solidFill>
          </a:ln>
          <a:effectLst/>
        </p:spPr>
        <p:txBody>
          <a:bodyPr vert="horz" lIns="91440" tIns="457200" rIns="91440" bIns="45720" rtlCol="0" anchor="t" anchorCtr="0">
            <a:normAutofit/>
          </a:bodyPr>
          <a:lstStyle>
            <a:lvl1pPr marL="0" indent="0" algn="l" defTabSz="685800" rtl="0" eaLnBrk="1" latinLnBrk="0" hangingPunct="1">
              <a:lnSpc>
                <a:spcPct val="100000"/>
              </a:lnSpc>
              <a:spcBef>
                <a:spcPts val="150"/>
              </a:spcBef>
              <a:buNone/>
              <a:defRPr kumimoji="0" lang="en-US" sz="600" b="0" i="0" u="none" strike="noStrike" kern="1200" cap="none" spc="0" normalizeH="0" baseline="0" noProof="0" dirty="0" smtClean="0">
                <a:ln>
                  <a:noFill/>
                </a:ln>
                <a:solidFill>
                  <a:srgbClr val="000000"/>
                </a:solidFill>
                <a:effectLst/>
                <a:uLnTx/>
                <a:uFillTx/>
                <a:latin typeface="+mn-lt"/>
                <a:ea typeface="+mn-ea"/>
                <a:cs typeface="+mn-cs"/>
              </a:defRPr>
            </a:lvl1pPr>
            <a:lvl2pPr marL="0" indent="0" algn="l" defTabSz="685800" rtl="0" eaLnBrk="1" latinLnBrk="0" hangingPunct="1">
              <a:lnSpc>
                <a:spcPct val="100000"/>
              </a:lnSpc>
              <a:spcBef>
                <a:spcPts val="150"/>
              </a:spcBef>
              <a:buNone/>
              <a:defRPr kumimoji="0" lang="en-US" sz="525" b="1" i="0" u="none" strike="noStrike" kern="1200" cap="none" spc="0" normalizeH="0" baseline="0" noProof="0" dirty="0" smtClean="0">
                <a:ln>
                  <a:noFill/>
                </a:ln>
                <a:solidFill>
                  <a:srgbClr val="9E3039"/>
                </a:solidFill>
                <a:effectLst/>
                <a:uLnTx/>
                <a:uFillTx/>
                <a:latin typeface="+mn-lt"/>
                <a:ea typeface="+mn-ea"/>
                <a:cs typeface="+mn-cs"/>
              </a:defRPr>
            </a:lvl2pPr>
            <a:lvl3pPr marL="0" indent="0" algn="l" defTabSz="685800" rtl="0" eaLnBrk="1" latinLnBrk="0" hangingPunct="1">
              <a:lnSpc>
                <a:spcPct val="100000"/>
              </a:lnSpc>
              <a:spcBef>
                <a:spcPts val="150"/>
              </a:spcBef>
              <a:buNone/>
              <a:defRPr kumimoji="0" lang="en-US" sz="525" b="0" i="0" u="none" strike="noStrike" kern="1200" cap="none" spc="0" normalizeH="0" baseline="0" noProof="0" dirty="0" smtClean="0">
                <a:ln>
                  <a:noFill/>
                </a:ln>
                <a:solidFill>
                  <a:srgbClr val="000000"/>
                </a:solidFill>
                <a:effectLst/>
                <a:uLnTx/>
                <a:uFillTx/>
                <a:latin typeface="+mn-lt"/>
                <a:ea typeface="+mn-ea"/>
                <a:cs typeface="+mn-cs"/>
              </a:defRPr>
            </a:lvl3pPr>
            <a:lvl4pPr marL="0" indent="0" algn="l" defTabSz="685800" rtl="0" eaLnBrk="1" latinLnBrk="0" hangingPunct="1">
              <a:lnSpc>
                <a:spcPct val="100000"/>
              </a:lnSpc>
              <a:spcBef>
                <a:spcPts val="150"/>
              </a:spcBef>
              <a:buNone/>
              <a:defRPr kumimoji="0" lang="en-US" sz="525" b="0" i="0" u="none" strike="noStrike" kern="1200" cap="none" spc="0" normalizeH="0" baseline="0" noProof="0" dirty="0" smtClean="0">
                <a:ln>
                  <a:noFill/>
                </a:ln>
                <a:solidFill>
                  <a:srgbClr val="000000"/>
                </a:solidFill>
                <a:effectLst/>
                <a:uLnTx/>
                <a:uFillTx/>
                <a:latin typeface="+mn-lt"/>
                <a:ea typeface="+mn-ea"/>
                <a:cs typeface="+mn-cs"/>
              </a:defRPr>
            </a:lvl4pPr>
            <a:lvl5pPr marL="0" indent="0" algn="l" defTabSz="685800" rtl="0" eaLnBrk="1" latinLnBrk="0" hangingPunct="1">
              <a:lnSpc>
                <a:spcPct val="100000"/>
              </a:lnSpc>
              <a:spcBef>
                <a:spcPts val="150"/>
              </a:spcBef>
              <a:buNone/>
              <a:defRPr kumimoji="0" lang="en-US" sz="525" b="0" i="0" u="none" strike="noStrike" kern="1200" cap="none" spc="0" normalizeH="0" baseline="0" noProof="0" dirty="0" smtClean="0">
                <a:ln>
                  <a:noFill/>
                </a:ln>
                <a:solidFill>
                  <a:srgbClr val="000000"/>
                </a:solidFill>
                <a:effectLst/>
                <a:uLnTx/>
                <a:uFillTx/>
                <a:latin typeface="+mn-lt"/>
                <a:ea typeface="+mn-ea"/>
                <a:cs typeface="+mn-cs"/>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23" name="Text Placeholder 36"/>
          <p:cNvSpPr>
            <a:spLocks noGrp="1"/>
          </p:cNvSpPr>
          <p:nvPr>
            <p:ph type="body" sz="quarter" idx="119"/>
          </p:nvPr>
        </p:nvSpPr>
        <p:spPr>
          <a:xfrm>
            <a:off x="2111456" y="4315770"/>
            <a:ext cx="1584000" cy="182880"/>
          </a:xfrm>
          <a:prstGeom prst="rect">
            <a:avLst/>
          </a:prstGeom>
          <a:solidFill>
            <a:srgbClr val="FFFFFF"/>
          </a:solidFill>
          <a:ln w="9525">
            <a:solidFill>
              <a:srgbClr val="C0C0C0"/>
            </a:solidFill>
          </a:ln>
          <a:effectLst/>
        </p:spPr>
        <p:txBody>
          <a:bodyPr vert="horz" lIns="91440" tIns="0" rIns="91440" bIns="0" rtlCol="0" anchor="ctr" anchorCtr="0">
            <a:normAutofit/>
          </a:bodyPr>
          <a:lstStyle>
            <a:lvl1pPr marL="0" indent="0" algn="l" defTabSz="685800" rtl="0" eaLnBrk="1" latinLnBrk="0" hangingPunct="1">
              <a:lnSpc>
                <a:spcPct val="100000"/>
              </a:lnSpc>
              <a:spcBef>
                <a:spcPts val="0"/>
              </a:spcBef>
              <a:buNone/>
              <a:defRPr kumimoji="0" lang="en-US" sz="525" b="1" i="0" u="none" strike="noStrike" kern="1200" cap="none" spc="0" normalizeH="0" baseline="0" noProof="0" dirty="0" smtClean="0">
                <a:ln>
                  <a:noFill/>
                </a:ln>
                <a:solidFill>
                  <a:srgbClr val="000000"/>
                </a:solidFill>
                <a:effectLst/>
                <a:uLnTx/>
                <a:uFillTx/>
                <a:latin typeface="+mn-lt"/>
                <a:ea typeface="+mn-ea"/>
                <a:cs typeface="+mn-cs"/>
              </a:defRPr>
            </a:lvl1pPr>
            <a:lvl2pPr marL="0" indent="0" algn="l" defTabSz="685800" rtl="0" eaLnBrk="1" latinLnBrk="0" hangingPunct="1">
              <a:lnSpc>
                <a:spcPct val="100000"/>
              </a:lnSpc>
              <a:buNone/>
              <a:defRPr kumimoji="0" lang="en-US" sz="600" b="1" i="0" u="none" strike="noStrike" kern="1200" cap="none" spc="0" normalizeH="0" baseline="0" noProof="0" dirty="0" smtClean="0">
                <a:ln>
                  <a:noFill/>
                </a:ln>
                <a:solidFill>
                  <a:schemeClr val="tx1"/>
                </a:solidFill>
                <a:effectLst/>
                <a:uLnTx/>
                <a:uFillTx/>
                <a:latin typeface="+mn-lt"/>
                <a:ea typeface="+mn-ea"/>
                <a:cs typeface="+mn-cs"/>
              </a:defRPr>
            </a:lvl2pPr>
            <a:lvl3pPr marL="0" indent="0" algn="l" defTabSz="685800" rtl="0" eaLnBrk="1" latinLnBrk="0" hangingPunct="1">
              <a:lnSpc>
                <a:spcPct val="100000"/>
              </a:lnSpc>
              <a:buNone/>
              <a:defRPr kumimoji="0" lang="en-US" sz="600" b="0" i="0" u="none" strike="noStrike" kern="1200" cap="none" spc="0" normalizeH="0" baseline="0" noProof="0" dirty="0" smtClean="0">
                <a:ln>
                  <a:noFill/>
                </a:ln>
                <a:solidFill>
                  <a:srgbClr val="000000"/>
                </a:solidFill>
                <a:effectLst/>
                <a:uLnTx/>
                <a:uFillTx/>
                <a:latin typeface="+mn-lt"/>
                <a:ea typeface="+mn-ea"/>
                <a:cs typeface="+mn-cs"/>
              </a:defRPr>
            </a:lvl3pPr>
            <a:lvl4pPr marL="0" indent="0" algn="l" defTabSz="685800" rtl="0" eaLnBrk="1" latinLnBrk="0" hangingPunct="1">
              <a:lnSpc>
                <a:spcPct val="100000"/>
              </a:lnSpc>
              <a:buNone/>
              <a:defRPr kumimoji="0" lang="en-US" sz="600" b="0" i="0" u="none" strike="noStrike" kern="1200" cap="none" spc="0" normalizeH="0" baseline="0" noProof="0" dirty="0" smtClean="0">
                <a:ln>
                  <a:noFill/>
                </a:ln>
                <a:solidFill>
                  <a:srgbClr val="000000"/>
                </a:solidFill>
                <a:effectLst/>
                <a:uLnTx/>
                <a:uFillTx/>
                <a:latin typeface="+mn-lt"/>
                <a:ea typeface="+mn-ea"/>
                <a:cs typeface="+mn-cs"/>
              </a:defRPr>
            </a:lvl4pPr>
            <a:lvl5pPr marL="0" indent="0" algn="l" defTabSz="685800" rtl="0" eaLnBrk="1" latinLnBrk="0" hangingPunct="1">
              <a:lnSpc>
                <a:spcPct val="100000"/>
              </a:lnSpc>
              <a:buNone/>
              <a:defRPr kumimoji="0" lang="en-US" sz="600" b="0" i="0" u="none" strike="noStrike" kern="1200" cap="none" spc="0" normalizeH="0" baseline="0" noProof="0" dirty="0" smtClean="0">
                <a:ln>
                  <a:noFill/>
                </a:ln>
                <a:solidFill>
                  <a:srgbClr val="000000"/>
                </a:solidFill>
                <a:effectLst/>
                <a:uLnTx/>
                <a:uFillTx/>
                <a:latin typeface="+mn-lt"/>
                <a:ea typeface="+mn-ea"/>
                <a:cs typeface="+mn-cs"/>
              </a:defRPr>
            </a:lvl5pPr>
          </a:lstStyle>
          <a:p>
            <a:pPr lvl="0"/>
            <a:r>
              <a:rPr lang="en-US"/>
              <a:t>Click to edit Master text styles</a:t>
            </a:r>
          </a:p>
        </p:txBody>
      </p:sp>
      <p:sp>
        <p:nvSpPr>
          <p:cNvPr id="24" name="Text Placeholder 36"/>
          <p:cNvSpPr>
            <a:spLocks noGrp="1"/>
          </p:cNvSpPr>
          <p:nvPr>
            <p:ph type="body" sz="quarter" idx="120"/>
          </p:nvPr>
        </p:nvSpPr>
        <p:spPr>
          <a:xfrm>
            <a:off x="3772062" y="4623125"/>
            <a:ext cx="1584000" cy="1584000"/>
          </a:xfrm>
          <a:prstGeom prst="rect">
            <a:avLst/>
          </a:prstGeom>
          <a:solidFill>
            <a:srgbClr val="FFFFFF"/>
          </a:solidFill>
          <a:ln w="9525">
            <a:solidFill>
              <a:srgbClr val="C0C0C0"/>
            </a:solidFill>
          </a:ln>
          <a:effectLst/>
        </p:spPr>
        <p:txBody>
          <a:bodyPr vert="horz" lIns="91440" tIns="457200" rIns="91440" bIns="45720" rtlCol="0" anchor="t" anchorCtr="0">
            <a:normAutofit/>
          </a:bodyPr>
          <a:lstStyle>
            <a:lvl1pPr marL="0" indent="0" algn="l" defTabSz="685800" rtl="0" eaLnBrk="1" latinLnBrk="0" hangingPunct="1">
              <a:lnSpc>
                <a:spcPct val="100000"/>
              </a:lnSpc>
              <a:spcBef>
                <a:spcPts val="150"/>
              </a:spcBef>
              <a:buNone/>
              <a:defRPr kumimoji="0" lang="en-US" sz="600" b="0" i="0" u="none" strike="noStrike" kern="1200" cap="none" spc="0" normalizeH="0" baseline="0" noProof="0" dirty="0" smtClean="0">
                <a:ln>
                  <a:noFill/>
                </a:ln>
                <a:solidFill>
                  <a:srgbClr val="000000"/>
                </a:solidFill>
                <a:effectLst/>
                <a:uLnTx/>
                <a:uFillTx/>
                <a:latin typeface="+mn-lt"/>
                <a:ea typeface="+mn-ea"/>
                <a:cs typeface="+mn-cs"/>
              </a:defRPr>
            </a:lvl1pPr>
            <a:lvl2pPr marL="0" indent="0" algn="l" defTabSz="685800" rtl="0" eaLnBrk="1" latinLnBrk="0" hangingPunct="1">
              <a:lnSpc>
                <a:spcPct val="100000"/>
              </a:lnSpc>
              <a:spcBef>
                <a:spcPts val="150"/>
              </a:spcBef>
              <a:buNone/>
              <a:defRPr kumimoji="0" lang="en-US" sz="525" b="1" i="0" u="none" strike="noStrike" kern="1200" cap="none" spc="0" normalizeH="0" baseline="0" noProof="0" dirty="0" smtClean="0">
                <a:ln>
                  <a:noFill/>
                </a:ln>
                <a:solidFill>
                  <a:srgbClr val="9E3039"/>
                </a:solidFill>
                <a:effectLst/>
                <a:uLnTx/>
                <a:uFillTx/>
                <a:latin typeface="+mn-lt"/>
                <a:ea typeface="+mn-ea"/>
                <a:cs typeface="+mn-cs"/>
              </a:defRPr>
            </a:lvl2pPr>
            <a:lvl3pPr marL="0" indent="0" algn="l" defTabSz="685800" rtl="0" eaLnBrk="1" latinLnBrk="0" hangingPunct="1">
              <a:lnSpc>
                <a:spcPct val="100000"/>
              </a:lnSpc>
              <a:spcBef>
                <a:spcPts val="150"/>
              </a:spcBef>
              <a:buNone/>
              <a:defRPr kumimoji="0" lang="en-US" sz="525" b="0" i="0" u="none" strike="noStrike" kern="1200" cap="none" spc="0" normalizeH="0" baseline="0" noProof="0" dirty="0" smtClean="0">
                <a:ln>
                  <a:noFill/>
                </a:ln>
                <a:solidFill>
                  <a:srgbClr val="000000"/>
                </a:solidFill>
                <a:effectLst/>
                <a:uLnTx/>
                <a:uFillTx/>
                <a:latin typeface="+mn-lt"/>
                <a:ea typeface="+mn-ea"/>
                <a:cs typeface="+mn-cs"/>
              </a:defRPr>
            </a:lvl3pPr>
            <a:lvl4pPr marL="0" indent="0" algn="l" defTabSz="685800" rtl="0" eaLnBrk="1" latinLnBrk="0" hangingPunct="1">
              <a:lnSpc>
                <a:spcPct val="100000"/>
              </a:lnSpc>
              <a:spcBef>
                <a:spcPts val="150"/>
              </a:spcBef>
              <a:buNone/>
              <a:defRPr kumimoji="0" lang="en-US" sz="525" b="0" i="0" u="none" strike="noStrike" kern="1200" cap="none" spc="0" normalizeH="0" baseline="0" noProof="0" dirty="0" smtClean="0">
                <a:ln>
                  <a:noFill/>
                </a:ln>
                <a:solidFill>
                  <a:srgbClr val="000000"/>
                </a:solidFill>
                <a:effectLst/>
                <a:uLnTx/>
                <a:uFillTx/>
                <a:latin typeface="+mn-lt"/>
                <a:ea typeface="+mn-ea"/>
                <a:cs typeface="+mn-cs"/>
              </a:defRPr>
            </a:lvl4pPr>
            <a:lvl5pPr marL="0" indent="0" algn="l" defTabSz="685800" rtl="0" eaLnBrk="1" latinLnBrk="0" hangingPunct="1">
              <a:lnSpc>
                <a:spcPct val="100000"/>
              </a:lnSpc>
              <a:spcBef>
                <a:spcPts val="150"/>
              </a:spcBef>
              <a:buNone/>
              <a:defRPr kumimoji="0" lang="en-US" sz="525" b="0" i="0" u="none" strike="noStrike" kern="1200" cap="none" spc="0" normalizeH="0" baseline="0" noProof="0" dirty="0" smtClean="0">
                <a:ln>
                  <a:noFill/>
                </a:ln>
                <a:solidFill>
                  <a:srgbClr val="000000"/>
                </a:solidFill>
                <a:effectLst/>
                <a:uLnTx/>
                <a:uFillTx/>
                <a:latin typeface="+mn-lt"/>
                <a:ea typeface="+mn-ea"/>
                <a:cs typeface="+mn-cs"/>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25" name="Text Placeholder 36"/>
          <p:cNvSpPr>
            <a:spLocks noGrp="1"/>
          </p:cNvSpPr>
          <p:nvPr>
            <p:ph type="body" sz="quarter" idx="121"/>
          </p:nvPr>
        </p:nvSpPr>
        <p:spPr>
          <a:xfrm>
            <a:off x="3772062" y="6024245"/>
            <a:ext cx="1584000" cy="182880"/>
          </a:xfrm>
          <a:prstGeom prst="rect">
            <a:avLst/>
          </a:prstGeom>
          <a:solidFill>
            <a:srgbClr val="FFFFFF"/>
          </a:solidFill>
          <a:ln w="9525">
            <a:solidFill>
              <a:srgbClr val="C0C0C0"/>
            </a:solidFill>
          </a:ln>
          <a:effectLst/>
        </p:spPr>
        <p:txBody>
          <a:bodyPr vert="horz" lIns="91440" tIns="0" rIns="91440" bIns="0" rtlCol="0" anchor="ctr" anchorCtr="0">
            <a:normAutofit/>
          </a:bodyPr>
          <a:lstStyle>
            <a:lvl1pPr marL="0" indent="0" algn="l" defTabSz="685800" rtl="0" eaLnBrk="1" latinLnBrk="0" hangingPunct="1">
              <a:lnSpc>
                <a:spcPct val="100000"/>
              </a:lnSpc>
              <a:spcBef>
                <a:spcPts val="0"/>
              </a:spcBef>
              <a:buNone/>
              <a:defRPr kumimoji="0" lang="en-US" sz="525" b="1" i="0" u="none" strike="noStrike" kern="1200" cap="none" spc="0" normalizeH="0" baseline="0" noProof="0" dirty="0" smtClean="0">
                <a:ln>
                  <a:noFill/>
                </a:ln>
                <a:solidFill>
                  <a:srgbClr val="000000"/>
                </a:solidFill>
                <a:effectLst/>
                <a:uLnTx/>
                <a:uFillTx/>
                <a:latin typeface="+mn-lt"/>
                <a:ea typeface="+mn-ea"/>
                <a:cs typeface="+mn-cs"/>
              </a:defRPr>
            </a:lvl1pPr>
            <a:lvl2pPr marL="0" indent="0" algn="l" defTabSz="685800" rtl="0" eaLnBrk="1" latinLnBrk="0" hangingPunct="1">
              <a:lnSpc>
                <a:spcPct val="100000"/>
              </a:lnSpc>
              <a:buNone/>
              <a:defRPr kumimoji="0" lang="en-US" sz="600" b="1" i="0" u="none" strike="noStrike" kern="1200" cap="none" spc="0" normalizeH="0" baseline="0" noProof="0" dirty="0" smtClean="0">
                <a:ln>
                  <a:noFill/>
                </a:ln>
                <a:solidFill>
                  <a:schemeClr val="tx1"/>
                </a:solidFill>
                <a:effectLst/>
                <a:uLnTx/>
                <a:uFillTx/>
                <a:latin typeface="+mn-lt"/>
                <a:ea typeface="+mn-ea"/>
                <a:cs typeface="+mn-cs"/>
              </a:defRPr>
            </a:lvl2pPr>
            <a:lvl3pPr marL="0" indent="0" algn="l" defTabSz="685800" rtl="0" eaLnBrk="1" latinLnBrk="0" hangingPunct="1">
              <a:lnSpc>
                <a:spcPct val="100000"/>
              </a:lnSpc>
              <a:buNone/>
              <a:defRPr kumimoji="0" lang="en-US" sz="600" b="0" i="0" u="none" strike="noStrike" kern="1200" cap="none" spc="0" normalizeH="0" baseline="0" noProof="0" dirty="0" smtClean="0">
                <a:ln>
                  <a:noFill/>
                </a:ln>
                <a:solidFill>
                  <a:srgbClr val="000000"/>
                </a:solidFill>
                <a:effectLst/>
                <a:uLnTx/>
                <a:uFillTx/>
                <a:latin typeface="+mn-lt"/>
                <a:ea typeface="+mn-ea"/>
                <a:cs typeface="+mn-cs"/>
              </a:defRPr>
            </a:lvl3pPr>
            <a:lvl4pPr marL="0" indent="0" algn="l" defTabSz="685800" rtl="0" eaLnBrk="1" latinLnBrk="0" hangingPunct="1">
              <a:lnSpc>
                <a:spcPct val="100000"/>
              </a:lnSpc>
              <a:buNone/>
              <a:defRPr kumimoji="0" lang="en-US" sz="600" b="0" i="0" u="none" strike="noStrike" kern="1200" cap="none" spc="0" normalizeH="0" baseline="0" noProof="0" dirty="0" smtClean="0">
                <a:ln>
                  <a:noFill/>
                </a:ln>
                <a:solidFill>
                  <a:srgbClr val="000000"/>
                </a:solidFill>
                <a:effectLst/>
                <a:uLnTx/>
                <a:uFillTx/>
                <a:latin typeface="+mn-lt"/>
                <a:ea typeface="+mn-ea"/>
                <a:cs typeface="+mn-cs"/>
              </a:defRPr>
            </a:lvl4pPr>
            <a:lvl5pPr marL="0" indent="0" algn="l" defTabSz="685800" rtl="0" eaLnBrk="1" latinLnBrk="0" hangingPunct="1">
              <a:lnSpc>
                <a:spcPct val="100000"/>
              </a:lnSpc>
              <a:buNone/>
              <a:defRPr kumimoji="0" lang="en-US" sz="600" b="0" i="0" u="none" strike="noStrike" kern="1200" cap="none" spc="0" normalizeH="0" baseline="0" noProof="0" dirty="0" smtClean="0">
                <a:ln>
                  <a:noFill/>
                </a:ln>
                <a:solidFill>
                  <a:srgbClr val="000000"/>
                </a:solidFill>
                <a:effectLst/>
                <a:uLnTx/>
                <a:uFillTx/>
                <a:latin typeface="+mn-lt"/>
                <a:ea typeface="+mn-ea"/>
                <a:cs typeface="+mn-cs"/>
              </a:defRPr>
            </a:lvl5pPr>
          </a:lstStyle>
          <a:p>
            <a:pPr lvl="0"/>
            <a:r>
              <a:rPr lang="en-US"/>
              <a:t>Click to edit Master text styles</a:t>
            </a:r>
          </a:p>
        </p:txBody>
      </p:sp>
      <p:sp>
        <p:nvSpPr>
          <p:cNvPr id="26" name="Text Placeholder 36"/>
          <p:cNvSpPr>
            <a:spLocks noGrp="1"/>
          </p:cNvSpPr>
          <p:nvPr>
            <p:ph type="body" sz="quarter" idx="122"/>
          </p:nvPr>
        </p:nvSpPr>
        <p:spPr>
          <a:xfrm>
            <a:off x="3772062" y="2914650"/>
            <a:ext cx="1584000" cy="1584000"/>
          </a:xfrm>
          <a:prstGeom prst="rect">
            <a:avLst/>
          </a:prstGeom>
          <a:solidFill>
            <a:srgbClr val="FFFFFF"/>
          </a:solidFill>
          <a:ln w="9525">
            <a:solidFill>
              <a:srgbClr val="C0C0C0"/>
            </a:solidFill>
          </a:ln>
          <a:effectLst/>
        </p:spPr>
        <p:txBody>
          <a:bodyPr vert="horz" lIns="91440" tIns="457200" rIns="91440" bIns="45720" rtlCol="0" anchor="t" anchorCtr="0">
            <a:normAutofit/>
          </a:bodyPr>
          <a:lstStyle>
            <a:lvl1pPr marL="0" indent="0" algn="l" defTabSz="685800" rtl="0" eaLnBrk="1" latinLnBrk="0" hangingPunct="1">
              <a:lnSpc>
                <a:spcPct val="100000"/>
              </a:lnSpc>
              <a:spcBef>
                <a:spcPts val="150"/>
              </a:spcBef>
              <a:buNone/>
              <a:defRPr kumimoji="0" lang="en-US" sz="600" b="0" i="0" u="none" strike="noStrike" kern="1200" cap="none" spc="0" normalizeH="0" baseline="0" noProof="0" dirty="0" smtClean="0">
                <a:ln>
                  <a:noFill/>
                </a:ln>
                <a:solidFill>
                  <a:srgbClr val="000000"/>
                </a:solidFill>
                <a:effectLst/>
                <a:uLnTx/>
                <a:uFillTx/>
                <a:latin typeface="+mn-lt"/>
                <a:ea typeface="+mn-ea"/>
                <a:cs typeface="+mn-cs"/>
              </a:defRPr>
            </a:lvl1pPr>
            <a:lvl2pPr marL="0" indent="0" algn="l" defTabSz="685800" rtl="0" eaLnBrk="1" latinLnBrk="0" hangingPunct="1">
              <a:lnSpc>
                <a:spcPct val="100000"/>
              </a:lnSpc>
              <a:spcBef>
                <a:spcPts val="150"/>
              </a:spcBef>
              <a:buNone/>
              <a:defRPr kumimoji="0" lang="en-US" sz="525" b="1" i="0" u="none" strike="noStrike" kern="1200" cap="none" spc="0" normalizeH="0" baseline="0" noProof="0" dirty="0" smtClean="0">
                <a:ln>
                  <a:noFill/>
                </a:ln>
                <a:solidFill>
                  <a:srgbClr val="9E3039"/>
                </a:solidFill>
                <a:effectLst/>
                <a:uLnTx/>
                <a:uFillTx/>
                <a:latin typeface="+mn-lt"/>
                <a:ea typeface="+mn-ea"/>
                <a:cs typeface="+mn-cs"/>
              </a:defRPr>
            </a:lvl2pPr>
            <a:lvl3pPr marL="0" indent="0" algn="l" defTabSz="685800" rtl="0" eaLnBrk="1" latinLnBrk="0" hangingPunct="1">
              <a:lnSpc>
                <a:spcPct val="100000"/>
              </a:lnSpc>
              <a:spcBef>
                <a:spcPts val="150"/>
              </a:spcBef>
              <a:buNone/>
              <a:defRPr kumimoji="0" lang="en-US" sz="525" b="0" i="0" u="none" strike="noStrike" kern="1200" cap="none" spc="0" normalizeH="0" baseline="0" noProof="0" dirty="0" smtClean="0">
                <a:ln>
                  <a:noFill/>
                </a:ln>
                <a:solidFill>
                  <a:srgbClr val="000000"/>
                </a:solidFill>
                <a:effectLst/>
                <a:uLnTx/>
                <a:uFillTx/>
                <a:latin typeface="+mn-lt"/>
                <a:ea typeface="+mn-ea"/>
                <a:cs typeface="+mn-cs"/>
              </a:defRPr>
            </a:lvl3pPr>
            <a:lvl4pPr marL="0" indent="0" algn="l" defTabSz="685800" rtl="0" eaLnBrk="1" latinLnBrk="0" hangingPunct="1">
              <a:lnSpc>
                <a:spcPct val="100000"/>
              </a:lnSpc>
              <a:spcBef>
                <a:spcPts val="150"/>
              </a:spcBef>
              <a:buNone/>
              <a:defRPr kumimoji="0" lang="en-US" sz="525" b="0" i="0" u="none" strike="noStrike" kern="1200" cap="none" spc="0" normalizeH="0" baseline="0" noProof="0" dirty="0" smtClean="0">
                <a:ln>
                  <a:noFill/>
                </a:ln>
                <a:solidFill>
                  <a:srgbClr val="000000"/>
                </a:solidFill>
                <a:effectLst/>
                <a:uLnTx/>
                <a:uFillTx/>
                <a:latin typeface="+mn-lt"/>
                <a:ea typeface="+mn-ea"/>
                <a:cs typeface="+mn-cs"/>
              </a:defRPr>
            </a:lvl4pPr>
            <a:lvl5pPr marL="0" indent="0" algn="l" defTabSz="685800" rtl="0" eaLnBrk="1" latinLnBrk="0" hangingPunct="1">
              <a:lnSpc>
                <a:spcPct val="100000"/>
              </a:lnSpc>
              <a:spcBef>
                <a:spcPts val="150"/>
              </a:spcBef>
              <a:buNone/>
              <a:defRPr kumimoji="0" lang="en-US" sz="525" b="0" i="0" u="none" strike="noStrike" kern="1200" cap="none" spc="0" normalizeH="0" baseline="0" noProof="0" dirty="0" smtClean="0">
                <a:ln>
                  <a:noFill/>
                </a:ln>
                <a:solidFill>
                  <a:srgbClr val="000000"/>
                </a:solidFill>
                <a:effectLst/>
                <a:uLnTx/>
                <a:uFillTx/>
                <a:latin typeface="+mn-lt"/>
                <a:ea typeface="+mn-ea"/>
                <a:cs typeface="+mn-cs"/>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27" name="Text Placeholder 36"/>
          <p:cNvSpPr>
            <a:spLocks noGrp="1"/>
          </p:cNvSpPr>
          <p:nvPr>
            <p:ph type="body" sz="quarter" idx="123"/>
          </p:nvPr>
        </p:nvSpPr>
        <p:spPr>
          <a:xfrm>
            <a:off x="3772062" y="4315770"/>
            <a:ext cx="1584000" cy="182880"/>
          </a:xfrm>
          <a:prstGeom prst="rect">
            <a:avLst/>
          </a:prstGeom>
          <a:solidFill>
            <a:srgbClr val="FFFFFF"/>
          </a:solidFill>
          <a:ln w="9525">
            <a:solidFill>
              <a:srgbClr val="C0C0C0"/>
            </a:solidFill>
          </a:ln>
          <a:effectLst/>
        </p:spPr>
        <p:txBody>
          <a:bodyPr vert="horz" lIns="91440" tIns="0" rIns="91440" bIns="0" rtlCol="0" anchor="ctr" anchorCtr="0">
            <a:normAutofit/>
          </a:bodyPr>
          <a:lstStyle>
            <a:lvl1pPr marL="0" indent="0" algn="l" defTabSz="685800" rtl="0" eaLnBrk="1" latinLnBrk="0" hangingPunct="1">
              <a:lnSpc>
                <a:spcPct val="100000"/>
              </a:lnSpc>
              <a:spcBef>
                <a:spcPts val="0"/>
              </a:spcBef>
              <a:buNone/>
              <a:defRPr kumimoji="0" lang="en-US" sz="525" b="1" i="0" u="none" strike="noStrike" kern="1200" cap="none" spc="0" normalizeH="0" baseline="0" noProof="0" dirty="0" smtClean="0">
                <a:ln>
                  <a:noFill/>
                </a:ln>
                <a:solidFill>
                  <a:srgbClr val="000000"/>
                </a:solidFill>
                <a:effectLst/>
                <a:uLnTx/>
                <a:uFillTx/>
                <a:latin typeface="+mn-lt"/>
                <a:ea typeface="+mn-ea"/>
                <a:cs typeface="+mn-cs"/>
              </a:defRPr>
            </a:lvl1pPr>
            <a:lvl2pPr marL="0" indent="0" algn="l" defTabSz="685800" rtl="0" eaLnBrk="1" latinLnBrk="0" hangingPunct="1">
              <a:lnSpc>
                <a:spcPct val="100000"/>
              </a:lnSpc>
              <a:buNone/>
              <a:defRPr kumimoji="0" lang="en-US" sz="600" b="1" i="0" u="none" strike="noStrike" kern="1200" cap="none" spc="0" normalizeH="0" baseline="0" noProof="0" dirty="0" smtClean="0">
                <a:ln>
                  <a:noFill/>
                </a:ln>
                <a:solidFill>
                  <a:schemeClr val="tx1"/>
                </a:solidFill>
                <a:effectLst/>
                <a:uLnTx/>
                <a:uFillTx/>
                <a:latin typeface="+mn-lt"/>
                <a:ea typeface="+mn-ea"/>
                <a:cs typeface="+mn-cs"/>
              </a:defRPr>
            </a:lvl2pPr>
            <a:lvl3pPr marL="0" indent="0" algn="l" defTabSz="685800" rtl="0" eaLnBrk="1" latinLnBrk="0" hangingPunct="1">
              <a:lnSpc>
                <a:spcPct val="100000"/>
              </a:lnSpc>
              <a:buNone/>
              <a:defRPr kumimoji="0" lang="en-US" sz="600" b="0" i="0" u="none" strike="noStrike" kern="1200" cap="none" spc="0" normalizeH="0" baseline="0" noProof="0" dirty="0" smtClean="0">
                <a:ln>
                  <a:noFill/>
                </a:ln>
                <a:solidFill>
                  <a:srgbClr val="000000"/>
                </a:solidFill>
                <a:effectLst/>
                <a:uLnTx/>
                <a:uFillTx/>
                <a:latin typeface="+mn-lt"/>
                <a:ea typeface="+mn-ea"/>
                <a:cs typeface="+mn-cs"/>
              </a:defRPr>
            </a:lvl3pPr>
            <a:lvl4pPr marL="0" indent="0" algn="l" defTabSz="685800" rtl="0" eaLnBrk="1" latinLnBrk="0" hangingPunct="1">
              <a:lnSpc>
                <a:spcPct val="100000"/>
              </a:lnSpc>
              <a:buNone/>
              <a:defRPr kumimoji="0" lang="en-US" sz="600" b="0" i="0" u="none" strike="noStrike" kern="1200" cap="none" spc="0" normalizeH="0" baseline="0" noProof="0" dirty="0" smtClean="0">
                <a:ln>
                  <a:noFill/>
                </a:ln>
                <a:solidFill>
                  <a:srgbClr val="000000"/>
                </a:solidFill>
                <a:effectLst/>
                <a:uLnTx/>
                <a:uFillTx/>
                <a:latin typeface="+mn-lt"/>
                <a:ea typeface="+mn-ea"/>
                <a:cs typeface="+mn-cs"/>
              </a:defRPr>
            </a:lvl4pPr>
            <a:lvl5pPr marL="0" indent="0" algn="l" defTabSz="685800" rtl="0" eaLnBrk="1" latinLnBrk="0" hangingPunct="1">
              <a:lnSpc>
                <a:spcPct val="100000"/>
              </a:lnSpc>
              <a:buNone/>
              <a:defRPr kumimoji="0" lang="en-US" sz="600" b="0" i="0" u="none" strike="noStrike" kern="1200" cap="none" spc="0" normalizeH="0" baseline="0" noProof="0" dirty="0" smtClean="0">
                <a:ln>
                  <a:noFill/>
                </a:ln>
                <a:solidFill>
                  <a:srgbClr val="000000"/>
                </a:solidFill>
                <a:effectLst/>
                <a:uLnTx/>
                <a:uFillTx/>
                <a:latin typeface="+mn-lt"/>
                <a:ea typeface="+mn-ea"/>
                <a:cs typeface="+mn-cs"/>
              </a:defRPr>
            </a:lvl5pPr>
          </a:lstStyle>
          <a:p>
            <a:pPr lvl="0"/>
            <a:r>
              <a:rPr lang="en-US"/>
              <a:t>Click to edit Master text styles</a:t>
            </a:r>
          </a:p>
        </p:txBody>
      </p:sp>
      <p:sp>
        <p:nvSpPr>
          <p:cNvPr id="28" name="Text Placeholder 36"/>
          <p:cNvSpPr>
            <a:spLocks noGrp="1"/>
          </p:cNvSpPr>
          <p:nvPr>
            <p:ph type="body" sz="quarter" idx="124"/>
          </p:nvPr>
        </p:nvSpPr>
        <p:spPr>
          <a:xfrm>
            <a:off x="5432668" y="4623125"/>
            <a:ext cx="1584000" cy="1584000"/>
          </a:xfrm>
          <a:prstGeom prst="rect">
            <a:avLst/>
          </a:prstGeom>
          <a:solidFill>
            <a:srgbClr val="FFFFFF"/>
          </a:solidFill>
          <a:ln w="9525">
            <a:solidFill>
              <a:srgbClr val="C0C0C0"/>
            </a:solidFill>
          </a:ln>
          <a:effectLst/>
        </p:spPr>
        <p:txBody>
          <a:bodyPr vert="horz" lIns="91440" tIns="457200" rIns="91440" bIns="45720" rtlCol="0" anchor="t" anchorCtr="0">
            <a:normAutofit/>
          </a:bodyPr>
          <a:lstStyle>
            <a:lvl1pPr marL="0" indent="0" algn="l" defTabSz="685800" rtl="0" eaLnBrk="1" latinLnBrk="0" hangingPunct="1">
              <a:lnSpc>
                <a:spcPct val="100000"/>
              </a:lnSpc>
              <a:spcBef>
                <a:spcPts val="150"/>
              </a:spcBef>
              <a:buNone/>
              <a:defRPr kumimoji="0" lang="en-US" sz="600" b="0" i="0" u="none" strike="noStrike" kern="1200" cap="none" spc="0" normalizeH="0" baseline="0" noProof="0" dirty="0" smtClean="0">
                <a:ln>
                  <a:noFill/>
                </a:ln>
                <a:solidFill>
                  <a:srgbClr val="000000"/>
                </a:solidFill>
                <a:effectLst/>
                <a:uLnTx/>
                <a:uFillTx/>
                <a:latin typeface="+mn-lt"/>
                <a:ea typeface="+mn-ea"/>
                <a:cs typeface="+mn-cs"/>
              </a:defRPr>
            </a:lvl1pPr>
            <a:lvl2pPr marL="0" indent="0" algn="l" defTabSz="685800" rtl="0" eaLnBrk="1" latinLnBrk="0" hangingPunct="1">
              <a:lnSpc>
                <a:spcPct val="100000"/>
              </a:lnSpc>
              <a:spcBef>
                <a:spcPts val="150"/>
              </a:spcBef>
              <a:buNone/>
              <a:defRPr kumimoji="0" lang="en-US" sz="525" b="1" i="0" u="none" strike="noStrike" kern="1200" cap="none" spc="0" normalizeH="0" baseline="0" noProof="0" dirty="0" smtClean="0">
                <a:ln>
                  <a:noFill/>
                </a:ln>
                <a:solidFill>
                  <a:srgbClr val="9E3039"/>
                </a:solidFill>
                <a:effectLst/>
                <a:uLnTx/>
                <a:uFillTx/>
                <a:latin typeface="+mn-lt"/>
                <a:ea typeface="+mn-ea"/>
                <a:cs typeface="+mn-cs"/>
              </a:defRPr>
            </a:lvl2pPr>
            <a:lvl3pPr marL="0" indent="0" algn="l" defTabSz="685800" rtl="0" eaLnBrk="1" latinLnBrk="0" hangingPunct="1">
              <a:lnSpc>
                <a:spcPct val="100000"/>
              </a:lnSpc>
              <a:spcBef>
                <a:spcPts val="150"/>
              </a:spcBef>
              <a:buNone/>
              <a:defRPr kumimoji="0" lang="en-US" sz="525" b="0" i="0" u="none" strike="noStrike" kern="1200" cap="none" spc="0" normalizeH="0" baseline="0" noProof="0" dirty="0" smtClean="0">
                <a:ln>
                  <a:noFill/>
                </a:ln>
                <a:solidFill>
                  <a:srgbClr val="000000"/>
                </a:solidFill>
                <a:effectLst/>
                <a:uLnTx/>
                <a:uFillTx/>
                <a:latin typeface="+mn-lt"/>
                <a:ea typeface="+mn-ea"/>
                <a:cs typeface="+mn-cs"/>
              </a:defRPr>
            </a:lvl3pPr>
            <a:lvl4pPr marL="0" indent="0" algn="l" defTabSz="685800" rtl="0" eaLnBrk="1" latinLnBrk="0" hangingPunct="1">
              <a:lnSpc>
                <a:spcPct val="100000"/>
              </a:lnSpc>
              <a:spcBef>
                <a:spcPts val="150"/>
              </a:spcBef>
              <a:buNone/>
              <a:defRPr kumimoji="0" lang="en-US" sz="525" b="0" i="0" u="none" strike="noStrike" kern="1200" cap="none" spc="0" normalizeH="0" baseline="0" noProof="0" dirty="0" smtClean="0">
                <a:ln>
                  <a:noFill/>
                </a:ln>
                <a:solidFill>
                  <a:srgbClr val="000000"/>
                </a:solidFill>
                <a:effectLst/>
                <a:uLnTx/>
                <a:uFillTx/>
                <a:latin typeface="+mn-lt"/>
                <a:ea typeface="+mn-ea"/>
                <a:cs typeface="+mn-cs"/>
              </a:defRPr>
            </a:lvl4pPr>
            <a:lvl5pPr marL="0" indent="0" algn="l" defTabSz="685800" rtl="0" eaLnBrk="1" latinLnBrk="0" hangingPunct="1">
              <a:lnSpc>
                <a:spcPct val="100000"/>
              </a:lnSpc>
              <a:spcBef>
                <a:spcPts val="150"/>
              </a:spcBef>
              <a:buNone/>
              <a:defRPr kumimoji="0" lang="en-US" sz="525" b="0" i="0" u="none" strike="noStrike" kern="1200" cap="none" spc="0" normalizeH="0" baseline="0" noProof="0" dirty="0" smtClean="0">
                <a:ln>
                  <a:noFill/>
                </a:ln>
                <a:solidFill>
                  <a:srgbClr val="000000"/>
                </a:solidFill>
                <a:effectLst/>
                <a:uLnTx/>
                <a:uFillTx/>
                <a:latin typeface="+mn-lt"/>
                <a:ea typeface="+mn-ea"/>
                <a:cs typeface="+mn-cs"/>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29" name="Text Placeholder 36"/>
          <p:cNvSpPr>
            <a:spLocks noGrp="1"/>
          </p:cNvSpPr>
          <p:nvPr>
            <p:ph type="body" sz="quarter" idx="125"/>
          </p:nvPr>
        </p:nvSpPr>
        <p:spPr>
          <a:xfrm>
            <a:off x="5432668" y="6024245"/>
            <a:ext cx="1584000" cy="182880"/>
          </a:xfrm>
          <a:prstGeom prst="rect">
            <a:avLst/>
          </a:prstGeom>
          <a:solidFill>
            <a:srgbClr val="FFFFFF"/>
          </a:solidFill>
          <a:ln w="9525">
            <a:solidFill>
              <a:srgbClr val="C0C0C0"/>
            </a:solidFill>
          </a:ln>
          <a:effectLst/>
        </p:spPr>
        <p:txBody>
          <a:bodyPr vert="horz" lIns="91440" tIns="0" rIns="91440" bIns="0" rtlCol="0" anchor="ctr" anchorCtr="0">
            <a:normAutofit/>
          </a:bodyPr>
          <a:lstStyle>
            <a:lvl1pPr marL="0" indent="0" algn="l" defTabSz="685800" rtl="0" eaLnBrk="1" latinLnBrk="0" hangingPunct="1">
              <a:lnSpc>
                <a:spcPct val="100000"/>
              </a:lnSpc>
              <a:spcBef>
                <a:spcPts val="0"/>
              </a:spcBef>
              <a:buNone/>
              <a:defRPr kumimoji="0" lang="en-US" sz="525" b="1" i="0" u="none" strike="noStrike" kern="1200" cap="none" spc="0" normalizeH="0" baseline="0" noProof="0" dirty="0" smtClean="0">
                <a:ln>
                  <a:noFill/>
                </a:ln>
                <a:solidFill>
                  <a:srgbClr val="000000"/>
                </a:solidFill>
                <a:effectLst/>
                <a:uLnTx/>
                <a:uFillTx/>
                <a:latin typeface="+mn-lt"/>
                <a:ea typeface="+mn-ea"/>
                <a:cs typeface="+mn-cs"/>
              </a:defRPr>
            </a:lvl1pPr>
            <a:lvl2pPr marL="0" indent="0" algn="l" defTabSz="685800" rtl="0" eaLnBrk="1" latinLnBrk="0" hangingPunct="1">
              <a:lnSpc>
                <a:spcPct val="100000"/>
              </a:lnSpc>
              <a:buNone/>
              <a:defRPr kumimoji="0" lang="en-US" sz="600" b="1" i="0" u="none" strike="noStrike" kern="1200" cap="none" spc="0" normalizeH="0" baseline="0" noProof="0" dirty="0" smtClean="0">
                <a:ln>
                  <a:noFill/>
                </a:ln>
                <a:solidFill>
                  <a:schemeClr val="tx1"/>
                </a:solidFill>
                <a:effectLst/>
                <a:uLnTx/>
                <a:uFillTx/>
                <a:latin typeface="+mn-lt"/>
                <a:ea typeface="+mn-ea"/>
                <a:cs typeface="+mn-cs"/>
              </a:defRPr>
            </a:lvl2pPr>
            <a:lvl3pPr marL="0" indent="0" algn="l" defTabSz="685800" rtl="0" eaLnBrk="1" latinLnBrk="0" hangingPunct="1">
              <a:lnSpc>
                <a:spcPct val="100000"/>
              </a:lnSpc>
              <a:buNone/>
              <a:defRPr kumimoji="0" lang="en-US" sz="600" b="0" i="0" u="none" strike="noStrike" kern="1200" cap="none" spc="0" normalizeH="0" baseline="0" noProof="0" dirty="0" smtClean="0">
                <a:ln>
                  <a:noFill/>
                </a:ln>
                <a:solidFill>
                  <a:srgbClr val="000000"/>
                </a:solidFill>
                <a:effectLst/>
                <a:uLnTx/>
                <a:uFillTx/>
                <a:latin typeface="+mn-lt"/>
                <a:ea typeface="+mn-ea"/>
                <a:cs typeface="+mn-cs"/>
              </a:defRPr>
            </a:lvl3pPr>
            <a:lvl4pPr marL="0" indent="0" algn="l" defTabSz="685800" rtl="0" eaLnBrk="1" latinLnBrk="0" hangingPunct="1">
              <a:lnSpc>
                <a:spcPct val="100000"/>
              </a:lnSpc>
              <a:buNone/>
              <a:defRPr kumimoji="0" lang="en-US" sz="600" b="0" i="0" u="none" strike="noStrike" kern="1200" cap="none" spc="0" normalizeH="0" baseline="0" noProof="0" dirty="0" smtClean="0">
                <a:ln>
                  <a:noFill/>
                </a:ln>
                <a:solidFill>
                  <a:srgbClr val="000000"/>
                </a:solidFill>
                <a:effectLst/>
                <a:uLnTx/>
                <a:uFillTx/>
                <a:latin typeface="+mn-lt"/>
                <a:ea typeface="+mn-ea"/>
                <a:cs typeface="+mn-cs"/>
              </a:defRPr>
            </a:lvl4pPr>
            <a:lvl5pPr marL="0" indent="0" algn="l" defTabSz="685800" rtl="0" eaLnBrk="1" latinLnBrk="0" hangingPunct="1">
              <a:lnSpc>
                <a:spcPct val="100000"/>
              </a:lnSpc>
              <a:buNone/>
              <a:defRPr kumimoji="0" lang="en-US" sz="600" b="0" i="0" u="none" strike="noStrike" kern="1200" cap="none" spc="0" normalizeH="0" baseline="0" noProof="0" dirty="0" smtClean="0">
                <a:ln>
                  <a:noFill/>
                </a:ln>
                <a:solidFill>
                  <a:srgbClr val="000000"/>
                </a:solidFill>
                <a:effectLst/>
                <a:uLnTx/>
                <a:uFillTx/>
                <a:latin typeface="+mn-lt"/>
                <a:ea typeface="+mn-ea"/>
                <a:cs typeface="+mn-cs"/>
              </a:defRPr>
            </a:lvl5pPr>
          </a:lstStyle>
          <a:p>
            <a:pPr lvl="0"/>
            <a:r>
              <a:rPr lang="en-US"/>
              <a:t>Click to edit Master text styles</a:t>
            </a:r>
          </a:p>
        </p:txBody>
      </p:sp>
      <p:sp>
        <p:nvSpPr>
          <p:cNvPr id="30" name="Text Placeholder 36"/>
          <p:cNvSpPr>
            <a:spLocks noGrp="1"/>
          </p:cNvSpPr>
          <p:nvPr>
            <p:ph type="body" sz="quarter" idx="126"/>
          </p:nvPr>
        </p:nvSpPr>
        <p:spPr>
          <a:xfrm>
            <a:off x="5432668" y="2914650"/>
            <a:ext cx="1584000" cy="1584000"/>
          </a:xfrm>
          <a:prstGeom prst="rect">
            <a:avLst/>
          </a:prstGeom>
          <a:solidFill>
            <a:srgbClr val="FFFFFF"/>
          </a:solidFill>
          <a:ln w="9525">
            <a:solidFill>
              <a:srgbClr val="C0C0C0"/>
            </a:solidFill>
          </a:ln>
          <a:effectLst/>
        </p:spPr>
        <p:txBody>
          <a:bodyPr vert="horz" lIns="91440" tIns="457200" rIns="91440" bIns="45720" rtlCol="0" anchor="t" anchorCtr="0">
            <a:normAutofit/>
          </a:bodyPr>
          <a:lstStyle>
            <a:lvl1pPr marL="0" indent="0" algn="l" defTabSz="685800" rtl="0" eaLnBrk="1" latinLnBrk="0" hangingPunct="1">
              <a:lnSpc>
                <a:spcPct val="100000"/>
              </a:lnSpc>
              <a:spcBef>
                <a:spcPts val="150"/>
              </a:spcBef>
              <a:buNone/>
              <a:defRPr kumimoji="0" lang="en-US" sz="600" b="0" i="0" u="none" strike="noStrike" kern="1200" cap="none" spc="0" normalizeH="0" baseline="0" noProof="0" dirty="0" smtClean="0">
                <a:ln>
                  <a:noFill/>
                </a:ln>
                <a:solidFill>
                  <a:srgbClr val="000000"/>
                </a:solidFill>
                <a:effectLst/>
                <a:uLnTx/>
                <a:uFillTx/>
                <a:latin typeface="+mn-lt"/>
                <a:ea typeface="+mn-ea"/>
                <a:cs typeface="+mn-cs"/>
              </a:defRPr>
            </a:lvl1pPr>
            <a:lvl2pPr marL="0" indent="0" algn="l" defTabSz="685800" rtl="0" eaLnBrk="1" latinLnBrk="0" hangingPunct="1">
              <a:lnSpc>
                <a:spcPct val="100000"/>
              </a:lnSpc>
              <a:spcBef>
                <a:spcPts val="150"/>
              </a:spcBef>
              <a:buNone/>
              <a:defRPr kumimoji="0" lang="en-US" sz="525" b="1" i="0" u="none" strike="noStrike" kern="1200" cap="none" spc="0" normalizeH="0" baseline="0" noProof="0" dirty="0" smtClean="0">
                <a:ln>
                  <a:noFill/>
                </a:ln>
                <a:solidFill>
                  <a:srgbClr val="9E3039"/>
                </a:solidFill>
                <a:effectLst/>
                <a:uLnTx/>
                <a:uFillTx/>
                <a:latin typeface="+mn-lt"/>
                <a:ea typeface="+mn-ea"/>
                <a:cs typeface="+mn-cs"/>
              </a:defRPr>
            </a:lvl2pPr>
            <a:lvl3pPr marL="0" indent="0" algn="l" defTabSz="685800" rtl="0" eaLnBrk="1" latinLnBrk="0" hangingPunct="1">
              <a:lnSpc>
                <a:spcPct val="100000"/>
              </a:lnSpc>
              <a:spcBef>
                <a:spcPts val="150"/>
              </a:spcBef>
              <a:buNone/>
              <a:defRPr kumimoji="0" lang="en-US" sz="525" b="0" i="0" u="none" strike="noStrike" kern="1200" cap="none" spc="0" normalizeH="0" baseline="0" noProof="0" dirty="0" smtClean="0">
                <a:ln>
                  <a:noFill/>
                </a:ln>
                <a:solidFill>
                  <a:srgbClr val="000000"/>
                </a:solidFill>
                <a:effectLst/>
                <a:uLnTx/>
                <a:uFillTx/>
                <a:latin typeface="+mn-lt"/>
                <a:ea typeface="+mn-ea"/>
                <a:cs typeface="+mn-cs"/>
              </a:defRPr>
            </a:lvl3pPr>
            <a:lvl4pPr marL="0" indent="0" algn="l" defTabSz="685800" rtl="0" eaLnBrk="1" latinLnBrk="0" hangingPunct="1">
              <a:lnSpc>
                <a:spcPct val="100000"/>
              </a:lnSpc>
              <a:spcBef>
                <a:spcPts val="150"/>
              </a:spcBef>
              <a:buNone/>
              <a:defRPr kumimoji="0" lang="en-US" sz="525" b="0" i="0" u="none" strike="noStrike" kern="1200" cap="none" spc="0" normalizeH="0" baseline="0" noProof="0" dirty="0" smtClean="0">
                <a:ln>
                  <a:noFill/>
                </a:ln>
                <a:solidFill>
                  <a:srgbClr val="000000"/>
                </a:solidFill>
                <a:effectLst/>
                <a:uLnTx/>
                <a:uFillTx/>
                <a:latin typeface="+mn-lt"/>
                <a:ea typeface="+mn-ea"/>
                <a:cs typeface="+mn-cs"/>
              </a:defRPr>
            </a:lvl4pPr>
            <a:lvl5pPr marL="0" indent="0" algn="l" defTabSz="685800" rtl="0" eaLnBrk="1" latinLnBrk="0" hangingPunct="1">
              <a:lnSpc>
                <a:spcPct val="100000"/>
              </a:lnSpc>
              <a:spcBef>
                <a:spcPts val="150"/>
              </a:spcBef>
              <a:buNone/>
              <a:defRPr kumimoji="0" lang="en-US" sz="525" b="0" i="0" u="none" strike="noStrike" kern="1200" cap="none" spc="0" normalizeH="0" baseline="0" noProof="0" dirty="0" smtClean="0">
                <a:ln>
                  <a:noFill/>
                </a:ln>
                <a:solidFill>
                  <a:srgbClr val="000000"/>
                </a:solidFill>
                <a:effectLst/>
                <a:uLnTx/>
                <a:uFillTx/>
                <a:latin typeface="+mn-lt"/>
                <a:ea typeface="+mn-ea"/>
                <a:cs typeface="+mn-cs"/>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31" name="Text Placeholder 36"/>
          <p:cNvSpPr>
            <a:spLocks noGrp="1"/>
          </p:cNvSpPr>
          <p:nvPr>
            <p:ph type="body" sz="quarter" idx="127"/>
          </p:nvPr>
        </p:nvSpPr>
        <p:spPr>
          <a:xfrm>
            <a:off x="5432668" y="4315770"/>
            <a:ext cx="1584000" cy="182880"/>
          </a:xfrm>
          <a:prstGeom prst="rect">
            <a:avLst/>
          </a:prstGeom>
          <a:solidFill>
            <a:srgbClr val="FFFFFF"/>
          </a:solidFill>
          <a:ln w="9525">
            <a:solidFill>
              <a:srgbClr val="C0C0C0"/>
            </a:solidFill>
          </a:ln>
          <a:effectLst/>
        </p:spPr>
        <p:txBody>
          <a:bodyPr vert="horz" lIns="91440" tIns="0" rIns="91440" bIns="0" rtlCol="0" anchor="ctr" anchorCtr="0">
            <a:normAutofit/>
          </a:bodyPr>
          <a:lstStyle>
            <a:lvl1pPr marL="0" indent="0" algn="l" defTabSz="685800" rtl="0" eaLnBrk="1" latinLnBrk="0" hangingPunct="1">
              <a:lnSpc>
                <a:spcPct val="100000"/>
              </a:lnSpc>
              <a:spcBef>
                <a:spcPts val="0"/>
              </a:spcBef>
              <a:buNone/>
              <a:defRPr kumimoji="0" lang="en-US" sz="525" b="1" i="0" u="none" strike="noStrike" kern="1200" cap="none" spc="0" normalizeH="0" baseline="0" noProof="0" dirty="0" smtClean="0">
                <a:ln>
                  <a:noFill/>
                </a:ln>
                <a:solidFill>
                  <a:srgbClr val="000000"/>
                </a:solidFill>
                <a:effectLst/>
                <a:uLnTx/>
                <a:uFillTx/>
                <a:latin typeface="+mn-lt"/>
                <a:ea typeface="+mn-ea"/>
                <a:cs typeface="+mn-cs"/>
              </a:defRPr>
            </a:lvl1pPr>
            <a:lvl2pPr marL="0" indent="0" algn="l" defTabSz="685800" rtl="0" eaLnBrk="1" latinLnBrk="0" hangingPunct="1">
              <a:lnSpc>
                <a:spcPct val="100000"/>
              </a:lnSpc>
              <a:buNone/>
              <a:defRPr kumimoji="0" lang="en-US" sz="600" b="1" i="0" u="none" strike="noStrike" kern="1200" cap="none" spc="0" normalizeH="0" baseline="0" noProof="0" dirty="0" smtClean="0">
                <a:ln>
                  <a:noFill/>
                </a:ln>
                <a:solidFill>
                  <a:schemeClr val="tx1"/>
                </a:solidFill>
                <a:effectLst/>
                <a:uLnTx/>
                <a:uFillTx/>
                <a:latin typeface="+mn-lt"/>
                <a:ea typeface="+mn-ea"/>
                <a:cs typeface="+mn-cs"/>
              </a:defRPr>
            </a:lvl2pPr>
            <a:lvl3pPr marL="0" indent="0" algn="l" defTabSz="685800" rtl="0" eaLnBrk="1" latinLnBrk="0" hangingPunct="1">
              <a:lnSpc>
                <a:spcPct val="100000"/>
              </a:lnSpc>
              <a:buNone/>
              <a:defRPr kumimoji="0" lang="en-US" sz="600" b="0" i="0" u="none" strike="noStrike" kern="1200" cap="none" spc="0" normalizeH="0" baseline="0" noProof="0" dirty="0" smtClean="0">
                <a:ln>
                  <a:noFill/>
                </a:ln>
                <a:solidFill>
                  <a:srgbClr val="000000"/>
                </a:solidFill>
                <a:effectLst/>
                <a:uLnTx/>
                <a:uFillTx/>
                <a:latin typeface="+mn-lt"/>
                <a:ea typeface="+mn-ea"/>
                <a:cs typeface="+mn-cs"/>
              </a:defRPr>
            </a:lvl3pPr>
            <a:lvl4pPr marL="0" indent="0" algn="l" defTabSz="685800" rtl="0" eaLnBrk="1" latinLnBrk="0" hangingPunct="1">
              <a:lnSpc>
                <a:spcPct val="100000"/>
              </a:lnSpc>
              <a:buNone/>
              <a:defRPr kumimoji="0" lang="en-US" sz="600" b="0" i="0" u="none" strike="noStrike" kern="1200" cap="none" spc="0" normalizeH="0" baseline="0" noProof="0" dirty="0" smtClean="0">
                <a:ln>
                  <a:noFill/>
                </a:ln>
                <a:solidFill>
                  <a:srgbClr val="000000"/>
                </a:solidFill>
                <a:effectLst/>
                <a:uLnTx/>
                <a:uFillTx/>
                <a:latin typeface="+mn-lt"/>
                <a:ea typeface="+mn-ea"/>
                <a:cs typeface="+mn-cs"/>
              </a:defRPr>
            </a:lvl4pPr>
            <a:lvl5pPr marL="0" indent="0" algn="l" defTabSz="685800" rtl="0" eaLnBrk="1" latinLnBrk="0" hangingPunct="1">
              <a:lnSpc>
                <a:spcPct val="100000"/>
              </a:lnSpc>
              <a:buNone/>
              <a:defRPr kumimoji="0" lang="en-US" sz="600" b="0" i="0" u="none" strike="noStrike" kern="1200" cap="none" spc="0" normalizeH="0" baseline="0" noProof="0" dirty="0" smtClean="0">
                <a:ln>
                  <a:noFill/>
                </a:ln>
                <a:solidFill>
                  <a:srgbClr val="000000"/>
                </a:solidFill>
                <a:effectLst/>
                <a:uLnTx/>
                <a:uFillTx/>
                <a:latin typeface="+mn-lt"/>
                <a:ea typeface="+mn-ea"/>
                <a:cs typeface="+mn-cs"/>
              </a:defRPr>
            </a:lvl5pPr>
          </a:lstStyle>
          <a:p>
            <a:pPr lvl="0"/>
            <a:r>
              <a:rPr lang="en-US"/>
              <a:t>Click to edit Master text styles</a:t>
            </a:r>
          </a:p>
        </p:txBody>
      </p:sp>
      <p:sp>
        <p:nvSpPr>
          <p:cNvPr id="32" name="Text Placeholder 36"/>
          <p:cNvSpPr>
            <a:spLocks noGrp="1"/>
          </p:cNvSpPr>
          <p:nvPr>
            <p:ph type="body" sz="quarter" idx="128"/>
          </p:nvPr>
        </p:nvSpPr>
        <p:spPr>
          <a:xfrm>
            <a:off x="7105650" y="4623125"/>
            <a:ext cx="1584000" cy="1584000"/>
          </a:xfrm>
          <a:prstGeom prst="rect">
            <a:avLst/>
          </a:prstGeom>
          <a:solidFill>
            <a:srgbClr val="FFFFFF"/>
          </a:solidFill>
          <a:ln w="9525">
            <a:solidFill>
              <a:srgbClr val="C0C0C0"/>
            </a:solidFill>
          </a:ln>
          <a:effectLst/>
        </p:spPr>
        <p:txBody>
          <a:bodyPr vert="horz" lIns="91440" tIns="457200" rIns="91440" bIns="45720" rtlCol="0" anchor="t" anchorCtr="0">
            <a:normAutofit/>
          </a:bodyPr>
          <a:lstStyle>
            <a:lvl1pPr marL="0" indent="0" algn="l" defTabSz="685800" rtl="0" eaLnBrk="1" latinLnBrk="0" hangingPunct="1">
              <a:lnSpc>
                <a:spcPct val="100000"/>
              </a:lnSpc>
              <a:spcBef>
                <a:spcPts val="150"/>
              </a:spcBef>
              <a:buNone/>
              <a:defRPr kumimoji="0" lang="en-US" sz="600" b="0" i="0" u="none" strike="noStrike" kern="1200" cap="none" spc="0" normalizeH="0" baseline="0" noProof="0" dirty="0" smtClean="0">
                <a:ln>
                  <a:noFill/>
                </a:ln>
                <a:solidFill>
                  <a:srgbClr val="000000"/>
                </a:solidFill>
                <a:effectLst/>
                <a:uLnTx/>
                <a:uFillTx/>
                <a:latin typeface="+mn-lt"/>
                <a:ea typeface="+mn-ea"/>
                <a:cs typeface="+mn-cs"/>
              </a:defRPr>
            </a:lvl1pPr>
            <a:lvl2pPr marL="0" indent="0" algn="l" defTabSz="685800" rtl="0" eaLnBrk="1" latinLnBrk="0" hangingPunct="1">
              <a:lnSpc>
                <a:spcPct val="100000"/>
              </a:lnSpc>
              <a:spcBef>
                <a:spcPts val="150"/>
              </a:spcBef>
              <a:buNone/>
              <a:defRPr kumimoji="0" lang="en-US" sz="525" b="1" i="0" u="none" strike="noStrike" kern="1200" cap="none" spc="0" normalizeH="0" baseline="0" noProof="0" dirty="0" smtClean="0">
                <a:ln>
                  <a:noFill/>
                </a:ln>
                <a:solidFill>
                  <a:srgbClr val="9E3039"/>
                </a:solidFill>
                <a:effectLst/>
                <a:uLnTx/>
                <a:uFillTx/>
                <a:latin typeface="+mn-lt"/>
                <a:ea typeface="+mn-ea"/>
                <a:cs typeface="+mn-cs"/>
              </a:defRPr>
            </a:lvl2pPr>
            <a:lvl3pPr marL="0" indent="0" algn="l" defTabSz="685800" rtl="0" eaLnBrk="1" latinLnBrk="0" hangingPunct="1">
              <a:lnSpc>
                <a:spcPct val="100000"/>
              </a:lnSpc>
              <a:spcBef>
                <a:spcPts val="150"/>
              </a:spcBef>
              <a:buNone/>
              <a:defRPr kumimoji="0" lang="en-US" sz="525" b="0" i="0" u="none" strike="noStrike" kern="1200" cap="none" spc="0" normalizeH="0" baseline="0" noProof="0" dirty="0" smtClean="0">
                <a:ln>
                  <a:noFill/>
                </a:ln>
                <a:solidFill>
                  <a:srgbClr val="000000"/>
                </a:solidFill>
                <a:effectLst/>
                <a:uLnTx/>
                <a:uFillTx/>
                <a:latin typeface="+mn-lt"/>
                <a:ea typeface="+mn-ea"/>
                <a:cs typeface="+mn-cs"/>
              </a:defRPr>
            </a:lvl3pPr>
            <a:lvl4pPr marL="0" indent="0" algn="l" defTabSz="685800" rtl="0" eaLnBrk="1" latinLnBrk="0" hangingPunct="1">
              <a:lnSpc>
                <a:spcPct val="100000"/>
              </a:lnSpc>
              <a:spcBef>
                <a:spcPts val="150"/>
              </a:spcBef>
              <a:buNone/>
              <a:defRPr kumimoji="0" lang="en-US" sz="525" b="0" i="0" u="none" strike="noStrike" kern="1200" cap="none" spc="0" normalizeH="0" baseline="0" noProof="0" dirty="0" smtClean="0">
                <a:ln>
                  <a:noFill/>
                </a:ln>
                <a:solidFill>
                  <a:srgbClr val="000000"/>
                </a:solidFill>
                <a:effectLst/>
                <a:uLnTx/>
                <a:uFillTx/>
                <a:latin typeface="+mn-lt"/>
                <a:ea typeface="+mn-ea"/>
                <a:cs typeface="+mn-cs"/>
              </a:defRPr>
            </a:lvl4pPr>
            <a:lvl5pPr marL="0" indent="0" algn="l" defTabSz="685800" rtl="0" eaLnBrk="1" latinLnBrk="0" hangingPunct="1">
              <a:lnSpc>
                <a:spcPct val="100000"/>
              </a:lnSpc>
              <a:spcBef>
                <a:spcPts val="150"/>
              </a:spcBef>
              <a:buNone/>
              <a:defRPr kumimoji="0" lang="en-US" sz="525" b="0" i="0" u="none" strike="noStrike" kern="1200" cap="none" spc="0" normalizeH="0" baseline="0" noProof="0" dirty="0" smtClean="0">
                <a:ln>
                  <a:noFill/>
                </a:ln>
                <a:solidFill>
                  <a:srgbClr val="000000"/>
                </a:solidFill>
                <a:effectLst/>
                <a:uLnTx/>
                <a:uFillTx/>
                <a:latin typeface="+mn-lt"/>
                <a:ea typeface="+mn-ea"/>
                <a:cs typeface="+mn-cs"/>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33" name="Text Placeholder 36"/>
          <p:cNvSpPr>
            <a:spLocks noGrp="1"/>
          </p:cNvSpPr>
          <p:nvPr>
            <p:ph type="body" sz="quarter" idx="129"/>
          </p:nvPr>
        </p:nvSpPr>
        <p:spPr>
          <a:xfrm>
            <a:off x="7105650" y="6024245"/>
            <a:ext cx="1584000" cy="182880"/>
          </a:xfrm>
          <a:prstGeom prst="rect">
            <a:avLst/>
          </a:prstGeom>
          <a:solidFill>
            <a:srgbClr val="FFFFFF"/>
          </a:solidFill>
          <a:ln w="9525">
            <a:solidFill>
              <a:srgbClr val="C0C0C0"/>
            </a:solidFill>
          </a:ln>
          <a:effectLst/>
        </p:spPr>
        <p:txBody>
          <a:bodyPr vert="horz" lIns="91440" tIns="0" rIns="91440" bIns="0" rtlCol="0" anchor="ctr" anchorCtr="0">
            <a:normAutofit/>
          </a:bodyPr>
          <a:lstStyle>
            <a:lvl1pPr marL="0" indent="0" algn="l" defTabSz="685800" rtl="0" eaLnBrk="1" latinLnBrk="0" hangingPunct="1">
              <a:lnSpc>
                <a:spcPct val="100000"/>
              </a:lnSpc>
              <a:spcBef>
                <a:spcPts val="0"/>
              </a:spcBef>
              <a:buNone/>
              <a:defRPr kumimoji="0" lang="en-US" sz="525" b="1" i="0" u="none" strike="noStrike" kern="1200" cap="none" spc="0" normalizeH="0" baseline="0" noProof="0" dirty="0" smtClean="0">
                <a:ln>
                  <a:noFill/>
                </a:ln>
                <a:solidFill>
                  <a:srgbClr val="000000"/>
                </a:solidFill>
                <a:effectLst/>
                <a:uLnTx/>
                <a:uFillTx/>
                <a:latin typeface="+mn-lt"/>
                <a:ea typeface="+mn-ea"/>
                <a:cs typeface="+mn-cs"/>
              </a:defRPr>
            </a:lvl1pPr>
            <a:lvl2pPr marL="0" indent="0" algn="l" defTabSz="685800" rtl="0" eaLnBrk="1" latinLnBrk="0" hangingPunct="1">
              <a:lnSpc>
                <a:spcPct val="100000"/>
              </a:lnSpc>
              <a:buNone/>
              <a:defRPr kumimoji="0" lang="en-US" sz="600" b="1" i="0" u="none" strike="noStrike" kern="1200" cap="none" spc="0" normalizeH="0" baseline="0" noProof="0" dirty="0" smtClean="0">
                <a:ln>
                  <a:noFill/>
                </a:ln>
                <a:solidFill>
                  <a:schemeClr val="tx1"/>
                </a:solidFill>
                <a:effectLst/>
                <a:uLnTx/>
                <a:uFillTx/>
                <a:latin typeface="+mn-lt"/>
                <a:ea typeface="+mn-ea"/>
                <a:cs typeface="+mn-cs"/>
              </a:defRPr>
            </a:lvl2pPr>
            <a:lvl3pPr marL="0" indent="0" algn="l" defTabSz="685800" rtl="0" eaLnBrk="1" latinLnBrk="0" hangingPunct="1">
              <a:lnSpc>
                <a:spcPct val="100000"/>
              </a:lnSpc>
              <a:buNone/>
              <a:defRPr kumimoji="0" lang="en-US" sz="600" b="0" i="0" u="none" strike="noStrike" kern="1200" cap="none" spc="0" normalizeH="0" baseline="0" noProof="0" dirty="0" smtClean="0">
                <a:ln>
                  <a:noFill/>
                </a:ln>
                <a:solidFill>
                  <a:srgbClr val="000000"/>
                </a:solidFill>
                <a:effectLst/>
                <a:uLnTx/>
                <a:uFillTx/>
                <a:latin typeface="+mn-lt"/>
                <a:ea typeface="+mn-ea"/>
                <a:cs typeface="+mn-cs"/>
              </a:defRPr>
            </a:lvl3pPr>
            <a:lvl4pPr marL="0" indent="0" algn="l" defTabSz="685800" rtl="0" eaLnBrk="1" latinLnBrk="0" hangingPunct="1">
              <a:lnSpc>
                <a:spcPct val="100000"/>
              </a:lnSpc>
              <a:buNone/>
              <a:defRPr kumimoji="0" lang="en-US" sz="600" b="0" i="0" u="none" strike="noStrike" kern="1200" cap="none" spc="0" normalizeH="0" baseline="0" noProof="0" dirty="0" smtClean="0">
                <a:ln>
                  <a:noFill/>
                </a:ln>
                <a:solidFill>
                  <a:srgbClr val="000000"/>
                </a:solidFill>
                <a:effectLst/>
                <a:uLnTx/>
                <a:uFillTx/>
                <a:latin typeface="+mn-lt"/>
                <a:ea typeface="+mn-ea"/>
                <a:cs typeface="+mn-cs"/>
              </a:defRPr>
            </a:lvl4pPr>
            <a:lvl5pPr marL="0" indent="0" algn="l" defTabSz="685800" rtl="0" eaLnBrk="1" latinLnBrk="0" hangingPunct="1">
              <a:lnSpc>
                <a:spcPct val="100000"/>
              </a:lnSpc>
              <a:buNone/>
              <a:defRPr kumimoji="0" lang="en-US" sz="600" b="0" i="0" u="none" strike="noStrike" kern="1200" cap="none" spc="0" normalizeH="0" baseline="0" noProof="0" dirty="0" smtClean="0">
                <a:ln>
                  <a:noFill/>
                </a:ln>
                <a:solidFill>
                  <a:srgbClr val="000000"/>
                </a:solidFill>
                <a:effectLst/>
                <a:uLnTx/>
                <a:uFillTx/>
                <a:latin typeface="+mn-lt"/>
                <a:ea typeface="+mn-ea"/>
                <a:cs typeface="+mn-cs"/>
              </a:defRPr>
            </a:lvl5pPr>
          </a:lstStyle>
          <a:p>
            <a:pPr lvl="0"/>
            <a:r>
              <a:rPr lang="en-US"/>
              <a:t>Click to edit Master text styles</a:t>
            </a:r>
          </a:p>
        </p:txBody>
      </p:sp>
      <p:sp>
        <p:nvSpPr>
          <p:cNvPr id="34" name="Text Placeholder 36"/>
          <p:cNvSpPr>
            <a:spLocks noGrp="1"/>
          </p:cNvSpPr>
          <p:nvPr>
            <p:ph type="body" sz="quarter" idx="130"/>
          </p:nvPr>
        </p:nvSpPr>
        <p:spPr>
          <a:xfrm>
            <a:off x="7105650" y="2914650"/>
            <a:ext cx="1584000" cy="1584000"/>
          </a:xfrm>
          <a:prstGeom prst="rect">
            <a:avLst/>
          </a:prstGeom>
          <a:solidFill>
            <a:srgbClr val="FFFFFF"/>
          </a:solidFill>
          <a:ln w="9525">
            <a:solidFill>
              <a:srgbClr val="C0C0C0"/>
            </a:solidFill>
          </a:ln>
          <a:effectLst/>
        </p:spPr>
        <p:txBody>
          <a:bodyPr vert="horz" lIns="91440" tIns="457200" rIns="91440" bIns="45720" rtlCol="0" anchor="t" anchorCtr="0">
            <a:normAutofit/>
          </a:bodyPr>
          <a:lstStyle>
            <a:lvl1pPr marL="0" indent="0" algn="l" defTabSz="685800" rtl="0" eaLnBrk="1" latinLnBrk="0" hangingPunct="1">
              <a:lnSpc>
                <a:spcPct val="100000"/>
              </a:lnSpc>
              <a:spcBef>
                <a:spcPts val="150"/>
              </a:spcBef>
              <a:buNone/>
              <a:defRPr kumimoji="0" lang="en-US" sz="600" b="0" i="0" u="none" strike="noStrike" kern="1200" cap="none" spc="0" normalizeH="0" baseline="0" noProof="0" dirty="0" smtClean="0">
                <a:ln>
                  <a:noFill/>
                </a:ln>
                <a:solidFill>
                  <a:srgbClr val="000000"/>
                </a:solidFill>
                <a:effectLst/>
                <a:uLnTx/>
                <a:uFillTx/>
                <a:latin typeface="+mn-lt"/>
                <a:ea typeface="+mn-ea"/>
                <a:cs typeface="+mn-cs"/>
              </a:defRPr>
            </a:lvl1pPr>
            <a:lvl2pPr marL="0" indent="0" algn="l" defTabSz="685800" rtl="0" eaLnBrk="1" latinLnBrk="0" hangingPunct="1">
              <a:lnSpc>
                <a:spcPct val="100000"/>
              </a:lnSpc>
              <a:spcBef>
                <a:spcPts val="150"/>
              </a:spcBef>
              <a:buNone/>
              <a:defRPr kumimoji="0" lang="en-US" sz="525" b="1" i="0" u="none" strike="noStrike" kern="1200" cap="none" spc="0" normalizeH="0" baseline="0" noProof="0" dirty="0" smtClean="0">
                <a:ln>
                  <a:noFill/>
                </a:ln>
                <a:solidFill>
                  <a:srgbClr val="9E3039"/>
                </a:solidFill>
                <a:effectLst/>
                <a:uLnTx/>
                <a:uFillTx/>
                <a:latin typeface="+mn-lt"/>
                <a:ea typeface="+mn-ea"/>
                <a:cs typeface="+mn-cs"/>
              </a:defRPr>
            </a:lvl2pPr>
            <a:lvl3pPr marL="0" indent="0" algn="l" defTabSz="685800" rtl="0" eaLnBrk="1" latinLnBrk="0" hangingPunct="1">
              <a:lnSpc>
                <a:spcPct val="100000"/>
              </a:lnSpc>
              <a:spcBef>
                <a:spcPts val="150"/>
              </a:spcBef>
              <a:buNone/>
              <a:defRPr kumimoji="0" lang="en-US" sz="525" b="0" i="0" u="none" strike="noStrike" kern="1200" cap="none" spc="0" normalizeH="0" baseline="0" noProof="0" dirty="0" smtClean="0">
                <a:ln>
                  <a:noFill/>
                </a:ln>
                <a:solidFill>
                  <a:srgbClr val="000000"/>
                </a:solidFill>
                <a:effectLst/>
                <a:uLnTx/>
                <a:uFillTx/>
                <a:latin typeface="+mn-lt"/>
                <a:ea typeface="+mn-ea"/>
                <a:cs typeface="+mn-cs"/>
              </a:defRPr>
            </a:lvl3pPr>
            <a:lvl4pPr marL="0" indent="0" algn="l" defTabSz="685800" rtl="0" eaLnBrk="1" latinLnBrk="0" hangingPunct="1">
              <a:lnSpc>
                <a:spcPct val="100000"/>
              </a:lnSpc>
              <a:spcBef>
                <a:spcPts val="150"/>
              </a:spcBef>
              <a:buNone/>
              <a:defRPr kumimoji="0" lang="en-US" sz="525" b="0" i="0" u="none" strike="noStrike" kern="1200" cap="none" spc="0" normalizeH="0" baseline="0" noProof="0" dirty="0" smtClean="0">
                <a:ln>
                  <a:noFill/>
                </a:ln>
                <a:solidFill>
                  <a:srgbClr val="000000"/>
                </a:solidFill>
                <a:effectLst/>
                <a:uLnTx/>
                <a:uFillTx/>
                <a:latin typeface="+mn-lt"/>
                <a:ea typeface="+mn-ea"/>
                <a:cs typeface="+mn-cs"/>
              </a:defRPr>
            </a:lvl4pPr>
            <a:lvl5pPr marL="0" indent="0" algn="l" defTabSz="685800" rtl="0" eaLnBrk="1" latinLnBrk="0" hangingPunct="1">
              <a:lnSpc>
                <a:spcPct val="100000"/>
              </a:lnSpc>
              <a:spcBef>
                <a:spcPts val="150"/>
              </a:spcBef>
              <a:buNone/>
              <a:defRPr kumimoji="0" lang="en-US" sz="525" b="0" i="0" u="none" strike="noStrike" kern="1200" cap="none" spc="0" normalizeH="0" baseline="0" noProof="0" dirty="0" smtClean="0">
                <a:ln>
                  <a:noFill/>
                </a:ln>
                <a:solidFill>
                  <a:srgbClr val="000000"/>
                </a:solidFill>
                <a:effectLst/>
                <a:uLnTx/>
                <a:uFillTx/>
                <a:latin typeface="+mn-lt"/>
                <a:ea typeface="+mn-ea"/>
                <a:cs typeface="+mn-cs"/>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35" name="Text Placeholder 36"/>
          <p:cNvSpPr>
            <a:spLocks noGrp="1"/>
          </p:cNvSpPr>
          <p:nvPr>
            <p:ph type="body" sz="quarter" idx="131"/>
          </p:nvPr>
        </p:nvSpPr>
        <p:spPr>
          <a:xfrm>
            <a:off x="7105650" y="4315770"/>
            <a:ext cx="1584000" cy="182880"/>
          </a:xfrm>
          <a:prstGeom prst="rect">
            <a:avLst/>
          </a:prstGeom>
          <a:solidFill>
            <a:srgbClr val="FFFFFF"/>
          </a:solidFill>
          <a:ln w="9525">
            <a:solidFill>
              <a:srgbClr val="C0C0C0"/>
            </a:solidFill>
          </a:ln>
          <a:effectLst/>
        </p:spPr>
        <p:txBody>
          <a:bodyPr vert="horz" lIns="91440" tIns="0" rIns="91440" bIns="0" rtlCol="0" anchor="ctr" anchorCtr="0">
            <a:normAutofit/>
          </a:bodyPr>
          <a:lstStyle>
            <a:lvl1pPr marL="0" indent="0" algn="l" defTabSz="685800" rtl="0" eaLnBrk="1" latinLnBrk="0" hangingPunct="1">
              <a:lnSpc>
                <a:spcPct val="100000"/>
              </a:lnSpc>
              <a:spcBef>
                <a:spcPts val="0"/>
              </a:spcBef>
              <a:buNone/>
              <a:defRPr kumimoji="0" lang="en-US" sz="525" b="1" i="0" u="none" strike="noStrike" kern="1200" cap="none" spc="0" normalizeH="0" baseline="0" noProof="0" dirty="0" smtClean="0">
                <a:ln>
                  <a:noFill/>
                </a:ln>
                <a:solidFill>
                  <a:srgbClr val="000000"/>
                </a:solidFill>
                <a:effectLst/>
                <a:uLnTx/>
                <a:uFillTx/>
                <a:latin typeface="+mn-lt"/>
                <a:ea typeface="+mn-ea"/>
                <a:cs typeface="+mn-cs"/>
              </a:defRPr>
            </a:lvl1pPr>
            <a:lvl2pPr marL="0" indent="0" algn="l" defTabSz="685800" rtl="0" eaLnBrk="1" latinLnBrk="0" hangingPunct="1">
              <a:lnSpc>
                <a:spcPct val="100000"/>
              </a:lnSpc>
              <a:buNone/>
              <a:defRPr kumimoji="0" lang="en-US" sz="600" b="1" i="0" u="none" strike="noStrike" kern="1200" cap="none" spc="0" normalizeH="0" baseline="0" noProof="0" dirty="0" smtClean="0">
                <a:ln>
                  <a:noFill/>
                </a:ln>
                <a:solidFill>
                  <a:schemeClr val="tx1"/>
                </a:solidFill>
                <a:effectLst/>
                <a:uLnTx/>
                <a:uFillTx/>
                <a:latin typeface="+mn-lt"/>
                <a:ea typeface="+mn-ea"/>
                <a:cs typeface="+mn-cs"/>
              </a:defRPr>
            </a:lvl2pPr>
            <a:lvl3pPr marL="0" indent="0" algn="l" defTabSz="685800" rtl="0" eaLnBrk="1" latinLnBrk="0" hangingPunct="1">
              <a:lnSpc>
                <a:spcPct val="100000"/>
              </a:lnSpc>
              <a:buNone/>
              <a:defRPr kumimoji="0" lang="en-US" sz="600" b="0" i="0" u="none" strike="noStrike" kern="1200" cap="none" spc="0" normalizeH="0" baseline="0" noProof="0" dirty="0" smtClean="0">
                <a:ln>
                  <a:noFill/>
                </a:ln>
                <a:solidFill>
                  <a:srgbClr val="000000"/>
                </a:solidFill>
                <a:effectLst/>
                <a:uLnTx/>
                <a:uFillTx/>
                <a:latin typeface="+mn-lt"/>
                <a:ea typeface="+mn-ea"/>
                <a:cs typeface="+mn-cs"/>
              </a:defRPr>
            </a:lvl3pPr>
            <a:lvl4pPr marL="0" indent="0" algn="l" defTabSz="685800" rtl="0" eaLnBrk="1" latinLnBrk="0" hangingPunct="1">
              <a:lnSpc>
                <a:spcPct val="100000"/>
              </a:lnSpc>
              <a:buNone/>
              <a:defRPr kumimoji="0" lang="en-US" sz="600" b="0" i="0" u="none" strike="noStrike" kern="1200" cap="none" spc="0" normalizeH="0" baseline="0" noProof="0" dirty="0" smtClean="0">
                <a:ln>
                  <a:noFill/>
                </a:ln>
                <a:solidFill>
                  <a:srgbClr val="000000"/>
                </a:solidFill>
                <a:effectLst/>
                <a:uLnTx/>
                <a:uFillTx/>
                <a:latin typeface="+mn-lt"/>
                <a:ea typeface="+mn-ea"/>
                <a:cs typeface="+mn-cs"/>
              </a:defRPr>
            </a:lvl4pPr>
            <a:lvl5pPr marL="0" indent="0" algn="l" defTabSz="685800" rtl="0" eaLnBrk="1" latinLnBrk="0" hangingPunct="1">
              <a:lnSpc>
                <a:spcPct val="100000"/>
              </a:lnSpc>
              <a:buNone/>
              <a:defRPr kumimoji="0" lang="en-US" sz="600" b="0" i="0" u="none" strike="noStrike" kern="1200" cap="none" spc="0" normalizeH="0" baseline="0" noProof="0" dirty="0" smtClean="0">
                <a:ln>
                  <a:noFill/>
                </a:ln>
                <a:solidFill>
                  <a:srgbClr val="000000"/>
                </a:solidFill>
                <a:effectLst/>
                <a:uLnTx/>
                <a:uFillTx/>
                <a:latin typeface="+mn-lt"/>
                <a:ea typeface="+mn-ea"/>
                <a:cs typeface="+mn-cs"/>
              </a:defRPr>
            </a:lvl5pPr>
          </a:lstStyle>
          <a:p>
            <a:pPr lvl="0"/>
            <a:r>
              <a:rPr lang="en-US"/>
              <a:t>Click to edit Master text styles</a:t>
            </a:r>
          </a:p>
        </p:txBody>
      </p:sp>
      <p:sp>
        <p:nvSpPr>
          <p:cNvPr id="37" name="Rectangle 2"/>
          <p:cNvSpPr>
            <a:spLocks noGrp="1" noChangeArrowheads="1"/>
          </p:cNvSpPr>
          <p:nvPr>
            <p:ph type="title"/>
          </p:nvPr>
        </p:nvSpPr>
        <p:spPr bwMode="gray">
          <a:xfrm>
            <a:off x="447676" y="2"/>
            <a:ext cx="8239125" cy="898525"/>
          </a:xfrm>
          <a:prstGeom prst="rect">
            <a:avLst/>
          </a:prstGeom>
          <a:noFill/>
          <a:ln w="9525">
            <a:noFill/>
            <a:miter lim="800000"/>
            <a:headEnd/>
            <a:tailEnd/>
          </a:ln>
        </p:spPr>
        <p:txBody>
          <a:bodyPr vert="horz" wrap="square" lIns="0" tIns="0" rIns="0" bIns="0" numCol="1" anchor="b" anchorCtr="0" compatLnSpc="1">
            <a:prstTxWarp prst="textNoShape">
              <a:avLst/>
            </a:prstTxWarp>
          </a:bodyPr>
          <a:lstStyle>
            <a:lvl1pPr algn="l">
              <a:defRPr sz="1650"/>
            </a:lvl1pPr>
          </a:lstStyle>
          <a:p>
            <a:pPr lvl="0"/>
            <a:r>
              <a:rPr lang="en-US"/>
              <a:t>Click to edit Master title style</a:t>
            </a:r>
            <a:endParaRPr lang="en-US" dirty="0"/>
          </a:p>
        </p:txBody>
      </p:sp>
      <p:sp>
        <p:nvSpPr>
          <p:cNvPr id="36" name="Slide Number Placeholder 9"/>
          <p:cNvSpPr>
            <a:spLocks noGrp="1"/>
          </p:cNvSpPr>
          <p:nvPr>
            <p:ph type="sldNum" sz="quarter" idx="132"/>
          </p:nvPr>
        </p:nvSpPr>
        <p:spPr/>
        <p:txBody>
          <a:bodyPr/>
          <a:lstStyle>
            <a:lvl1pPr>
              <a:defRPr/>
            </a:lvl1pPr>
          </a:lstStyle>
          <a:p>
            <a:fld id="{31BEBA66-216E-7243-B012-B44CAA5F986C}" type="slidenum">
              <a:rPr lang="en-US" altLang="en-US"/>
              <a:pPr/>
              <a:t>‹#›</a:t>
            </a:fld>
            <a:endParaRPr lang="en-US" altLang="en-US"/>
          </a:p>
        </p:txBody>
      </p:sp>
      <p:sp>
        <p:nvSpPr>
          <p:cNvPr id="38" name="Footer Placeholder 12"/>
          <p:cNvSpPr>
            <a:spLocks noGrp="1"/>
          </p:cNvSpPr>
          <p:nvPr>
            <p:ph type="ftr" sz="quarter" idx="133"/>
          </p:nvPr>
        </p:nvSpPr>
        <p:spPr/>
        <p:txBody>
          <a:bodyPr/>
          <a:lstStyle>
            <a:lvl1pPr>
              <a:defRPr/>
            </a:lvl1pPr>
          </a:lstStyle>
          <a:p>
            <a:pPr>
              <a:defRPr/>
            </a:pPr>
            <a:r>
              <a:rPr lang="en-US"/>
              <a:t>Ethical Debates, Econ Theories, Real-World Impacts</a:t>
            </a:r>
          </a:p>
        </p:txBody>
      </p:sp>
    </p:spTree>
  </p:cSld>
  <p:clrMapOvr>
    <a:masterClrMapping/>
  </p:clrMapOvr>
</p:sldLayout>
</file>

<file path=ppt/slideLayouts/slideLayout51.xml><?xml version="1.0" encoding="utf-8"?>
<p:sldLayout xmlns:a="http://schemas.openxmlformats.org/drawingml/2006/main" xmlns:r="http://schemas.openxmlformats.org/officeDocument/2006/relationships" xmlns:p="http://schemas.openxmlformats.org/presentationml/2006/main" preserve="1" userDrawn="1">
  <p:cSld name="Tombstone - Awards V1">
    <p:spTree>
      <p:nvGrpSpPr>
        <p:cNvPr id="1" name=""/>
        <p:cNvGrpSpPr/>
        <p:nvPr/>
      </p:nvGrpSpPr>
      <p:grpSpPr>
        <a:xfrm>
          <a:off x="0" y="0"/>
          <a:ext cx="0" cy="0"/>
          <a:chOff x="0" y="0"/>
          <a:chExt cx="0" cy="0"/>
        </a:xfrm>
      </p:grpSpPr>
      <p:sp>
        <p:nvSpPr>
          <p:cNvPr id="37" name="Text Placeholder 21"/>
          <p:cNvSpPr>
            <a:spLocks noGrp="1"/>
          </p:cNvSpPr>
          <p:nvPr>
            <p:ph type="body" sz="quarter" idx="106"/>
          </p:nvPr>
        </p:nvSpPr>
        <p:spPr>
          <a:xfrm>
            <a:off x="450850" y="2914650"/>
            <a:ext cx="1584000" cy="1399032"/>
          </a:xfrm>
          <a:prstGeom prst="rect">
            <a:avLst/>
          </a:prstGeom>
          <a:solidFill>
            <a:srgbClr val="FFFFFF"/>
          </a:solidFill>
          <a:ln w="9525">
            <a:solidFill>
              <a:srgbClr val="C0C0C0"/>
            </a:solidFill>
          </a:ln>
          <a:effectLst/>
        </p:spPr>
        <p:txBody>
          <a:bodyPr lIns="91440" tIns="93600" rIns="91440" bIns="504000">
            <a:noAutofit/>
          </a:bodyPr>
          <a:lstStyle>
            <a:lvl1pPr marL="0" indent="0">
              <a:lnSpc>
                <a:spcPct val="100000"/>
              </a:lnSpc>
              <a:spcBef>
                <a:spcPts val="450"/>
              </a:spcBef>
              <a:buNone/>
              <a:defRPr sz="600" b="1" i="0"/>
            </a:lvl1pPr>
            <a:lvl2pPr marL="0" indent="0">
              <a:lnSpc>
                <a:spcPct val="100000"/>
              </a:lnSpc>
              <a:spcBef>
                <a:spcPts val="0"/>
              </a:spcBef>
              <a:buNone/>
              <a:defRPr sz="525" b="0" i="0">
                <a:solidFill>
                  <a:srgbClr val="808080"/>
                </a:solidFill>
              </a:defRPr>
            </a:lvl2pPr>
            <a:lvl3pPr marL="0" indent="0">
              <a:lnSpc>
                <a:spcPct val="100000"/>
              </a:lnSpc>
              <a:spcBef>
                <a:spcPts val="75"/>
              </a:spcBef>
              <a:buNone/>
              <a:defRPr sz="525" b="0" i="0">
                <a:solidFill>
                  <a:srgbClr val="808080"/>
                </a:solidFill>
              </a:defRPr>
            </a:lvl3pPr>
            <a:lvl4pPr marL="0" indent="0">
              <a:lnSpc>
                <a:spcPct val="100000"/>
              </a:lnSpc>
              <a:spcBef>
                <a:spcPts val="75"/>
              </a:spcBef>
              <a:buNone/>
              <a:defRPr sz="525" b="0" i="0">
                <a:solidFill>
                  <a:srgbClr val="808080"/>
                </a:solidFill>
              </a:defRPr>
            </a:lvl4pPr>
            <a:lvl5pPr marL="0" indent="0">
              <a:lnSpc>
                <a:spcPct val="100000"/>
              </a:lnSpc>
              <a:spcBef>
                <a:spcPts val="75"/>
              </a:spcBef>
              <a:buNone/>
              <a:defRPr sz="525" b="0" i="0">
                <a:solidFill>
                  <a:srgbClr val="808080"/>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38" name="Text Placeholder 21"/>
          <p:cNvSpPr>
            <a:spLocks noGrp="1"/>
          </p:cNvSpPr>
          <p:nvPr>
            <p:ph type="body" sz="quarter" idx="107"/>
          </p:nvPr>
        </p:nvSpPr>
        <p:spPr>
          <a:xfrm>
            <a:off x="450850" y="4622800"/>
            <a:ext cx="1584000" cy="1399032"/>
          </a:xfrm>
          <a:prstGeom prst="rect">
            <a:avLst/>
          </a:prstGeom>
          <a:solidFill>
            <a:srgbClr val="FFFFFF"/>
          </a:solidFill>
          <a:ln w="9525">
            <a:solidFill>
              <a:srgbClr val="C0C0C0"/>
            </a:solidFill>
          </a:ln>
          <a:effectLst/>
        </p:spPr>
        <p:txBody>
          <a:bodyPr lIns="91440" tIns="93600" rIns="91440" bIns="504000">
            <a:noAutofit/>
          </a:bodyPr>
          <a:lstStyle>
            <a:lvl1pPr marL="0" indent="0">
              <a:lnSpc>
                <a:spcPct val="100000"/>
              </a:lnSpc>
              <a:spcBef>
                <a:spcPts val="450"/>
              </a:spcBef>
              <a:buNone/>
              <a:defRPr sz="600" b="1" i="0"/>
            </a:lvl1pPr>
            <a:lvl2pPr marL="0" indent="0">
              <a:lnSpc>
                <a:spcPct val="100000"/>
              </a:lnSpc>
              <a:spcBef>
                <a:spcPts val="0"/>
              </a:spcBef>
              <a:buNone/>
              <a:defRPr sz="525" b="0" i="0">
                <a:solidFill>
                  <a:srgbClr val="808080"/>
                </a:solidFill>
              </a:defRPr>
            </a:lvl2pPr>
            <a:lvl3pPr marL="0" indent="0">
              <a:lnSpc>
                <a:spcPct val="100000"/>
              </a:lnSpc>
              <a:spcBef>
                <a:spcPts val="75"/>
              </a:spcBef>
              <a:buNone/>
              <a:defRPr sz="525" b="0" i="0">
                <a:solidFill>
                  <a:srgbClr val="808080"/>
                </a:solidFill>
              </a:defRPr>
            </a:lvl3pPr>
            <a:lvl4pPr marL="0" indent="0">
              <a:lnSpc>
                <a:spcPct val="100000"/>
              </a:lnSpc>
              <a:spcBef>
                <a:spcPts val="75"/>
              </a:spcBef>
              <a:buNone/>
              <a:defRPr sz="525" b="0" i="0">
                <a:solidFill>
                  <a:srgbClr val="808080"/>
                </a:solidFill>
              </a:defRPr>
            </a:lvl4pPr>
            <a:lvl5pPr marL="0" indent="0">
              <a:lnSpc>
                <a:spcPct val="100000"/>
              </a:lnSpc>
              <a:spcBef>
                <a:spcPts val="75"/>
              </a:spcBef>
              <a:buNone/>
              <a:defRPr sz="525" b="0" i="0">
                <a:solidFill>
                  <a:srgbClr val="808080"/>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39" name="Text Placeholder 21"/>
          <p:cNvSpPr>
            <a:spLocks noGrp="1"/>
          </p:cNvSpPr>
          <p:nvPr>
            <p:ph type="body" sz="quarter" idx="101"/>
          </p:nvPr>
        </p:nvSpPr>
        <p:spPr>
          <a:xfrm>
            <a:off x="450850" y="1219200"/>
            <a:ext cx="1584000" cy="1399032"/>
          </a:xfrm>
          <a:prstGeom prst="rect">
            <a:avLst/>
          </a:prstGeom>
          <a:solidFill>
            <a:srgbClr val="FFFFFF"/>
          </a:solidFill>
          <a:ln w="9525">
            <a:solidFill>
              <a:srgbClr val="C0C0C0"/>
            </a:solidFill>
          </a:ln>
          <a:effectLst/>
        </p:spPr>
        <p:txBody>
          <a:bodyPr lIns="91440" tIns="93600" rIns="91440" bIns="504000">
            <a:noAutofit/>
          </a:bodyPr>
          <a:lstStyle>
            <a:lvl1pPr marL="0" indent="0">
              <a:lnSpc>
                <a:spcPct val="100000"/>
              </a:lnSpc>
              <a:spcBef>
                <a:spcPts val="450"/>
              </a:spcBef>
              <a:buNone/>
              <a:defRPr sz="600" b="1" i="0"/>
            </a:lvl1pPr>
            <a:lvl2pPr marL="0" indent="0" algn="l" defTabSz="685800" rtl="0" eaLnBrk="1" latinLnBrk="0" hangingPunct="1">
              <a:lnSpc>
                <a:spcPct val="100000"/>
              </a:lnSpc>
              <a:spcBef>
                <a:spcPts val="0"/>
              </a:spcBef>
              <a:buClr>
                <a:srgbClr val="9E3039"/>
              </a:buClr>
              <a:buFont typeface="Arial" pitchFamily="34" charset="0"/>
              <a:buNone/>
              <a:defRPr kumimoji="0" lang="en-US" sz="525" b="0" i="0" u="none" strike="noStrike" kern="1200" cap="none" spc="0" normalizeH="0" baseline="0" noProof="0" dirty="0" smtClean="0">
                <a:ln>
                  <a:noFill/>
                </a:ln>
                <a:solidFill>
                  <a:srgbClr val="808080"/>
                </a:solidFill>
                <a:effectLst/>
                <a:uLnTx/>
                <a:uFillTx/>
                <a:latin typeface="+mn-lt"/>
                <a:ea typeface="+mn-ea"/>
                <a:cs typeface="+mn-cs"/>
              </a:defRPr>
            </a:lvl2pPr>
            <a:lvl3pPr marL="0" indent="0" algn="l" defTabSz="685800" rtl="0" eaLnBrk="1" latinLnBrk="0" hangingPunct="1">
              <a:lnSpc>
                <a:spcPct val="100000"/>
              </a:lnSpc>
              <a:spcBef>
                <a:spcPts val="75"/>
              </a:spcBef>
              <a:buClr>
                <a:srgbClr val="9E3039"/>
              </a:buClr>
              <a:buFont typeface="Arial" pitchFamily="34" charset="0"/>
              <a:buNone/>
              <a:defRPr kumimoji="0" lang="en-US" sz="525" b="0" i="0" u="none" strike="noStrike" kern="1200" cap="none" spc="0" normalizeH="0" baseline="0" noProof="0" dirty="0" smtClean="0">
                <a:ln>
                  <a:noFill/>
                </a:ln>
                <a:solidFill>
                  <a:srgbClr val="808080"/>
                </a:solidFill>
                <a:effectLst/>
                <a:uLnTx/>
                <a:uFillTx/>
                <a:latin typeface="+mn-lt"/>
                <a:ea typeface="+mn-ea"/>
                <a:cs typeface="+mn-cs"/>
              </a:defRPr>
            </a:lvl3pPr>
            <a:lvl4pPr marL="0" indent="0" algn="l" defTabSz="685800" rtl="0" eaLnBrk="1" latinLnBrk="0" hangingPunct="1">
              <a:lnSpc>
                <a:spcPct val="100000"/>
              </a:lnSpc>
              <a:spcBef>
                <a:spcPts val="75"/>
              </a:spcBef>
              <a:buClr>
                <a:srgbClr val="9E3039"/>
              </a:buClr>
              <a:buFont typeface="Arial" pitchFamily="34" charset="0"/>
              <a:buNone/>
              <a:defRPr kumimoji="0" lang="en-US" sz="525" b="0" i="0" u="none" strike="noStrike" kern="1200" cap="none" spc="0" normalizeH="0" baseline="0" noProof="0" dirty="0" smtClean="0">
                <a:ln>
                  <a:noFill/>
                </a:ln>
                <a:solidFill>
                  <a:srgbClr val="808080"/>
                </a:solidFill>
                <a:effectLst/>
                <a:uLnTx/>
                <a:uFillTx/>
                <a:latin typeface="+mn-lt"/>
                <a:ea typeface="+mn-ea"/>
                <a:cs typeface="+mn-cs"/>
              </a:defRPr>
            </a:lvl4pPr>
            <a:lvl5pPr marL="0" indent="0" algn="l" defTabSz="685800" rtl="0" eaLnBrk="1" latinLnBrk="0" hangingPunct="1">
              <a:lnSpc>
                <a:spcPct val="100000"/>
              </a:lnSpc>
              <a:spcBef>
                <a:spcPts val="75"/>
              </a:spcBef>
              <a:buClr>
                <a:srgbClr val="9E3039"/>
              </a:buClr>
              <a:buFont typeface="Arial" pitchFamily="34" charset="0"/>
              <a:buNone/>
              <a:defRPr kumimoji="0" lang="en-US" sz="525" b="0" i="0" u="none" strike="noStrike" kern="1200" cap="none" spc="0" normalizeH="0" baseline="0" noProof="0" dirty="0">
                <a:ln>
                  <a:noFill/>
                </a:ln>
                <a:solidFill>
                  <a:srgbClr val="808080"/>
                </a:solidFill>
                <a:effectLst/>
                <a:uLnTx/>
                <a:uFillTx/>
                <a:latin typeface="+mn-lt"/>
                <a:ea typeface="+mn-ea"/>
                <a:cs typeface="+mn-cs"/>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0" name="Text Placeholder 21"/>
          <p:cNvSpPr>
            <a:spLocks noGrp="1"/>
          </p:cNvSpPr>
          <p:nvPr>
            <p:ph type="body" sz="quarter" idx="102"/>
          </p:nvPr>
        </p:nvSpPr>
        <p:spPr>
          <a:xfrm>
            <a:off x="2113838" y="1219200"/>
            <a:ext cx="1584000" cy="1399032"/>
          </a:xfrm>
          <a:prstGeom prst="rect">
            <a:avLst/>
          </a:prstGeom>
          <a:solidFill>
            <a:srgbClr val="FFFFFF"/>
          </a:solidFill>
          <a:ln w="9525">
            <a:solidFill>
              <a:srgbClr val="C0C0C0"/>
            </a:solidFill>
          </a:ln>
          <a:effectLst/>
        </p:spPr>
        <p:txBody>
          <a:bodyPr lIns="91440" tIns="93600" rIns="91440" bIns="504000">
            <a:noAutofit/>
          </a:bodyPr>
          <a:lstStyle>
            <a:lvl1pPr marL="0" indent="0">
              <a:lnSpc>
                <a:spcPct val="100000"/>
              </a:lnSpc>
              <a:spcBef>
                <a:spcPts val="450"/>
              </a:spcBef>
              <a:buNone/>
              <a:defRPr sz="600" b="1" i="0"/>
            </a:lvl1pPr>
            <a:lvl2pPr marL="0" indent="0">
              <a:lnSpc>
                <a:spcPct val="100000"/>
              </a:lnSpc>
              <a:spcBef>
                <a:spcPts val="0"/>
              </a:spcBef>
              <a:buNone/>
              <a:defRPr sz="525" b="0" i="0">
                <a:solidFill>
                  <a:srgbClr val="808080"/>
                </a:solidFill>
              </a:defRPr>
            </a:lvl2pPr>
            <a:lvl3pPr marL="0" indent="0">
              <a:lnSpc>
                <a:spcPct val="100000"/>
              </a:lnSpc>
              <a:spcBef>
                <a:spcPts val="75"/>
              </a:spcBef>
              <a:buNone/>
              <a:defRPr sz="525" b="0" i="0">
                <a:solidFill>
                  <a:srgbClr val="808080"/>
                </a:solidFill>
              </a:defRPr>
            </a:lvl3pPr>
            <a:lvl4pPr marL="0" indent="0">
              <a:lnSpc>
                <a:spcPct val="100000"/>
              </a:lnSpc>
              <a:spcBef>
                <a:spcPts val="75"/>
              </a:spcBef>
              <a:buNone/>
              <a:defRPr sz="525" b="0" i="0">
                <a:solidFill>
                  <a:srgbClr val="808080"/>
                </a:solidFill>
              </a:defRPr>
            </a:lvl4pPr>
            <a:lvl5pPr marL="0" indent="0">
              <a:lnSpc>
                <a:spcPct val="100000"/>
              </a:lnSpc>
              <a:spcBef>
                <a:spcPts val="75"/>
              </a:spcBef>
              <a:buNone/>
              <a:defRPr sz="525" b="0" i="0">
                <a:solidFill>
                  <a:srgbClr val="808080"/>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1" name="Text Placeholder 21"/>
          <p:cNvSpPr>
            <a:spLocks noGrp="1"/>
          </p:cNvSpPr>
          <p:nvPr>
            <p:ph type="body" sz="quarter" idx="103"/>
          </p:nvPr>
        </p:nvSpPr>
        <p:spPr>
          <a:xfrm>
            <a:off x="3776826" y="1219200"/>
            <a:ext cx="1584000" cy="1399032"/>
          </a:xfrm>
          <a:prstGeom prst="rect">
            <a:avLst/>
          </a:prstGeom>
          <a:solidFill>
            <a:srgbClr val="FFFFFF"/>
          </a:solidFill>
          <a:ln w="9525">
            <a:solidFill>
              <a:srgbClr val="C0C0C0"/>
            </a:solidFill>
          </a:ln>
          <a:effectLst/>
        </p:spPr>
        <p:txBody>
          <a:bodyPr lIns="91440" tIns="93600" rIns="91440" bIns="504000">
            <a:noAutofit/>
          </a:bodyPr>
          <a:lstStyle>
            <a:lvl1pPr marL="0" indent="0">
              <a:lnSpc>
                <a:spcPct val="100000"/>
              </a:lnSpc>
              <a:spcBef>
                <a:spcPts val="450"/>
              </a:spcBef>
              <a:buNone/>
              <a:defRPr sz="600" b="1" i="0"/>
            </a:lvl1pPr>
            <a:lvl2pPr marL="0" indent="0">
              <a:lnSpc>
                <a:spcPct val="100000"/>
              </a:lnSpc>
              <a:spcBef>
                <a:spcPts val="0"/>
              </a:spcBef>
              <a:buNone/>
              <a:defRPr sz="525" b="0" i="0">
                <a:solidFill>
                  <a:srgbClr val="808080"/>
                </a:solidFill>
              </a:defRPr>
            </a:lvl2pPr>
            <a:lvl3pPr marL="0" indent="0">
              <a:lnSpc>
                <a:spcPct val="100000"/>
              </a:lnSpc>
              <a:spcBef>
                <a:spcPts val="75"/>
              </a:spcBef>
              <a:buNone/>
              <a:defRPr sz="525" b="0" i="0">
                <a:solidFill>
                  <a:srgbClr val="808080"/>
                </a:solidFill>
              </a:defRPr>
            </a:lvl3pPr>
            <a:lvl4pPr marL="0" indent="0">
              <a:lnSpc>
                <a:spcPct val="100000"/>
              </a:lnSpc>
              <a:spcBef>
                <a:spcPts val="75"/>
              </a:spcBef>
              <a:buNone/>
              <a:defRPr sz="525" b="0" i="0">
                <a:solidFill>
                  <a:srgbClr val="808080"/>
                </a:solidFill>
              </a:defRPr>
            </a:lvl4pPr>
            <a:lvl5pPr marL="0" indent="0">
              <a:lnSpc>
                <a:spcPct val="100000"/>
              </a:lnSpc>
              <a:spcBef>
                <a:spcPts val="75"/>
              </a:spcBef>
              <a:buNone/>
              <a:defRPr sz="525" b="0" i="0">
                <a:solidFill>
                  <a:srgbClr val="808080"/>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2" name="Text Placeholder 21"/>
          <p:cNvSpPr>
            <a:spLocks noGrp="1"/>
          </p:cNvSpPr>
          <p:nvPr>
            <p:ph type="body" sz="quarter" idx="104"/>
          </p:nvPr>
        </p:nvSpPr>
        <p:spPr>
          <a:xfrm>
            <a:off x="5439814" y="1219200"/>
            <a:ext cx="1584000" cy="1399032"/>
          </a:xfrm>
          <a:prstGeom prst="rect">
            <a:avLst/>
          </a:prstGeom>
          <a:solidFill>
            <a:srgbClr val="FFFFFF"/>
          </a:solidFill>
          <a:ln w="9525">
            <a:solidFill>
              <a:srgbClr val="C0C0C0"/>
            </a:solidFill>
          </a:ln>
          <a:effectLst/>
        </p:spPr>
        <p:txBody>
          <a:bodyPr lIns="91440" tIns="93600" rIns="91440" bIns="504000">
            <a:noAutofit/>
          </a:bodyPr>
          <a:lstStyle>
            <a:lvl1pPr marL="0" indent="0">
              <a:lnSpc>
                <a:spcPct val="100000"/>
              </a:lnSpc>
              <a:spcBef>
                <a:spcPts val="450"/>
              </a:spcBef>
              <a:buNone/>
              <a:defRPr sz="600" b="1" i="0"/>
            </a:lvl1pPr>
            <a:lvl2pPr marL="0" indent="0">
              <a:lnSpc>
                <a:spcPct val="100000"/>
              </a:lnSpc>
              <a:spcBef>
                <a:spcPts val="0"/>
              </a:spcBef>
              <a:buNone/>
              <a:defRPr sz="525" b="0" i="0">
                <a:solidFill>
                  <a:srgbClr val="808080"/>
                </a:solidFill>
              </a:defRPr>
            </a:lvl2pPr>
            <a:lvl3pPr marL="0" indent="0">
              <a:lnSpc>
                <a:spcPct val="100000"/>
              </a:lnSpc>
              <a:spcBef>
                <a:spcPts val="75"/>
              </a:spcBef>
              <a:buNone/>
              <a:defRPr sz="525" b="0" i="0">
                <a:solidFill>
                  <a:srgbClr val="808080"/>
                </a:solidFill>
              </a:defRPr>
            </a:lvl3pPr>
            <a:lvl4pPr marL="0" indent="0">
              <a:lnSpc>
                <a:spcPct val="100000"/>
              </a:lnSpc>
              <a:spcBef>
                <a:spcPts val="75"/>
              </a:spcBef>
              <a:buNone/>
              <a:defRPr sz="525" b="0" i="0">
                <a:solidFill>
                  <a:srgbClr val="808080"/>
                </a:solidFill>
              </a:defRPr>
            </a:lvl4pPr>
            <a:lvl5pPr marL="0" indent="0">
              <a:lnSpc>
                <a:spcPct val="100000"/>
              </a:lnSpc>
              <a:spcBef>
                <a:spcPts val="75"/>
              </a:spcBef>
              <a:buNone/>
              <a:defRPr sz="525" b="0" i="0">
                <a:solidFill>
                  <a:srgbClr val="808080"/>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3" name="Text Placeholder 21"/>
          <p:cNvSpPr>
            <a:spLocks noGrp="1"/>
          </p:cNvSpPr>
          <p:nvPr>
            <p:ph type="body" sz="quarter" idx="105"/>
          </p:nvPr>
        </p:nvSpPr>
        <p:spPr>
          <a:xfrm>
            <a:off x="7102800" y="1219200"/>
            <a:ext cx="1584000" cy="1399032"/>
          </a:xfrm>
          <a:prstGeom prst="rect">
            <a:avLst/>
          </a:prstGeom>
          <a:solidFill>
            <a:srgbClr val="FFFFFF"/>
          </a:solidFill>
          <a:ln w="9525">
            <a:solidFill>
              <a:srgbClr val="C0C0C0"/>
            </a:solidFill>
          </a:ln>
          <a:effectLst/>
        </p:spPr>
        <p:txBody>
          <a:bodyPr lIns="91440" tIns="93600" rIns="91440" bIns="504000">
            <a:noAutofit/>
          </a:bodyPr>
          <a:lstStyle>
            <a:lvl1pPr marL="0" indent="0">
              <a:lnSpc>
                <a:spcPct val="100000"/>
              </a:lnSpc>
              <a:spcBef>
                <a:spcPts val="450"/>
              </a:spcBef>
              <a:buNone/>
              <a:defRPr sz="600" b="1" i="0"/>
            </a:lvl1pPr>
            <a:lvl2pPr marL="0" indent="0">
              <a:lnSpc>
                <a:spcPct val="100000"/>
              </a:lnSpc>
              <a:spcBef>
                <a:spcPts val="0"/>
              </a:spcBef>
              <a:buNone/>
              <a:defRPr sz="525" b="0" i="0">
                <a:solidFill>
                  <a:srgbClr val="808080"/>
                </a:solidFill>
              </a:defRPr>
            </a:lvl2pPr>
            <a:lvl3pPr marL="0" indent="0">
              <a:lnSpc>
                <a:spcPct val="100000"/>
              </a:lnSpc>
              <a:spcBef>
                <a:spcPts val="75"/>
              </a:spcBef>
              <a:buNone/>
              <a:defRPr sz="525" b="0" i="0">
                <a:solidFill>
                  <a:srgbClr val="808080"/>
                </a:solidFill>
              </a:defRPr>
            </a:lvl3pPr>
            <a:lvl4pPr marL="0" indent="0">
              <a:lnSpc>
                <a:spcPct val="100000"/>
              </a:lnSpc>
              <a:spcBef>
                <a:spcPts val="75"/>
              </a:spcBef>
              <a:buNone/>
              <a:defRPr sz="525" b="0" i="0">
                <a:solidFill>
                  <a:srgbClr val="808080"/>
                </a:solidFill>
              </a:defRPr>
            </a:lvl4pPr>
            <a:lvl5pPr marL="0" indent="0">
              <a:lnSpc>
                <a:spcPct val="100000"/>
              </a:lnSpc>
              <a:spcBef>
                <a:spcPts val="75"/>
              </a:spcBef>
              <a:buNone/>
              <a:defRPr sz="525" b="0" i="0">
                <a:solidFill>
                  <a:srgbClr val="808080"/>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4" name="Text Placeholder 21"/>
          <p:cNvSpPr>
            <a:spLocks noGrp="1"/>
          </p:cNvSpPr>
          <p:nvPr>
            <p:ph type="body" sz="quarter" idx="108"/>
          </p:nvPr>
        </p:nvSpPr>
        <p:spPr>
          <a:xfrm>
            <a:off x="2113838" y="2914650"/>
            <a:ext cx="1584000" cy="1399032"/>
          </a:xfrm>
          <a:prstGeom prst="rect">
            <a:avLst/>
          </a:prstGeom>
          <a:solidFill>
            <a:srgbClr val="FFFFFF"/>
          </a:solidFill>
          <a:ln w="9525">
            <a:solidFill>
              <a:srgbClr val="C0C0C0"/>
            </a:solidFill>
          </a:ln>
          <a:effectLst/>
        </p:spPr>
        <p:txBody>
          <a:bodyPr lIns="91440" tIns="93600" rIns="91440" bIns="504000">
            <a:noAutofit/>
          </a:bodyPr>
          <a:lstStyle>
            <a:lvl1pPr marL="0" indent="0">
              <a:lnSpc>
                <a:spcPct val="100000"/>
              </a:lnSpc>
              <a:spcBef>
                <a:spcPts val="450"/>
              </a:spcBef>
              <a:buNone/>
              <a:defRPr sz="600" b="1" i="0"/>
            </a:lvl1pPr>
            <a:lvl2pPr marL="0" indent="0">
              <a:lnSpc>
                <a:spcPct val="100000"/>
              </a:lnSpc>
              <a:spcBef>
                <a:spcPts val="0"/>
              </a:spcBef>
              <a:buNone/>
              <a:defRPr sz="525" b="0" i="0">
                <a:solidFill>
                  <a:srgbClr val="808080"/>
                </a:solidFill>
              </a:defRPr>
            </a:lvl2pPr>
            <a:lvl3pPr marL="0" indent="0">
              <a:lnSpc>
                <a:spcPct val="100000"/>
              </a:lnSpc>
              <a:spcBef>
                <a:spcPts val="75"/>
              </a:spcBef>
              <a:buNone/>
              <a:defRPr sz="525" b="0" i="0">
                <a:solidFill>
                  <a:srgbClr val="808080"/>
                </a:solidFill>
              </a:defRPr>
            </a:lvl3pPr>
            <a:lvl4pPr marL="0" indent="0">
              <a:lnSpc>
                <a:spcPct val="100000"/>
              </a:lnSpc>
              <a:spcBef>
                <a:spcPts val="75"/>
              </a:spcBef>
              <a:buNone/>
              <a:defRPr sz="525" b="0" i="0">
                <a:solidFill>
                  <a:srgbClr val="808080"/>
                </a:solidFill>
              </a:defRPr>
            </a:lvl4pPr>
            <a:lvl5pPr marL="0" indent="0">
              <a:lnSpc>
                <a:spcPct val="100000"/>
              </a:lnSpc>
              <a:spcBef>
                <a:spcPts val="75"/>
              </a:spcBef>
              <a:buNone/>
              <a:defRPr sz="525" b="0" i="0">
                <a:solidFill>
                  <a:srgbClr val="808080"/>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5" name="Text Placeholder 21"/>
          <p:cNvSpPr>
            <a:spLocks noGrp="1"/>
          </p:cNvSpPr>
          <p:nvPr>
            <p:ph type="body" sz="quarter" idx="109"/>
          </p:nvPr>
        </p:nvSpPr>
        <p:spPr>
          <a:xfrm>
            <a:off x="2113838" y="4626864"/>
            <a:ext cx="1584000" cy="1399032"/>
          </a:xfrm>
          <a:prstGeom prst="rect">
            <a:avLst/>
          </a:prstGeom>
          <a:solidFill>
            <a:srgbClr val="FFFFFF"/>
          </a:solidFill>
          <a:ln w="9525">
            <a:solidFill>
              <a:srgbClr val="C0C0C0"/>
            </a:solidFill>
          </a:ln>
          <a:effectLst/>
        </p:spPr>
        <p:txBody>
          <a:bodyPr lIns="91440" tIns="93600" rIns="91440" bIns="504000">
            <a:noAutofit/>
          </a:bodyPr>
          <a:lstStyle>
            <a:lvl1pPr marL="0" indent="0">
              <a:lnSpc>
                <a:spcPct val="100000"/>
              </a:lnSpc>
              <a:spcBef>
                <a:spcPts val="450"/>
              </a:spcBef>
              <a:buNone/>
              <a:defRPr sz="600" b="1" i="0" u="none"/>
            </a:lvl1pPr>
            <a:lvl2pPr marL="0" indent="0">
              <a:lnSpc>
                <a:spcPct val="100000"/>
              </a:lnSpc>
              <a:spcBef>
                <a:spcPts val="0"/>
              </a:spcBef>
              <a:buNone/>
              <a:defRPr sz="525" b="0" i="0" u="none">
                <a:solidFill>
                  <a:srgbClr val="808080"/>
                </a:solidFill>
              </a:defRPr>
            </a:lvl2pPr>
            <a:lvl3pPr marL="0" indent="0">
              <a:lnSpc>
                <a:spcPct val="100000"/>
              </a:lnSpc>
              <a:spcBef>
                <a:spcPts val="75"/>
              </a:spcBef>
              <a:buNone/>
              <a:defRPr sz="525" b="0" i="0" u="none">
                <a:solidFill>
                  <a:srgbClr val="808080"/>
                </a:solidFill>
              </a:defRPr>
            </a:lvl3pPr>
            <a:lvl4pPr marL="0" indent="0">
              <a:lnSpc>
                <a:spcPct val="100000"/>
              </a:lnSpc>
              <a:spcBef>
                <a:spcPts val="75"/>
              </a:spcBef>
              <a:buNone/>
              <a:defRPr sz="525" b="0" i="0" u="none">
                <a:solidFill>
                  <a:srgbClr val="808080"/>
                </a:solidFill>
              </a:defRPr>
            </a:lvl4pPr>
            <a:lvl5pPr marL="0" indent="0">
              <a:lnSpc>
                <a:spcPct val="100000"/>
              </a:lnSpc>
              <a:spcBef>
                <a:spcPts val="75"/>
              </a:spcBef>
              <a:buNone/>
              <a:defRPr sz="525" b="0" i="0" u="none">
                <a:solidFill>
                  <a:srgbClr val="808080"/>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6" name="Text Placeholder 21"/>
          <p:cNvSpPr>
            <a:spLocks noGrp="1"/>
          </p:cNvSpPr>
          <p:nvPr>
            <p:ph type="body" sz="quarter" idx="110"/>
          </p:nvPr>
        </p:nvSpPr>
        <p:spPr>
          <a:xfrm>
            <a:off x="3776826" y="2914650"/>
            <a:ext cx="1584000" cy="1399032"/>
          </a:xfrm>
          <a:prstGeom prst="rect">
            <a:avLst/>
          </a:prstGeom>
          <a:solidFill>
            <a:srgbClr val="FFFFFF"/>
          </a:solidFill>
          <a:ln w="9525">
            <a:solidFill>
              <a:srgbClr val="C0C0C0"/>
            </a:solidFill>
          </a:ln>
          <a:effectLst/>
        </p:spPr>
        <p:txBody>
          <a:bodyPr lIns="91440" tIns="93600" rIns="91440" bIns="504000">
            <a:noAutofit/>
          </a:bodyPr>
          <a:lstStyle>
            <a:lvl1pPr marL="0" indent="0">
              <a:lnSpc>
                <a:spcPct val="100000"/>
              </a:lnSpc>
              <a:spcBef>
                <a:spcPts val="450"/>
              </a:spcBef>
              <a:buNone/>
              <a:defRPr sz="600" b="1" i="0"/>
            </a:lvl1pPr>
            <a:lvl2pPr marL="0" indent="0">
              <a:lnSpc>
                <a:spcPct val="100000"/>
              </a:lnSpc>
              <a:spcBef>
                <a:spcPts val="0"/>
              </a:spcBef>
              <a:buNone/>
              <a:defRPr sz="525" b="0" i="0">
                <a:solidFill>
                  <a:srgbClr val="808080"/>
                </a:solidFill>
              </a:defRPr>
            </a:lvl2pPr>
            <a:lvl3pPr marL="0" indent="0">
              <a:lnSpc>
                <a:spcPct val="100000"/>
              </a:lnSpc>
              <a:spcBef>
                <a:spcPts val="75"/>
              </a:spcBef>
              <a:buNone/>
              <a:defRPr sz="525" b="0" i="0">
                <a:solidFill>
                  <a:srgbClr val="808080"/>
                </a:solidFill>
              </a:defRPr>
            </a:lvl3pPr>
            <a:lvl4pPr marL="0" indent="0">
              <a:lnSpc>
                <a:spcPct val="100000"/>
              </a:lnSpc>
              <a:spcBef>
                <a:spcPts val="75"/>
              </a:spcBef>
              <a:buNone/>
              <a:defRPr sz="525" b="0" i="0">
                <a:solidFill>
                  <a:srgbClr val="808080"/>
                </a:solidFill>
              </a:defRPr>
            </a:lvl4pPr>
            <a:lvl5pPr marL="0" indent="0">
              <a:lnSpc>
                <a:spcPct val="100000"/>
              </a:lnSpc>
              <a:spcBef>
                <a:spcPts val="75"/>
              </a:spcBef>
              <a:buNone/>
              <a:defRPr sz="525" b="0" i="0">
                <a:solidFill>
                  <a:srgbClr val="808080"/>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7" name="Text Placeholder 21"/>
          <p:cNvSpPr>
            <a:spLocks noGrp="1"/>
          </p:cNvSpPr>
          <p:nvPr>
            <p:ph type="body" sz="quarter" idx="111"/>
          </p:nvPr>
        </p:nvSpPr>
        <p:spPr>
          <a:xfrm>
            <a:off x="3776826" y="4626864"/>
            <a:ext cx="1584000" cy="1399032"/>
          </a:xfrm>
          <a:prstGeom prst="rect">
            <a:avLst/>
          </a:prstGeom>
          <a:solidFill>
            <a:srgbClr val="FFFFFF"/>
          </a:solidFill>
          <a:ln w="9525">
            <a:solidFill>
              <a:srgbClr val="C0C0C0"/>
            </a:solidFill>
          </a:ln>
          <a:effectLst/>
        </p:spPr>
        <p:txBody>
          <a:bodyPr lIns="91440" tIns="93600" rIns="91440" bIns="504000">
            <a:noAutofit/>
          </a:bodyPr>
          <a:lstStyle>
            <a:lvl1pPr marL="0" indent="0">
              <a:lnSpc>
                <a:spcPct val="100000"/>
              </a:lnSpc>
              <a:spcBef>
                <a:spcPts val="450"/>
              </a:spcBef>
              <a:buNone/>
              <a:defRPr sz="600" b="1" i="0"/>
            </a:lvl1pPr>
            <a:lvl2pPr marL="0" indent="0">
              <a:lnSpc>
                <a:spcPct val="100000"/>
              </a:lnSpc>
              <a:spcBef>
                <a:spcPts val="0"/>
              </a:spcBef>
              <a:buNone/>
              <a:defRPr sz="525" b="0" i="0">
                <a:solidFill>
                  <a:srgbClr val="808080"/>
                </a:solidFill>
              </a:defRPr>
            </a:lvl2pPr>
            <a:lvl3pPr marL="0" indent="0">
              <a:lnSpc>
                <a:spcPct val="100000"/>
              </a:lnSpc>
              <a:spcBef>
                <a:spcPts val="75"/>
              </a:spcBef>
              <a:buNone/>
              <a:defRPr sz="525" b="0" i="0">
                <a:solidFill>
                  <a:srgbClr val="808080"/>
                </a:solidFill>
              </a:defRPr>
            </a:lvl3pPr>
            <a:lvl4pPr marL="0" indent="0">
              <a:lnSpc>
                <a:spcPct val="100000"/>
              </a:lnSpc>
              <a:spcBef>
                <a:spcPts val="75"/>
              </a:spcBef>
              <a:buNone/>
              <a:defRPr sz="525" b="0" i="0">
                <a:solidFill>
                  <a:srgbClr val="808080"/>
                </a:solidFill>
              </a:defRPr>
            </a:lvl4pPr>
            <a:lvl5pPr marL="0" indent="0">
              <a:lnSpc>
                <a:spcPct val="100000"/>
              </a:lnSpc>
              <a:spcBef>
                <a:spcPts val="75"/>
              </a:spcBef>
              <a:buNone/>
              <a:defRPr sz="525" b="0" i="0">
                <a:solidFill>
                  <a:srgbClr val="808080"/>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8" name="Text Placeholder 21"/>
          <p:cNvSpPr>
            <a:spLocks noGrp="1"/>
          </p:cNvSpPr>
          <p:nvPr>
            <p:ph type="body" sz="quarter" idx="112"/>
          </p:nvPr>
        </p:nvSpPr>
        <p:spPr>
          <a:xfrm>
            <a:off x="5439814" y="2914650"/>
            <a:ext cx="1584000" cy="1399032"/>
          </a:xfrm>
          <a:prstGeom prst="rect">
            <a:avLst/>
          </a:prstGeom>
          <a:solidFill>
            <a:srgbClr val="FFFFFF"/>
          </a:solidFill>
          <a:ln w="9525">
            <a:solidFill>
              <a:srgbClr val="C0C0C0"/>
            </a:solidFill>
          </a:ln>
          <a:effectLst/>
        </p:spPr>
        <p:txBody>
          <a:bodyPr lIns="91440" tIns="93600" rIns="91440" bIns="504000">
            <a:noAutofit/>
          </a:bodyPr>
          <a:lstStyle>
            <a:lvl1pPr marL="0" indent="0">
              <a:lnSpc>
                <a:spcPct val="100000"/>
              </a:lnSpc>
              <a:spcBef>
                <a:spcPts val="450"/>
              </a:spcBef>
              <a:buNone/>
              <a:defRPr sz="600" b="1" i="0"/>
            </a:lvl1pPr>
            <a:lvl2pPr marL="0" indent="0">
              <a:lnSpc>
                <a:spcPct val="100000"/>
              </a:lnSpc>
              <a:spcBef>
                <a:spcPts val="0"/>
              </a:spcBef>
              <a:buNone/>
              <a:defRPr sz="525" b="0" i="0">
                <a:solidFill>
                  <a:srgbClr val="808080"/>
                </a:solidFill>
              </a:defRPr>
            </a:lvl2pPr>
            <a:lvl3pPr marL="0" indent="0">
              <a:lnSpc>
                <a:spcPct val="100000"/>
              </a:lnSpc>
              <a:spcBef>
                <a:spcPts val="75"/>
              </a:spcBef>
              <a:buNone/>
              <a:defRPr sz="525" b="0" i="0">
                <a:solidFill>
                  <a:srgbClr val="808080"/>
                </a:solidFill>
              </a:defRPr>
            </a:lvl3pPr>
            <a:lvl4pPr marL="0" indent="0">
              <a:lnSpc>
                <a:spcPct val="100000"/>
              </a:lnSpc>
              <a:spcBef>
                <a:spcPts val="75"/>
              </a:spcBef>
              <a:buNone/>
              <a:defRPr sz="525" b="0" i="0">
                <a:solidFill>
                  <a:srgbClr val="808080"/>
                </a:solidFill>
              </a:defRPr>
            </a:lvl4pPr>
            <a:lvl5pPr marL="0" indent="0">
              <a:lnSpc>
                <a:spcPct val="100000"/>
              </a:lnSpc>
              <a:spcBef>
                <a:spcPts val="75"/>
              </a:spcBef>
              <a:buNone/>
              <a:defRPr sz="525" b="0" i="0">
                <a:solidFill>
                  <a:srgbClr val="808080"/>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9" name="Text Placeholder 21"/>
          <p:cNvSpPr>
            <a:spLocks noGrp="1"/>
          </p:cNvSpPr>
          <p:nvPr>
            <p:ph type="body" sz="quarter" idx="113"/>
          </p:nvPr>
        </p:nvSpPr>
        <p:spPr>
          <a:xfrm>
            <a:off x="5439814" y="4626864"/>
            <a:ext cx="1584000" cy="1399032"/>
          </a:xfrm>
          <a:prstGeom prst="rect">
            <a:avLst/>
          </a:prstGeom>
          <a:solidFill>
            <a:srgbClr val="FFFFFF"/>
          </a:solidFill>
          <a:ln w="9525">
            <a:solidFill>
              <a:srgbClr val="C0C0C0"/>
            </a:solidFill>
          </a:ln>
          <a:effectLst/>
        </p:spPr>
        <p:txBody>
          <a:bodyPr lIns="91440" tIns="93600" rIns="91440" bIns="504000">
            <a:noAutofit/>
          </a:bodyPr>
          <a:lstStyle>
            <a:lvl1pPr marL="0" indent="0">
              <a:lnSpc>
                <a:spcPct val="100000"/>
              </a:lnSpc>
              <a:spcBef>
                <a:spcPts val="450"/>
              </a:spcBef>
              <a:buNone/>
              <a:defRPr sz="600" b="1" i="0"/>
            </a:lvl1pPr>
            <a:lvl2pPr marL="0" indent="0">
              <a:lnSpc>
                <a:spcPct val="100000"/>
              </a:lnSpc>
              <a:spcBef>
                <a:spcPts val="0"/>
              </a:spcBef>
              <a:buNone/>
              <a:defRPr sz="525" b="0" i="0">
                <a:solidFill>
                  <a:srgbClr val="808080"/>
                </a:solidFill>
              </a:defRPr>
            </a:lvl2pPr>
            <a:lvl3pPr marL="0" indent="0">
              <a:lnSpc>
                <a:spcPct val="100000"/>
              </a:lnSpc>
              <a:spcBef>
                <a:spcPts val="75"/>
              </a:spcBef>
              <a:buNone/>
              <a:defRPr sz="525" b="0" i="0">
                <a:solidFill>
                  <a:srgbClr val="808080"/>
                </a:solidFill>
              </a:defRPr>
            </a:lvl3pPr>
            <a:lvl4pPr marL="0" indent="0">
              <a:lnSpc>
                <a:spcPct val="100000"/>
              </a:lnSpc>
              <a:spcBef>
                <a:spcPts val="75"/>
              </a:spcBef>
              <a:buNone/>
              <a:defRPr sz="525" b="0" i="0">
                <a:solidFill>
                  <a:srgbClr val="808080"/>
                </a:solidFill>
              </a:defRPr>
            </a:lvl4pPr>
            <a:lvl5pPr marL="0" indent="0">
              <a:lnSpc>
                <a:spcPct val="100000"/>
              </a:lnSpc>
              <a:spcBef>
                <a:spcPts val="75"/>
              </a:spcBef>
              <a:buNone/>
              <a:defRPr sz="525" b="0" i="0">
                <a:solidFill>
                  <a:srgbClr val="808080"/>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0" name="Text Placeholder 21"/>
          <p:cNvSpPr>
            <a:spLocks noGrp="1"/>
          </p:cNvSpPr>
          <p:nvPr>
            <p:ph type="body" sz="quarter" idx="114"/>
          </p:nvPr>
        </p:nvSpPr>
        <p:spPr>
          <a:xfrm>
            <a:off x="7102800" y="2914650"/>
            <a:ext cx="1584000" cy="1399032"/>
          </a:xfrm>
          <a:prstGeom prst="rect">
            <a:avLst/>
          </a:prstGeom>
          <a:solidFill>
            <a:srgbClr val="FFFFFF"/>
          </a:solidFill>
          <a:ln w="9525">
            <a:solidFill>
              <a:srgbClr val="C0C0C0"/>
            </a:solidFill>
          </a:ln>
          <a:effectLst/>
        </p:spPr>
        <p:txBody>
          <a:bodyPr lIns="91440" tIns="93600" rIns="91440" bIns="504000">
            <a:noAutofit/>
          </a:bodyPr>
          <a:lstStyle>
            <a:lvl1pPr marL="0" indent="0">
              <a:lnSpc>
                <a:spcPct val="100000"/>
              </a:lnSpc>
              <a:spcBef>
                <a:spcPts val="450"/>
              </a:spcBef>
              <a:buNone/>
              <a:defRPr sz="600" b="1" i="0"/>
            </a:lvl1pPr>
            <a:lvl2pPr marL="0" indent="0">
              <a:lnSpc>
                <a:spcPct val="100000"/>
              </a:lnSpc>
              <a:spcBef>
                <a:spcPts val="0"/>
              </a:spcBef>
              <a:buNone/>
              <a:defRPr sz="525" b="0" i="0">
                <a:solidFill>
                  <a:srgbClr val="808080"/>
                </a:solidFill>
              </a:defRPr>
            </a:lvl2pPr>
            <a:lvl3pPr marL="0" indent="0">
              <a:lnSpc>
                <a:spcPct val="100000"/>
              </a:lnSpc>
              <a:spcBef>
                <a:spcPts val="75"/>
              </a:spcBef>
              <a:buNone/>
              <a:defRPr sz="525" b="0" i="0">
                <a:solidFill>
                  <a:srgbClr val="808080"/>
                </a:solidFill>
              </a:defRPr>
            </a:lvl3pPr>
            <a:lvl4pPr marL="0" indent="0">
              <a:lnSpc>
                <a:spcPct val="100000"/>
              </a:lnSpc>
              <a:spcBef>
                <a:spcPts val="75"/>
              </a:spcBef>
              <a:buNone/>
              <a:defRPr sz="525" b="0" i="0">
                <a:solidFill>
                  <a:srgbClr val="808080"/>
                </a:solidFill>
              </a:defRPr>
            </a:lvl4pPr>
            <a:lvl5pPr marL="0" indent="0">
              <a:lnSpc>
                <a:spcPct val="100000"/>
              </a:lnSpc>
              <a:spcBef>
                <a:spcPts val="75"/>
              </a:spcBef>
              <a:buNone/>
              <a:defRPr sz="525" b="0" i="0">
                <a:solidFill>
                  <a:srgbClr val="808080"/>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1" name="Text Placeholder 21"/>
          <p:cNvSpPr>
            <a:spLocks noGrp="1"/>
          </p:cNvSpPr>
          <p:nvPr>
            <p:ph type="body" sz="quarter" idx="115"/>
          </p:nvPr>
        </p:nvSpPr>
        <p:spPr>
          <a:xfrm>
            <a:off x="7102800" y="4626864"/>
            <a:ext cx="1584000" cy="1399032"/>
          </a:xfrm>
          <a:prstGeom prst="rect">
            <a:avLst/>
          </a:prstGeom>
          <a:solidFill>
            <a:srgbClr val="FFFFFF"/>
          </a:solidFill>
          <a:ln w="9525">
            <a:solidFill>
              <a:srgbClr val="C0C0C0"/>
            </a:solidFill>
          </a:ln>
          <a:effectLst/>
        </p:spPr>
        <p:txBody>
          <a:bodyPr lIns="91440" tIns="93600" rIns="91440" bIns="504000">
            <a:noAutofit/>
          </a:bodyPr>
          <a:lstStyle>
            <a:lvl1pPr marL="0" indent="0">
              <a:lnSpc>
                <a:spcPct val="100000"/>
              </a:lnSpc>
              <a:spcBef>
                <a:spcPts val="450"/>
              </a:spcBef>
              <a:buNone/>
              <a:defRPr sz="600" b="1" i="0"/>
            </a:lvl1pPr>
            <a:lvl2pPr marL="0" indent="0">
              <a:lnSpc>
                <a:spcPct val="100000"/>
              </a:lnSpc>
              <a:spcBef>
                <a:spcPts val="0"/>
              </a:spcBef>
              <a:buNone/>
              <a:defRPr sz="525" b="0" i="0">
                <a:solidFill>
                  <a:srgbClr val="808080"/>
                </a:solidFill>
              </a:defRPr>
            </a:lvl2pPr>
            <a:lvl3pPr marL="0" indent="0">
              <a:lnSpc>
                <a:spcPct val="100000"/>
              </a:lnSpc>
              <a:spcBef>
                <a:spcPts val="75"/>
              </a:spcBef>
              <a:buNone/>
              <a:defRPr sz="525" b="0" i="0">
                <a:solidFill>
                  <a:srgbClr val="808080"/>
                </a:solidFill>
              </a:defRPr>
            </a:lvl3pPr>
            <a:lvl4pPr marL="0" indent="0">
              <a:lnSpc>
                <a:spcPct val="100000"/>
              </a:lnSpc>
              <a:spcBef>
                <a:spcPts val="75"/>
              </a:spcBef>
              <a:buNone/>
              <a:defRPr sz="525" b="0" i="0">
                <a:solidFill>
                  <a:srgbClr val="808080"/>
                </a:solidFill>
              </a:defRPr>
            </a:lvl4pPr>
            <a:lvl5pPr marL="0" indent="0">
              <a:lnSpc>
                <a:spcPct val="100000"/>
              </a:lnSpc>
              <a:spcBef>
                <a:spcPts val="75"/>
              </a:spcBef>
              <a:buNone/>
              <a:defRPr sz="525" b="0" i="0">
                <a:solidFill>
                  <a:srgbClr val="808080"/>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68" name="Text Placeholder 21"/>
          <p:cNvSpPr>
            <a:spLocks noGrp="1"/>
          </p:cNvSpPr>
          <p:nvPr>
            <p:ph type="body" sz="quarter" idx="116"/>
          </p:nvPr>
        </p:nvSpPr>
        <p:spPr>
          <a:xfrm>
            <a:off x="450850" y="4313682"/>
            <a:ext cx="1584000" cy="182880"/>
          </a:xfrm>
          <a:prstGeom prst="rect">
            <a:avLst/>
          </a:prstGeom>
          <a:solidFill>
            <a:srgbClr val="FFFFFF"/>
          </a:solidFill>
          <a:ln w="9525">
            <a:solidFill>
              <a:srgbClr val="C0C0C0"/>
            </a:solidFill>
          </a:ln>
          <a:effectLst/>
        </p:spPr>
        <p:txBody>
          <a:bodyPr lIns="91440" tIns="0" rIns="91440" bIns="0" anchor="ctr" anchorCtr="0">
            <a:noAutofit/>
          </a:bodyPr>
          <a:lstStyle>
            <a:lvl1pPr marL="0" indent="0">
              <a:lnSpc>
                <a:spcPct val="100000"/>
              </a:lnSpc>
              <a:spcBef>
                <a:spcPts val="450"/>
              </a:spcBef>
              <a:buNone/>
              <a:defRPr sz="525" b="1" i="1"/>
            </a:lvl1pPr>
            <a:lvl2pPr marL="0" indent="0">
              <a:lnSpc>
                <a:spcPct val="100000"/>
              </a:lnSpc>
              <a:spcBef>
                <a:spcPts val="0"/>
              </a:spcBef>
              <a:buNone/>
              <a:defRPr sz="525" b="0">
                <a:solidFill>
                  <a:srgbClr val="000000"/>
                </a:solidFill>
              </a:defRPr>
            </a:lvl2pPr>
            <a:lvl3pPr marL="0" indent="0">
              <a:lnSpc>
                <a:spcPct val="100000"/>
              </a:lnSpc>
              <a:spcBef>
                <a:spcPts val="75"/>
              </a:spcBef>
              <a:buNone/>
              <a:defRPr sz="525" b="0" i="1">
                <a:solidFill>
                  <a:srgbClr val="808080"/>
                </a:solidFill>
              </a:defRPr>
            </a:lvl3pPr>
            <a:lvl4pPr marL="0" indent="0">
              <a:lnSpc>
                <a:spcPct val="100000"/>
              </a:lnSpc>
              <a:spcBef>
                <a:spcPts val="75"/>
              </a:spcBef>
              <a:buNone/>
              <a:defRPr sz="525" b="0">
                <a:solidFill>
                  <a:srgbClr val="808080"/>
                </a:solidFill>
              </a:defRPr>
            </a:lvl4pPr>
            <a:lvl5pPr marL="0" indent="0">
              <a:lnSpc>
                <a:spcPct val="100000"/>
              </a:lnSpc>
              <a:spcBef>
                <a:spcPts val="75"/>
              </a:spcBef>
              <a:buNone/>
              <a:defRPr sz="525" b="0">
                <a:solidFill>
                  <a:srgbClr val="808080"/>
                </a:solidFill>
              </a:defRPr>
            </a:lvl5pPr>
          </a:lstStyle>
          <a:p>
            <a:pPr lvl="0"/>
            <a:r>
              <a:rPr lang="en-US"/>
              <a:t>Click to edit Master text styles</a:t>
            </a:r>
          </a:p>
        </p:txBody>
      </p:sp>
      <p:sp>
        <p:nvSpPr>
          <p:cNvPr id="69" name="Text Placeholder 21"/>
          <p:cNvSpPr>
            <a:spLocks noGrp="1"/>
          </p:cNvSpPr>
          <p:nvPr>
            <p:ph type="body" sz="quarter" idx="117"/>
          </p:nvPr>
        </p:nvSpPr>
        <p:spPr>
          <a:xfrm>
            <a:off x="450850" y="6020181"/>
            <a:ext cx="1584000" cy="182880"/>
          </a:xfrm>
          <a:prstGeom prst="rect">
            <a:avLst/>
          </a:prstGeom>
          <a:solidFill>
            <a:srgbClr val="FFFFFF"/>
          </a:solidFill>
          <a:ln w="9525">
            <a:solidFill>
              <a:srgbClr val="C0C0C0"/>
            </a:solidFill>
          </a:ln>
          <a:effectLst/>
        </p:spPr>
        <p:txBody>
          <a:bodyPr lIns="91440" tIns="0" rIns="91440" bIns="0" anchor="ctr" anchorCtr="0">
            <a:noAutofit/>
          </a:bodyPr>
          <a:lstStyle>
            <a:lvl1pPr marL="0" indent="0">
              <a:lnSpc>
                <a:spcPct val="100000"/>
              </a:lnSpc>
              <a:spcBef>
                <a:spcPts val="450"/>
              </a:spcBef>
              <a:buNone/>
              <a:defRPr sz="525" b="1" i="1"/>
            </a:lvl1pPr>
            <a:lvl2pPr marL="0" indent="0">
              <a:lnSpc>
                <a:spcPct val="100000"/>
              </a:lnSpc>
              <a:spcBef>
                <a:spcPts val="0"/>
              </a:spcBef>
              <a:buNone/>
              <a:defRPr sz="525" b="0">
                <a:solidFill>
                  <a:srgbClr val="000000"/>
                </a:solidFill>
              </a:defRPr>
            </a:lvl2pPr>
            <a:lvl3pPr marL="0" indent="0">
              <a:lnSpc>
                <a:spcPct val="100000"/>
              </a:lnSpc>
              <a:spcBef>
                <a:spcPts val="75"/>
              </a:spcBef>
              <a:buNone/>
              <a:defRPr sz="525" b="0" i="1">
                <a:solidFill>
                  <a:srgbClr val="808080"/>
                </a:solidFill>
              </a:defRPr>
            </a:lvl3pPr>
            <a:lvl4pPr marL="0" indent="0">
              <a:lnSpc>
                <a:spcPct val="100000"/>
              </a:lnSpc>
              <a:spcBef>
                <a:spcPts val="75"/>
              </a:spcBef>
              <a:buNone/>
              <a:defRPr sz="525" b="0">
                <a:solidFill>
                  <a:srgbClr val="808080"/>
                </a:solidFill>
              </a:defRPr>
            </a:lvl4pPr>
            <a:lvl5pPr marL="0" indent="0">
              <a:lnSpc>
                <a:spcPct val="100000"/>
              </a:lnSpc>
              <a:spcBef>
                <a:spcPts val="75"/>
              </a:spcBef>
              <a:buNone/>
              <a:defRPr sz="525" b="0">
                <a:solidFill>
                  <a:srgbClr val="808080"/>
                </a:solidFill>
              </a:defRPr>
            </a:lvl5pPr>
          </a:lstStyle>
          <a:p>
            <a:pPr lvl="0"/>
            <a:r>
              <a:rPr lang="en-US"/>
              <a:t>Click to edit Master text styles</a:t>
            </a:r>
          </a:p>
        </p:txBody>
      </p:sp>
      <p:sp>
        <p:nvSpPr>
          <p:cNvPr id="70" name="Text Placeholder 21"/>
          <p:cNvSpPr>
            <a:spLocks noGrp="1"/>
          </p:cNvSpPr>
          <p:nvPr>
            <p:ph type="body" sz="quarter" idx="118"/>
          </p:nvPr>
        </p:nvSpPr>
        <p:spPr>
          <a:xfrm>
            <a:off x="450850" y="2618232"/>
            <a:ext cx="1584000" cy="182880"/>
          </a:xfrm>
          <a:prstGeom prst="rect">
            <a:avLst/>
          </a:prstGeom>
          <a:solidFill>
            <a:srgbClr val="FFFFFF"/>
          </a:solidFill>
          <a:ln w="9525">
            <a:solidFill>
              <a:srgbClr val="C0C0C0"/>
            </a:solidFill>
          </a:ln>
          <a:effectLst/>
        </p:spPr>
        <p:txBody>
          <a:bodyPr lIns="91440" tIns="0" rIns="91440" bIns="0" anchor="ctr" anchorCtr="0">
            <a:noAutofit/>
          </a:bodyPr>
          <a:lstStyle>
            <a:lvl1pPr marL="0" indent="0">
              <a:lnSpc>
                <a:spcPct val="100000"/>
              </a:lnSpc>
              <a:spcBef>
                <a:spcPts val="0"/>
              </a:spcBef>
              <a:buNone/>
              <a:defRPr sz="525" b="1" i="1"/>
            </a:lvl1pPr>
            <a:lvl2pPr marL="0" indent="0" algn="l" defTabSz="685800" rtl="0" eaLnBrk="1" latinLnBrk="0" hangingPunct="1">
              <a:lnSpc>
                <a:spcPct val="100000"/>
              </a:lnSpc>
              <a:spcBef>
                <a:spcPts val="0"/>
              </a:spcBef>
              <a:buClr>
                <a:srgbClr val="9E3039"/>
              </a:buClr>
              <a:buFont typeface="Arial" pitchFamily="34" charset="0"/>
              <a:buNone/>
              <a:defRPr kumimoji="0" lang="en-US" sz="525" b="0" i="0" u="none" strike="noStrike" kern="1200" cap="none" spc="0" normalizeH="0" baseline="0" noProof="0" dirty="0" smtClean="0">
                <a:ln>
                  <a:noFill/>
                </a:ln>
                <a:solidFill>
                  <a:srgbClr val="000000"/>
                </a:solidFill>
                <a:effectLst/>
                <a:uLnTx/>
                <a:uFillTx/>
                <a:latin typeface="+mn-lt"/>
                <a:ea typeface="+mn-ea"/>
                <a:cs typeface="+mn-cs"/>
              </a:defRPr>
            </a:lvl2pPr>
            <a:lvl3pPr marL="0" indent="0" algn="l" defTabSz="685800" rtl="0" eaLnBrk="1" latinLnBrk="0" hangingPunct="1">
              <a:lnSpc>
                <a:spcPct val="100000"/>
              </a:lnSpc>
              <a:spcBef>
                <a:spcPts val="75"/>
              </a:spcBef>
              <a:buClr>
                <a:srgbClr val="9E3039"/>
              </a:buClr>
              <a:buFont typeface="Arial" pitchFamily="34" charset="0"/>
              <a:buNone/>
              <a:defRPr kumimoji="0" lang="en-US" sz="525" b="0" i="1" u="none" strike="noStrike" kern="1200" cap="none" spc="0" normalizeH="0" baseline="0" noProof="0" dirty="0" smtClean="0">
                <a:ln>
                  <a:noFill/>
                </a:ln>
                <a:solidFill>
                  <a:srgbClr val="808080"/>
                </a:solidFill>
                <a:effectLst/>
                <a:uLnTx/>
                <a:uFillTx/>
                <a:latin typeface="+mn-lt"/>
                <a:ea typeface="+mn-ea"/>
                <a:cs typeface="+mn-cs"/>
              </a:defRPr>
            </a:lvl3pPr>
            <a:lvl4pPr marL="0" indent="0" algn="l" defTabSz="685800" rtl="0" eaLnBrk="1" latinLnBrk="0" hangingPunct="1">
              <a:lnSpc>
                <a:spcPct val="100000"/>
              </a:lnSpc>
              <a:spcBef>
                <a:spcPts val="75"/>
              </a:spcBef>
              <a:buClr>
                <a:srgbClr val="9E3039"/>
              </a:buClr>
              <a:buFont typeface="Arial" pitchFamily="34" charset="0"/>
              <a:buNone/>
              <a:defRPr kumimoji="0" lang="en-US" sz="525" b="0" i="0" u="none" strike="noStrike" kern="1200" cap="none" spc="0" normalizeH="0" baseline="0" noProof="0" dirty="0" smtClean="0">
                <a:ln>
                  <a:noFill/>
                </a:ln>
                <a:solidFill>
                  <a:srgbClr val="808080"/>
                </a:solidFill>
                <a:effectLst/>
                <a:uLnTx/>
                <a:uFillTx/>
                <a:latin typeface="+mn-lt"/>
                <a:ea typeface="+mn-ea"/>
                <a:cs typeface="+mn-cs"/>
              </a:defRPr>
            </a:lvl4pPr>
            <a:lvl5pPr marL="0" indent="0" algn="l" defTabSz="685800" rtl="0" eaLnBrk="1" latinLnBrk="0" hangingPunct="1">
              <a:lnSpc>
                <a:spcPct val="100000"/>
              </a:lnSpc>
              <a:spcBef>
                <a:spcPts val="75"/>
              </a:spcBef>
              <a:buClr>
                <a:srgbClr val="9E3039"/>
              </a:buClr>
              <a:buFont typeface="Arial" pitchFamily="34" charset="0"/>
              <a:buNone/>
              <a:defRPr kumimoji="0" lang="en-US" sz="525" b="0" i="0" u="none" strike="noStrike" kern="1200" cap="none" spc="0" normalizeH="0" baseline="0" noProof="0" dirty="0">
                <a:ln>
                  <a:noFill/>
                </a:ln>
                <a:solidFill>
                  <a:srgbClr val="808080"/>
                </a:solidFill>
                <a:effectLst/>
                <a:uLnTx/>
                <a:uFillTx/>
                <a:latin typeface="+mn-lt"/>
                <a:ea typeface="+mn-ea"/>
                <a:cs typeface="+mn-cs"/>
              </a:defRPr>
            </a:lvl5pPr>
          </a:lstStyle>
          <a:p>
            <a:pPr lvl="0"/>
            <a:r>
              <a:rPr lang="en-US"/>
              <a:t>Click to edit Master text styles</a:t>
            </a:r>
          </a:p>
        </p:txBody>
      </p:sp>
      <p:sp>
        <p:nvSpPr>
          <p:cNvPr id="71" name="Text Placeholder 21"/>
          <p:cNvSpPr>
            <a:spLocks noGrp="1"/>
          </p:cNvSpPr>
          <p:nvPr>
            <p:ph type="body" sz="quarter" idx="119"/>
          </p:nvPr>
        </p:nvSpPr>
        <p:spPr>
          <a:xfrm>
            <a:off x="2113838" y="2618232"/>
            <a:ext cx="1584000" cy="182880"/>
          </a:xfrm>
          <a:prstGeom prst="rect">
            <a:avLst/>
          </a:prstGeom>
          <a:solidFill>
            <a:srgbClr val="FFFFFF"/>
          </a:solidFill>
          <a:ln w="9525">
            <a:solidFill>
              <a:srgbClr val="C0C0C0"/>
            </a:solidFill>
          </a:ln>
          <a:effectLst/>
        </p:spPr>
        <p:txBody>
          <a:bodyPr lIns="91440" tIns="0" rIns="91440" bIns="0" anchor="ctr" anchorCtr="0">
            <a:noAutofit/>
          </a:bodyPr>
          <a:lstStyle>
            <a:lvl1pPr marL="0" indent="0">
              <a:lnSpc>
                <a:spcPct val="100000"/>
              </a:lnSpc>
              <a:spcBef>
                <a:spcPts val="0"/>
              </a:spcBef>
              <a:buNone/>
              <a:defRPr sz="525" b="1" i="1"/>
            </a:lvl1pPr>
            <a:lvl2pPr marL="0" indent="0">
              <a:lnSpc>
                <a:spcPct val="100000"/>
              </a:lnSpc>
              <a:spcBef>
                <a:spcPts val="0"/>
              </a:spcBef>
              <a:buNone/>
              <a:defRPr sz="525" b="0">
                <a:solidFill>
                  <a:schemeClr val="tx1"/>
                </a:solidFill>
              </a:defRPr>
            </a:lvl2pPr>
            <a:lvl3pPr marL="0" indent="0">
              <a:lnSpc>
                <a:spcPct val="100000"/>
              </a:lnSpc>
              <a:spcBef>
                <a:spcPts val="75"/>
              </a:spcBef>
              <a:buNone/>
              <a:defRPr sz="525" b="0" i="1">
                <a:solidFill>
                  <a:srgbClr val="808080"/>
                </a:solidFill>
              </a:defRPr>
            </a:lvl3pPr>
            <a:lvl4pPr marL="0" indent="0">
              <a:lnSpc>
                <a:spcPct val="100000"/>
              </a:lnSpc>
              <a:spcBef>
                <a:spcPts val="75"/>
              </a:spcBef>
              <a:buNone/>
              <a:defRPr sz="525" b="0">
                <a:solidFill>
                  <a:srgbClr val="808080"/>
                </a:solidFill>
              </a:defRPr>
            </a:lvl4pPr>
            <a:lvl5pPr marL="0" indent="0">
              <a:lnSpc>
                <a:spcPct val="100000"/>
              </a:lnSpc>
              <a:spcBef>
                <a:spcPts val="75"/>
              </a:spcBef>
              <a:buNone/>
              <a:defRPr sz="525" b="0">
                <a:solidFill>
                  <a:srgbClr val="808080"/>
                </a:solidFill>
              </a:defRPr>
            </a:lvl5pPr>
          </a:lstStyle>
          <a:p>
            <a:pPr lvl="0"/>
            <a:r>
              <a:rPr lang="en-US"/>
              <a:t>Click to edit Master text styles</a:t>
            </a:r>
          </a:p>
        </p:txBody>
      </p:sp>
      <p:sp>
        <p:nvSpPr>
          <p:cNvPr id="72" name="Text Placeholder 21"/>
          <p:cNvSpPr>
            <a:spLocks noGrp="1"/>
          </p:cNvSpPr>
          <p:nvPr>
            <p:ph type="body" sz="quarter" idx="120"/>
          </p:nvPr>
        </p:nvSpPr>
        <p:spPr>
          <a:xfrm>
            <a:off x="3776826" y="2618232"/>
            <a:ext cx="1584000" cy="182880"/>
          </a:xfrm>
          <a:prstGeom prst="rect">
            <a:avLst/>
          </a:prstGeom>
          <a:solidFill>
            <a:srgbClr val="FFFFFF"/>
          </a:solidFill>
          <a:ln w="9525">
            <a:solidFill>
              <a:srgbClr val="C0C0C0"/>
            </a:solidFill>
          </a:ln>
          <a:effectLst/>
        </p:spPr>
        <p:txBody>
          <a:bodyPr lIns="91440" tIns="0" rIns="91440" bIns="0" anchor="ctr" anchorCtr="0">
            <a:noAutofit/>
          </a:bodyPr>
          <a:lstStyle>
            <a:lvl1pPr marL="0" indent="0">
              <a:lnSpc>
                <a:spcPct val="100000"/>
              </a:lnSpc>
              <a:spcBef>
                <a:spcPts val="0"/>
              </a:spcBef>
              <a:buNone/>
              <a:defRPr sz="525" b="1" i="1"/>
            </a:lvl1pPr>
            <a:lvl2pPr marL="0" indent="0">
              <a:lnSpc>
                <a:spcPct val="100000"/>
              </a:lnSpc>
              <a:spcBef>
                <a:spcPts val="0"/>
              </a:spcBef>
              <a:buNone/>
              <a:defRPr sz="525" b="0">
                <a:solidFill>
                  <a:srgbClr val="000000"/>
                </a:solidFill>
              </a:defRPr>
            </a:lvl2pPr>
            <a:lvl3pPr marL="0" indent="0">
              <a:lnSpc>
                <a:spcPct val="100000"/>
              </a:lnSpc>
              <a:spcBef>
                <a:spcPts val="75"/>
              </a:spcBef>
              <a:buNone/>
              <a:defRPr sz="525" b="0" i="1">
                <a:solidFill>
                  <a:srgbClr val="808080"/>
                </a:solidFill>
              </a:defRPr>
            </a:lvl3pPr>
            <a:lvl4pPr marL="0" indent="0">
              <a:lnSpc>
                <a:spcPct val="100000"/>
              </a:lnSpc>
              <a:spcBef>
                <a:spcPts val="75"/>
              </a:spcBef>
              <a:buNone/>
              <a:defRPr sz="525" b="0">
                <a:solidFill>
                  <a:srgbClr val="808080"/>
                </a:solidFill>
              </a:defRPr>
            </a:lvl4pPr>
            <a:lvl5pPr marL="0" indent="0">
              <a:lnSpc>
                <a:spcPct val="100000"/>
              </a:lnSpc>
              <a:spcBef>
                <a:spcPts val="75"/>
              </a:spcBef>
              <a:buNone/>
              <a:defRPr sz="525" b="0">
                <a:solidFill>
                  <a:srgbClr val="808080"/>
                </a:solidFill>
              </a:defRPr>
            </a:lvl5pPr>
          </a:lstStyle>
          <a:p>
            <a:pPr lvl="0"/>
            <a:r>
              <a:rPr lang="en-US"/>
              <a:t>Click to edit Master text styles</a:t>
            </a:r>
          </a:p>
        </p:txBody>
      </p:sp>
      <p:sp>
        <p:nvSpPr>
          <p:cNvPr id="73" name="Text Placeholder 21"/>
          <p:cNvSpPr>
            <a:spLocks noGrp="1"/>
          </p:cNvSpPr>
          <p:nvPr>
            <p:ph type="body" sz="quarter" idx="121"/>
          </p:nvPr>
        </p:nvSpPr>
        <p:spPr>
          <a:xfrm>
            <a:off x="5439814" y="2618232"/>
            <a:ext cx="1584000" cy="182880"/>
          </a:xfrm>
          <a:prstGeom prst="rect">
            <a:avLst/>
          </a:prstGeom>
          <a:solidFill>
            <a:srgbClr val="FFFFFF"/>
          </a:solidFill>
          <a:ln w="9525">
            <a:solidFill>
              <a:srgbClr val="C0C0C0"/>
            </a:solidFill>
          </a:ln>
          <a:effectLst/>
        </p:spPr>
        <p:txBody>
          <a:bodyPr lIns="91440" tIns="0" rIns="91440" bIns="0" anchor="ctr" anchorCtr="0">
            <a:noAutofit/>
          </a:bodyPr>
          <a:lstStyle>
            <a:lvl1pPr marL="0" indent="0">
              <a:lnSpc>
                <a:spcPct val="100000"/>
              </a:lnSpc>
              <a:spcBef>
                <a:spcPts val="0"/>
              </a:spcBef>
              <a:buNone/>
              <a:defRPr sz="525" b="1" i="1"/>
            </a:lvl1pPr>
            <a:lvl2pPr marL="0" indent="0">
              <a:lnSpc>
                <a:spcPct val="100000"/>
              </a:lnSpc>
              <a:spcBef>
                <a:spcPts val="0"/>
              </a:spcBef>
              <a:buNone/>
              <a:defRPr sz="525" b="0">
                <a:solidFill>
                  <a:srgbClr val="000000"/>
                </a:solidFill>
              </a:defRPr>
            </a:lvl2pPr>
            <a:lvl3pPr marL="0" indent="0">
              <a:lnSpc>
                <a:spcPct val="100000"/>
              </a:lnSpc>
              <a:spcBef>
                <a:spcPts val="75"/>
              </a:spcBef>
              <a:buNone/>
              <a:defRPr sz="525" b="0" i="1">
                <a:solidFill>
                  <a:srgbClr val="808080"/>
                </a:solidFill>
              </a:defRPr>
            </a:lvl3pPr>
            <a:lvl4pPr marL="0" indent="0">
              <a:lnSpc>
                <a:spcPct val="100000"/>
              </a:lnSpc>
              <a:spcBef>
                <a:spcPts val="75"/>
              </a:spcBef>
              <a:buNone/>
              <a:defRPr sz="525" b="0">
                <a:solidFill>
                  <a:srgbClr val="808080"/>
                </a:solidFill>
              </a:defRPr>
            </a:lvl4pPr>
            <a:lvl5pPr marL="0" indent="0">
              <a:lnSpc>
                <a:spcPct val="100000"/>
              </a:lnSpc>
              <a:spcBef>
                <a:spcPts val="75"/>
              </a:spcBef>
              <a:buNone/>
              <a:defRPr sz="525" b="0">
                <a:solidFill>
                  <a:srgbClr val="808080"/>
                </a:solidFill>
              </a:defRPr>
            </a:lvl5pPr>
          </a:lstStyle>
          <a:p>
            <a:pPr lvl="0"/>
            <a:r>
              <a:rPr lang="en-US"/>
              <a:t>Click to edit Master text styles</a:t>
            </a:r>
          </a:p>
        </p:txBody>
      </p:sp>
      <p:sp>
        <p:nvSpPr>
          <p:cNvPr id="74" name="Text Placeholder 21"/>
          <p:cNvSpPr>
            <a:spLocks noGrp="1"/>
          </p:cNvSpPr>
          <p:nvPr>
            <p:ph type="body" sz="quarter" idx="122"/>
          </p:nvPr>
        </p:nvSpPr>
        <p:spPr>
          <a:xfrm>
            <a:off x="7102800" y="2618232"/>
            <a:ext cx="1584000" cy="182880"/>
          </a:xfrm>
          <a:prstGeom prst="rect">
            <a:avLst/>
          </a:prstGeom>
          <a:solidFill>
            <a:srgbClr val="FFFFFF"/>
          </a:solidFill>
          <a:ln w="9525">
            <a:solidFill>
              <a:srgbClr val="C0C0C0"/>
            </a:solidFill>
          </a:ln>
          <a:effectLst/>
        </p:spPr>
        <p:txBody>
          <a:bodyPr lIns="91440" tIns="0" rIns="91440" bIns="0" anchor="ctr" anchorCtr="0">
            <a:noAutofit/>
          </a:bodyPr>
          <a:lstStyle>
            <a:lvl1pPr marL="0" indent="0">
              <a:lnSpc>
                <a:spcPct val="100000"/>
              </a:lnSpc>
              <a:spcBef>
                <a:spcPts val="0"/>
              </a:spcBef>
              <a:buNone/>
              <a:defRPr sz="525" b="1" i="1"/>
            </a:lvl1pPr>
            <a:lvl2pPr marL="0" indent="0">
              <a:lnSpc>
                <a:spcPct val="100000"/>
              </a:lnSpc>
              <a:spcBef>
                <a:spcPts val="0"/>
              </a:spcBef>
              <a:buNone/>
              <a:defRPr sz="525" b="0">
                <a:solidFill>
                  <a:srgbClr val="000000"/>
                </a:solidFill>
              </a:defRPr>
            </a:lvl2pPr>
            <a:lvl3pPr marL="0" indent="0">
              <a:lnSpc>
                <a:spcPct val="100000"/>
              </a:lnSpc>
              <a:spcBef>
                <a:spcPts val="75"/>
              </a:spcBef>
              <a:buNone/>
              <a:defRPr sz="525" b="0" i="1">
                <a:solidFill>
                  <a:srgbClr val="808080"/>
                </a:solidFill>
              </a:defRPr>
            </a:lvl3pPr>
            <a:lvl4pPr marL="0" indent="0">
              <a:lnSpc>
                <a:spcPct val="100000"/>
              </a:lnSpc>
              <a:spcBef>
                <a:spcPts val="75"/>
              </a:spcBef>
              <a:buNone/>
              <a:defRPr sz="525" b="0">
                <a:solidFill>
                  <a:srgbClr val="808080"/>
                </a:solidFill>
              </a:defRPr>
            </a:lvl4pPr>
            <a:lvl5pPr marL="0" indent="0">
              <a:lnSpc>
                <a:spcPct val="100000"/>
              </a:lnSpc>
              <a:spcBef>
                <a:spcPts val="75"/>
              </a:spcBef>
              <a:buNone/>
              <a:defRPr sz="525" b="0">
                <a:solidFill>
                  <a:srgbClr val="808080"/>
                </a:solidFill>
              </a:defRPr>
            </a:lvl5pPr>
          </a:lstStyle>
          <a:p>
            <a:pPr lvl="0"/>
            <a:r>
              <a:rPr lang="en-US"/>
              <a:t>Click to edit Master text styles</a:t>
            </a:r>
          </a:p>
        </p:txBody>
      </p:sp>
      <p:sp>
        <p:nvSpPr>
          <p:cNvPr id="75" name="Text Placeholder 21"/>
          <p:cNvSpPr>
            <a:spLocks noGrp="1"/>
          </p:cNvSpPr>
          <p:nvPr>
            <p:ph type="body" sz="quarter" idx="123"/>
          </p:nvPr>
        </p:nvSpPr>
        <p:spPr>
          <a:xfrm>
            <a:off x="2113838" y="4313682"/>
            <a:ext cx="1584000" cy="182880"/>
          </a:xfrm>
          <a:prstGeom prst="rect">
            <a:avLst/>
          </a:prstGeom>
          <a:solidFill>
            <a:srgbClr val="FFFFFF"/>
          </a:solidFill>
          <a:ln w="9525">
            <a:solidFill>
              <a:srgbClr val="C0C0C0"/>
            </a:solidFill>
          </a:ln>
          <a:effectLst/>
        </p:spPr>
        <p:txBody>
          <a:bodyPr lIns="91440" tIns="0" rIns="91440" bIns="0" anchor="ctr" anchorCtr="0">
            <a:noAutofit/>
          </a:bodyPr>
          <a:lstStyle>
            <a:lvl1pPr marL="0" indent="0">
              <a:lnSpc>
                <a:spcPct val="100000"/>
              </a:lnSpc>
              <a:spcBef>
                <a:spcPts val="450"/>
              </a:spcBef>
              <a:buNone/>
              <a:defRPr sz="525" b="1" i="1"/>
            </a:lvl1pPr>
            <a:lvl2pPr marL="0" indent="0">
              <a:lnSpc>
                <a:spcPct val="100000"/>
              </a:lnSpc>
              <a:spcBef>
                <a:spcPts val="0"/>
              </a:spcBef>
              <a:buNone/>
              <a:defRPr sz="525" b="0">
                <a:solidFill>
                  <a:srgbClr val="000000"/>
                </a:solidFill>
              </a:defRPr>
            </a:lvl2pPr>
            <a:lvl3pPr marL="0" indent="0">
              <a:lnSpc>
                <a:spcPct val="100000"/>
              </a:lnSpc>
              <a:spcBef>
                <a:spcPts val="75"/>
              </a:spcBef>
              <a:buNone/>
              <a:defRPr sz="525" b="0" i="1">
                <a:solidFill>
                  <a:srgbClr val="808080"/>
                </a:solidFill>
              </a:defRPr>
            </a:lvl3pPr>
            <a:lvl4pPr marL="0" indent="0">
              <a:lnSpc>
                <a:spcPct val="100000"/>
              </a:lnSpc>
              <a:spcBef>
                <a:spcPts val="75"/>
              </a:spcBef>
              <a:buNone/>
              <a:defRPr sz="525" b="0">
                <a:solidFill>
                  <a:srgbClr val="808080"/>
                </a:solidFill>
              </a:defRPr>
            </a:lvl4pPr>
            <a:lvl5pPr marL="0" indent="0">
              <a:lnSpc>
                <a:spcPct val="100000"/>
              </a:lnSpc>
              <a:spcBef>
                <a:spcPts val="75"/>
              </a:spcBef>
              <a:buNone/>
              <a:defRPr sz="525" b="0">
                <a:solidFill>
                  <a:srgbClr val="808080"/>
                </a:solidFill>
              </a:defRPr>
            </a:lvl5pPr>
          </a:lstStyle>
          <a:p>
            <a:pPr lvl="0"/>
            <a:r>
              <a:rPr lang="en-US"/>
              <a:t>Click to edit Master text styles</a:t>
            </a:r>
          </a:p>
        </p:txBody>
      </p:sp>
      <p:sp>
        <p:nvSpPr>
          <p:cNvPr id="76" name="Text Placeholder 21"/>
          <p:cNvSpPr>
            <a:spLocks noGrp="1"/>
          </p:cNvSpPr>
          <p:nvPr>
            <p:ph type="body" sz="quarter" idx="124"/>
          </p:nvPr>
        </p:nvSpPr>
        <p:spPr>
          <a:xfrm>
            <a:off x="2113838" y="6024245"/>
            <a:ext cx="1584000" cy="182880"/>
          </a:xfrm>
          <a:prstGeom prst="rect">
            <a:avLst/>
          </a:prstGeom>
          <a:solidFill>
            <a:srgbClr val="FFFFFF"/>
          </a:solidFill>
          <a:ln w="9525">
            <a:solidFill>
              <a:srgbClr val="C0C0C0"/>
            </a:solidFill>
          </a:ln>
          <a:effectLst/>
        </p:spPr>
        <p:txBody>
          <a:bodyPr lIns="91440" tIns="0" rIns="91440" bIns="0" anchor="ctr" anchorCtr="0">
            <a:noAutofit/>
          </a:bodyPr>
          <a:lstStyle>
            <a:lvl1pPr marL="0" indent="0">
              <a:lnSpc>
                <a:spcPct val="100000"/>
              </a:lnSpc>
              <a:spcBef>
                <a:spcPts val="450"/>
              </a:spcBef>
              <a:buNone/>
              <a:defRPr sz="525" b="1" i="1"/>
            </a:lvl1pPr>
            <a:lvl2pPr marL="0" indent="0">
              <a:lnSpc>
                <a:spcPct val="100000"/>
              </a:lnSpc>
              <a:spcBef>
                <a:spcPts val="0"/>
              </a:spcBef>
              <a:buNone/>
              <a:defRPr sz="525" b="0">
                <a:solidFill>
                  <a:srgbClr val="000000"/>
                </a:solidFill>
              </a:defRPr>
            </a:lvl2pPr>
            <a:lvl3pPr marL="0" indent="0">
              <a:lnSpc>
                <a:spcPct val="100000"/>
              </a:lnSpc>
              <a:spcBef>
                <a:spcPts val="75"/>
              </a:spcBef>
              <a:buNone/>
              <a:defRPr sz="525" b="0" i="1">
                <a:solidFill>
                  <a:srgbClr val="808080"/>
                </a:solidFill>
              </a:defRPr>
            </a:lvl3pPr>
            <a:lvl4pPr marL="0" indent="0">
              <a:lnSpc>
                <a:spcPct val="100000"/>
              </a:lnSpc>
              <a:spcBef>
                <a:spcPts val="75"/>
              </a:spcBef>
              <a:buNone/>
              <a:defRPr sz="525" b="0">
                <a:solidFill>
                  <a:srgbClr val="808080"/>
                </a:solidFill>
              </a:defRPr>
            </a:lvl4pPr>
            <a:lvl5pPr marL="0" indent="0">
              <a:lnSpc>
                <a:spcPct val="100000"/>
              </a:lnSpc>
              <a:spcBef>
                <a:spcPts val="75"/>
              </a:spcBef>
              <a:buNone/>
              <a:defRPr sz="525" b="0">
                <a:solidFill>
                  <a:srgbClr val="808080"/>
                </a:solidFill>
              </a:defRPr>
            </a:lvl5pPr>
          </a:lstStyle>
          <a:p>
            <a:pPr lvl="0"/>
            <a:r>
              <a:rPr lang="en-US"/>
              <a:t>Click to edit Master text styles</a:t>
            </a:r>
          </a:p>
        </p:txBody>
      </p:sp>
      <p:sp>
        <p:nvSpPr>
          <p:cNvPr id="77" name="Text Placeholder 21"/>
          <p:cNvSpPr>
            <a:spLocks noGrp="1"/>
          </p:cNvSpPr>
          <p:nvPr>
            <p:ph type="body" sz="quarter" idx="125"/>
          </p:nvPr>
        </p:nvSpPr>
        <p:spPr>
          <a:xfrm>
            <a:off x="3776826" y="4313682"/>
            <a:ext cx="1584000" cy="182880"/>
          </a:xfrm>
          <a:prstGeom prst="rect">
            <a:avLst/>
          </a:prstGeom>
          <a:solidFill>
            <a:srgbClr val="FFFFFF"/>
          </a:solidFill>
          <a:ln w="9525">
            <a:solidFill>
              <a:srgbClr val="C0C0C0"/>
            </a:solidFill>
          </a:ln>
          <a:effectLst/>
        </p:spPr>
        <p:txBody>
          <a:bodyPr lIns="91440" tIns="0" rIns="91440" bIns="0" anchor="ctr" anchorCtr="0">
            <a:noAutofit/>
          </a:bodyPr>
          <a:lstStyle>
            <a:lvl1pPr marL="0" indent="0">
              <a:lnSpc>
                <a:spcPct val="100000"/>
              </a:lnSpc>
              <a:spcBef>
                <a:spcPts val="450"/>
              </a:spcBef>
              <a:buNone/>
              <a:defRPr sz="525" b="1" i="1"/>
            </a:lvl1pPr>
            <a:lvl2pPr marL="0" indent="0">
              <a:lnSpc>
                <a:spcPct val="100000"/>
              </a:lnSpc>
              <a:spcBef>
                <a:spcPts val="0"/>
              </a:spcBef>
              <a:buNone/>
              <a:defRPr sz="525" b="0">
                <a:solidFill>
                  <a:srgbClr val="000000"/>
                </a:solidFill>
              </a:defRPr>
            </a:lvl2pPr>
            <a:lvl3pPr marL="0" indent="0">
              <a:lnSpc>
                <a:spcPct val="100000"/>
              </a:lnSpc>
              <a:spcBef>
                <a:spcPts val="75"/>
              </a:spcBef>
              <a:buNone/>
              <a:defRPr sz="525" b="0" i="1">
                <a:solidFill>
                  <a:srgbClr val="808080"/>
                </a:solidFill>
              </a:defRPr>
            </a:lvl3pPr>
            <a:lvl4pPr marL="0" indent="0">
              <a:lnSpc>
                <a:spcPct val="100000"/>
              </a:lnSpc>
              <a:spcBef>
                <a:spcPts val="75"/>
              </a:spcBef>
              <a:buNone/>
              <a:defRPr sz="525" b="0">
                <a:solidFill>
                  <a:srgbClr val="808080"/>
                </a:solidFill>
              </a:defRPr>
            </a:lvl4pPr>
            <a:lvl5pPr marL="0" indent="0">
              <a:lnSpc>
                <a:spcPct val="100000"/>
              </a:lnSpc>
              <a:spcBef>
                <a:spcPts val="75"/>
              </a:spcBef>
              <a:buNone/>
              <a:defRPr sz="525" b="0">
                <a:solidFill>
                  <a:srgbClr val="808080"/>
                </a:solidFill>
              </a:defRPr>
            </a:lvl5pPr>
          </a:lstStyle>
          <a:p>
            <a:pPr lvl="0"/>
            <a:r>
              <a:rPr lang="en-US"/>
              <a:t>Click to edit Master text styles</a:t>
            </a:r>
          </a:p>
        </p:txBody>
      </p:sp>
      <p:sp>
        <p:nvSpPr>
          <p:cNvPr id="78" name="Text Placeholder 21"/>
          <p:cNvSpPr>
            <a:spLocks noGrp="1"/>
          </p:cNvSpPr>
          <p:nvPr>
            <p:ph type="body" sz="quarter" idx="126"/>
          </p:nvPr>
        </p:nvSpPr>
        <p:spPr>
          <a:xfrm>
            <a:off x="3776826" y="6024245"/>
            <a:ext cx="1584000" cy="182880"/>
          </a:xfrm>
          <a:prstGeom prst="rect">
            <a:avLst/>
          </a:prstGeom>
          <a:solidFill>
            <a:srgbClr val="FFFFFF"/>
          </a:solidFill>
          <a:ln w="9525">
            <a:solidFill>
              <a:srgbClr val="C0C0C0"/>
            </a:solidFill>
          </a:ln>
          <a:effectLst/>
        </p:spPr>
        <p:txBody>
          <a:bodyPr lIns="91440" tIns="0" rIns="91440" bIns="0" anchor="ctr" anchorCtr="0">
            <a:noAutofit/>
          </a:bodyPr>
          <a:lstStyle>
            <a:lvl1pPr marL="0" indent="0">
              <a:lnSpc>
                <a:spcPct val="100000"/>
              </a:lnSpc>
              <a:spcBef>
                <a:spcPts val="450"/>
              </a:spcBef>
              <a:buNone/>
              <a:defRPr sz="525" b="1" i="1"/>
            </a:lvl1pPr>
            <a:lvl2pPr marL="0" indent="0">
              <a:lnSpc>
                <a:spcPct val="100000"/>
              </a:lnSpc>
              <a:spcBef>
                <a:spcPts val="0"/>
              </a:spcBef>
              <a:buNone/>
              <a:defRPr sz="525" b="0">
                <a:solidFill>
                  <a:srgbClr val="000000"/>
                </a:solidFill>
              </a:defRPr>
            </a:lvl2pPr>
            <a:lvl3pPr marL="0" indent="0">
              <a:lnSpc>
                <a:spcPct val="100000"/>
              </a:lnSpc>
              <a:spcBef>
                <a:spcPts val="75"/>
              </a:spcBef>
              <a:buNone/>
              <a:defRPr sz="525" b="0" i="1">
                <a:solidFill>
                  <a:srgbClr val="808080"/>
                </a:solidFill>
              </a:defRPr>
            </a:lvl3pPr>
            <a:lvl4pPr marL="0" indent="0">
              <a:lnSpc>
                <a:spcPct val="100000"/>
              </a:lnSpc>
              <a:spcBef>
                <a:spcPts val="75"/>
              </a:spcBef>
              <a:buNone/>
              <a:defRPr sz="525" b="0">
                <a:solidFill>
                  <a:srgbClr val="808080"/>
                </a:solidFill>
              </a:defRPr>
            </a:lvl4pPr>
            <a:lvl5pPr marL="0" indent="0">
              <a:lnSpc>
                <a:spcPct val="100000"/>
              </a:lnSpc>
              <a:spcBef>
                <a:spcPts val="75"/>
              </a:spcBef>
              <a:buNone/>
              <a:defRPr sz="525" b="0">
                <a:solidFill>
                  <a:srgbClr val="808080"/>
                </a:solidFill>
              </a:defRPr>
            </a:lvl5pPr>
          </a:lstStyle>
          <a:p>
            <a:pPr lvl="0"/>
            <a:r>
              <a:rPr lang="en-US"/>
              <a:t>Click to edit Master text styles</a:t>
            </a:r>
          </a:p>
        </p:txBody>
      </p:sp>
      <p:sp>
        <p:nvSpPr>
          <p:cNvPr id="79" name="Text Placeholder 21"/>
          <p:cNvSpPr>
            <a:spLocks noGrp="1"/>
          </p:cNvSpPr>
          <p:nvPr>
            <p:ph type="body" sz="quarter" idx="127"/>
          </p:nvPr>
        </p:nvSpPr>
        <p:spPr>
          <a:xfrm>
            <a:off x="5439814" y="4313682"/>
            <a:ext cx="1584000" cy="182880"/>
          </a:xfrm>
          <a:prstGeom prst="rect">
            <a:avLst/>
          </a:prstGeom>
          <a:solidFill>
            <a:srgbClr val="FFFFFF"/>
          </a:solidFill>
          <a:ln w="9525">
            <a:solidFill>
              <a:srgbClr val="C0C0C0"/>
            </a:solidFill>
          </a:ln>
          <a:effectLst/>
        </p:spPr>
        <p:txBody>
          <a:bodyPr lIns="91440" tIns="0" rIns="91440" bIns="0" anchor="ctr" anchorCtr="0">
            <a:noAutofit/>
          </a:bodyPr>
          <a:lstStyle>
            <a:lvl1pPr marL="0" indent="0">
              <a:lnSpc>
                <a:spcPct val="100000"/>
              </a:lnSpc>
              <a:spcBef>
                <a:spcPts val="450"/>
              </a:spcBef>
              <a:buNone/>
              <a:defRPr sz="525" b="1" i="1"/>
            </a:lvl1pPr>
            <a:lvl2pPr marL="0" indent="0">
              <a:lnSpc>
                <a:spcPct val="100000"/>
              </a:lnSpc>
              <a:spcBef>
                <a:spcPts val="0"/>
              </a:spcBef>
              <a:buNone/>
              <a:defRPr sz="525" b="0">
                <a:solidFill>
                  <a:srgbClr val="000000"/>
                </a:solidFill>
              </a:defRPr>
            </a:lvl2pPr>
            <a:lvl3pPr marL="0" indent="0">
              <a:lnSpc>
                <a:spcPct val="100000"/>
              </a:lnSpc>
              <a:spcBef>
                <a:spcPts val="75"/>
              </a:spcBef>
              <a:buNone/>
              <a:defRPr sz="525" b="0" i="1">
                <a:solidFill>
                  <a:srgbClr val="808080"/>
                </a:solidFill>
              </a:defRPr>
            </a:lvl3pPr>
            <a:lvl4pPr marL="0" indent="0">
              <a:lnSpc>
                <a:spcPct val="100000"/>
              </a:lnSpc>
              <a:spcBef>
                <a:spcPts val="75"/>
              </a:spcBef>
              <a:buNone/>
              <a:defRPr sz="525" b="0">
                <a:solidFill>
                  <a:srgbClr val="808080"/>
                </a:solidFill>
              </a:defRPr>
            </a:lvl4pPr>
            <a:lvl5pPr marL="0" indent="0">
              <a:lnSpc>
                <a:spcPct val="100000"/>
              </a:lnSpc>
              <a:spcBef>
                <a:spcPts val="75"/>
              </a:spcBef>
              <a:buNone/>
              <a:defRPr sz="525" b="0">
                <a:solidFill>
                  <a:srgbClr val="808080"/>
                </a:solidFill>
              </a:defRPr>
            </a:lvl5pPr>
          </a:lstStyle>
          <a:p>
            <a:pPr lvl="0"/>
            <a:r>
              <a:rPr lang="en-US"/>
              <a:t>Click to edit Master text styles</a:t>
            </a:r>
          </a:p>
        </p:txBody>
      </p:sp>
      <p:sp>
        <p:nvSpPr>
          <p:cNvPr id="80" name="Text Placeholder 21"/>
          <p:cNvSpPr>
            <a:spLocks noGrp="1"/>
          </p:cNvSpPr>
          <p:nvPr>
            <p:ph type="body" sz="quarter" idx="128"/>
          </p:nvPr>
        </p:nvSpPr>
        <p:spPr>
          <a:xfrm>
            <a:off x="5439814" y="6024245"/>
            <a:ext cx="1584000" cy="182880"/>
          </a:xfrm>
          <a:prstGeom prst="rect">
            <a:avLst/>
          </a:prstGeom>
          <a:solidFill>
            <a:srgbClr val="FFFFFF"/>
          </a:solidFill>
          <a:ln w="9525">
            <a:solidFill>
              <a:srgbClr val="C0C0C0"/>
            </a:solidFill>
          </a:ln>
          <a:effectLst/>
        </p:spPr>
        <p:txBody>
          <a:bodyPr lIns="91440" tIns="0" rIns="91440" bIns="0" anchor="ctr" anchorCtr="0">
            <a:noAutofit/>
          </a:bodyPr>
          <a:lstStyle>
            <a:lvl1pPr marL="0" indent="0">
              <a:lnSpc>
                <a:spcPct val="100000"/>
              </a:lnSpc>
              <a:spcBef>
                <a:spcPts val="450"/>
              </a:spcBef>
              <a:buNone/>
              <a:defRPr sz="525" b="1" i="1"/>
            </a:lvl1pPr>
            <a:lvl2pPr marL="0" indent="0">
              <a:lnSpc>
                <a:spcPct val="100000"/>
              </a:lnSpc>
              <a:spcBef>
                <a:spcPts val="0"/>
              </a:spcBef>
              <a:buNone/>
              <a:defRPr sz="525" b="0">
                <a:solidFill>
                  <a:srgbClr val="000000"/>
                </a:solidFill>
              </a:defRPr>
            </a:lvl2pPr>
            <a:lvl3pPr marL="0" indent="0">
              <a:lnSpc>
                <a:spcPct val="100000"/>
              </a:lnSpc>
              <a:spcBef>
                <a:spcPts val="75"/>
              </a:spcBef>
              <a:buNone/>
              <a:defRPr sz="525" b="0" i="1">
                <a:solidFill>
                  <a:srgbClr val="808080"/>
                </a:solidFill>
              </a:defRPr>
            </a:lvl3pPr>
            <a:lvl4pPr marL="0" indent="0">
              <a:lnSpc>
                <a:spcPct val="100000"/>
              </a:lnSpc>
              <a:spcBef>
                <a:spcPts val="75"/>
              </a:spcBef>
              <a:buNone/>
              <a:defRPr sz="525" b="0">
                <a:solidFill>
                  <a:srgbClr val="808080"/>
                </a:solidFill>
              </a:defRPr>
            </a:lvl4pPr>
            <a:lvl5pPr marL="0" indent="0">
              <a:lnSpc>
                <a:spcPct val="100000"/>
              </a:lnSpc>
              <a:spcBef>
                <a:spcPts val="75"/>
              </a:spcBef>
              <a:buNone/>
              <a:defRPr sz="525" b="0">
                <a:solidFill>
                  <a:srgbClr val="808080"/>
                </a:solidFill>
              </a:defRPr>
            </a:lvl5pPr>
          </a:lstStyle>
          <a:p>
            <a:pPr lvl="0"/>
            <a:r>
              <a:rPr lang="en-US"/>
              <a:t>Click to edit Master text styles</a:t>
            </a:r>
          </a:p>
        </p:txBody>
      </p:sp>
      <p:sp>
        <p:nvSpPr>
          <p:cNvPr id="81" name="Text Placeholder 21"/>
          <p:cNvSpPr>
            <a:spLocks noGrp="1"/>
          </p:cNvSpPr>
          <p:nvPr>
            <p:ph type="body" sz="quarter" idx="129"/>
          </p:nvPr>
        </p:nvSpPr>
        <p:spPr>
          <a:xfrm>
            <a:off x="7102800" y="4313682"/>
            <a:ext cx="1584000" cy="182880"/>
          </a:xfrm>
          <a:prstGeom prst="rect">
            <a:avLst/>
          </a:prstGeom>
          <a:solidFill>
            <a:srgbClr val="FFFFFF"/>
          </a:solidFill>
          <a:ln w="9525">
            <a:solidFill>
              <a:srgbClr val="C0C0C0"/>
            </a:solidFill>
          </a:ln>
          <a:effectLst/>
        </p:spPr>
        <p:txBody>
          <a:bodyPr lIns="91440" tIns="0" rIns="91440" bIns="0" anchor="ctr" anchorCtr="0">
            <a:noAutofit/>
          </a:bodyPr>
          <a:lstStyle>
            <a:lvl1pPr marL="0" indent="0">
              <a:lnSpc>
                <a:spcPct val="100000"/>
              </a:lnSpc>
              <a:spcBef>
                <a:spcPts val="450"/>
              </a:spcBef>
              <a:buNone/>
              <a:defRPr sz="525" b="1" i="1"/>
            </a:lvl1pPr>
            <a:lvl2pPr marL="0" indent="0">
              <a:lnSpc>
                <a:spcPct val="100000"/>
              </a:lnSpc>
              <a:spcBef>
                <a:spcPts val="0"/>
              </a:spcBef>
              <a:buNone/>
              <a:defRPr sz="525" b="0">
                <a:solidFill>
                  <a:srgbClr val="000000"/>
                </a:solidFill>
              </a:defRPr>
            </a:lvl2pPr>
            <a:lvl3pPr marL="0" indent="0">
              <a:lnSpc>
                <a:spcPct val="100000"/>
              </a:lnSpc>
              <a:spcBef>
                <a:spcPts val="75"/>
              </a:spcBef>
              <a:buNone/>
              <a:defRPr sz="525" b="0" i="1">
                <a:solidFill>
                  <a:srgbClr val="808080"/>
                </a:solidFill>
              </a:defRPr>
            </a:lvl3pPr>
            <a:lvl4pPr marL="0" indent="0">
              <a:lnSpc>
                <a:spcPct val="100000"/>
              </a:lnSpc>
              <a:spcBef>
                <a:spcPts val="75"/>
              </a:spcBef>
              <a:buNone/>
              <a:defRPr sz="525" b="0">
                <a:solidFill>
                  <a:srgbClr val="808080"/>
                </a:solidFill>
              </a:defRPr>
            </a:lvl4pPr>
            <a:lvl5pPr marL="0" indent="0">
              <a:lnSpc>
                <a:spcPct val="100000"/>
              </a:lnSpc>
              <a:spcBef>
                <a:spcPts val="75"/>
              </a:spcBef>
              <a:buNone/>
              <a:defRPr sz="525" b="0">
                <a:solidFill>
                  <a:srgbClr val="808080"/>
                </a:solidFill>
              </a:defRPr>
            </a:lvl5pPr>
          </a:lstStyle>
          <a:p>
            <a:pPr lvl="0"/>
            <a:r>
              <a:rPr lang="en-US"/>
              <a:t>Click to edit Master text styles</a:t>
            </a:r>
          </a:p>
        </p:txBody>
      </p:sp>
      <p:sp>
        <p:nvSpPr>
          <p:cNvPr id="82" name="Text Placeholder 21"/>
          <p:cNvSpPr>
            <a:spLocks noGrp="1"/>
          </p:cNvSpPr>
          <p:nvPr>
            <p:ph type="body" sz="quarter" idx="130"/>
          </p:nvPr>
        </p:nvSpPr>
        <p:spPr>
          <a:xfrm>
            <a:off x="7102800" y="6024245"/>
            <a:ext cx="1584000" cy="182880"/>
          </a:xfrm>
          <a:prstGeom prst="rect">
            <a:avLst/>
          </a:prstGeom>
          <a:solidFill>
            <a:srgbClr val="FFFFFF"/>
          </a:solidFill>
          <a:ln w="9525">
            <a:solidFill>
              <a:srgbClr val="C0C0C0"/>
            </a:solidFill>
          </a:ln>
          <a:effectLst/>
        </p:spPr>
        <p:txBody>
          <a:bodyPr lIns="91440" tIns="0" rIns="91440" bIns="0" anchor="ctr" anchorCtr="0">
            <a:noAutofit/>
          </a:bodyPr>
          <a:lstStyle>
            <a:lvl1pPr marL="0" indent="0">
              <a:lnSpc>
                <a:spcPct val="100000"/>
              </a:lnSpc>
              <a:spcBef>
                <a:spcPts val="450"/>
              </a:spcBef>
              <a:buNone/>
              <a:defRPr sz="525" b="1" i="1"/>
            </a:lvl1pPr>
            <a:lvl2pPr marL="0" indent="0">
              <a:lnSpc>
                <a:spcPct val="100000"/>
              </a:lnSpc>
              <a:spcBef>
                <a:spcPts val="0"/>
              </a:spcBef>
              <a:buNone/>
              <a:defRPr sz="525" b="0">
                <a:solidFill>
                  <a:srgbClr val="000000"/>
                </a:solidFill>
              </a:defRPr>
            </a:lvl2pPr>
            <a:lvl3pPr marL="0" indent="0">
              <a:lnSpc>
                <a:spcPct val="100000"/>
              </a:lnSpc>
              <a:spcBef>
                <a:spcPts val="75"/>
              </a:spcBef>
              <a:buNone/>
              <a:defRPr sz="525" b="0" i="1">
                <a:solidFill>
                  <a:srgbClr val="808080"/>
                </a:solidFill>
              </a:defRPr>
            </a:lvl3pPr>
            <a:lvl4pPr marL="0" indent="0">
              <a:lnSpc>
                <a:spcPct val="100000"/>
              </a:lnSpc>
              <a:spcBef>
                <a:spcPts val="75"/>
              </a:spcBef>
              <a:buNone/>
              <a:defRPr sz="525" b="0">
                <a:solidFill>
                  <a:srgbClr val="808080"/>
                </a:solidFill>
              </a:defRPr>
            </a:lvl4pPr>
            <a:lvl5pPr marL="0" indent="0">
              <a:lnSpc>
                <a:spcPct val="100000"/>
              </a:lnSpc>
              <a:spcBef>
                <a:spcPts val="75"/>
              </a:spcBef>
              <a:buNone/>
              <a:defRPr sz="525" b="0">
                <a:solidFill>
                  <a:srgbClr val="808080"/>
                </a:solidFill>
              </a:defRPr>
            </a:lvl5pPr>
          </a:lstStyle>
          <a:p>
            <a:pPr lvl="0"/>
            <a:r>
              <a:rPr lang="en-US"/>
              <a:t>Click to edit Master text styles</a:t>
            </a:r>
          </a:p>
        </p:txBody>
      </p:sp>
      <p:sp>
        <p:nvSpPr>
          <p:cNvPr id="36" name="Rectangle 2"/>
          <p:cNvSpPr>
            <a:spLocks noGrp="1" noChangeArrowheads="1"/>
          </p:cNvSpPr>
          <p:nvPr>
            <p:ph type="title"/>
          </p:nvPr>
        </p:nvSpPr>
        <p:spPr bwMode="gray">
          <a:xfrm>
            <a:off x="447676" y="2"/>
            <a:ext cx="8239125" cy="898525"/>
          </a:xfrm>
          <a:prstGeom prst="rect">
            <a:avLst/>
          </a:prstGeom>
          <a:noFill/>
          <a:ln w="9525">
            <a:noFill/>
            <a:miter lim="800000"/>
            <a:headEnd/>
            <a:tailEnd/>
          </a:ln>
        </p:spPr>
        <p:txBody>
          <a:bodyPr vert="horz" wrap="square" lIns="0" tIns="0" rIns="0" bIns="0" numCol="1" anchor="b" anchorCtr="0" compatLnSpc="1">
            <a:prstTxWarp prst="textNoShape">
              <a:avLst/>
            </a:prstTxWarp>
          </a:bodyPr>
          <a:lstStyle>
            <a:lvl1pPr algn="l">
              <a:defRPr sz="1650"/>
            </a:lvl1pPr>
          </a:lstStyle>
          <a:p>
            <a:pPr lvl="0"/>
            <a:r>
              <a:rPr lang="en-US"/>
              <a:t>Click to edit Master title style</a:t>
            </a:r>
            <a:endParaRPr lang="en-US" dirty="0"/>
          </a:p>
        </p:txBody>
      </p:sp>
      <p:sp>
        <p:nvSpPr>
          <p:cNvPr id="33" name="Slide Number Placeholder 9"/>
          <p:cNvSpPr>
            <a:spLocks noGrp="1"/>
          </p:cNvSpPr>
          <p:nvPr>
            <p:ph type="sldNum" sz="quarter" idx="131"/>
          </p:nvPr>
        </p:nvSpPr>
        <p:spPr/>
        <p:txBody>
          <a:bodyPr/>
          <a:lstStyle>
            <a:lvl1pPr>
              <a:defRPr/>
            </a:lvl1pPr>
          </a:lstStyle>
          <a:p>
            <a:fld id="{44A3DAED-98CA-ED44-BD8D-010557C4E8AD}" type="slidenum">
              <a:rPr lang="en-US" altLang="en-US"/>
              <a:pPr/>
              <a:t>‹#›</a:t>
            </a:fld>
            <a:endParaRPr lang="en-US" altLang="en-US"/>
          </a:p>
        </p:txBody>
      </p:sp>
      <p:sp>
        <p:nvSpPr>
          <p:cNvPr id="34" name="Footer Placeholder 12"/>
          <p:cNvSpPr>
            <a:spLocks noGrp="1"/>
          </p:cNvSpPr>
          <p:nvPr>
            <p:ph type="ftr" sz="quarter" idx="132"/>
          </p:nvPr>
        </p:nvSpPr>
        <p:spPr/>
        <p:txBody>
          <a:bodyPr/>
          <a:lstStyle>
            <a:lvl1pPr>
              <a:defRPr/>
            </a:lvl1pPr>
          </a:lstStyle>
          <a:p>
            <a:pPr>
              <a:defRPr/>
            </a:pPr>
            <a:r>
              <a:rPr lang="en-US"/>
              <a:t>Ethical Debates, Econ Theories, Real-World Impacts</a:t>
            </a:r>
          </a:p>
        </p:txBody>
      </p:sp>
    </p:spTree>
  </p:cSld>
  <p:clrMapOvr>
    <a:masterClrMapping/>
  </p:clrMapOvr>
</p:sldLayout>
</file>

<file path=ppt/slideLayouts/slideLayout52.xml><?xml version="1.0" encoding="utf-8"?>
<p:sldLayout xmlns:a="http://schemas.openxmlformats.org/drawingml/2006/main" xmlns:r="http://schemas.openxmlformats.org/officeDocument/2006/relationships" xmlns:p="http://schemas.openxmlformats.org/presentationml/2006/main" preserve="1" userDrawn="1">
  <p:cSld name="Tombstone - AWARDS V2">
    <p:spTree>
      <p:nvGrpSpPr>
        <p:cNvPr id="1" name=""/>
        <p:cNvGrpSpPr/>
        <p:nvPr/>
      </p:nvGrpSpPr>
      <p:grpSpPr>
        <a:xfrm>
          <a:off x="0" y="0"/>
          <a:ext cx="0" cy="0"/>
          <a:chOff x="0" y="0"/>
          <a:chExt cx="0" cy="0"/>
        </a:xfrm>
      </p:grpSpPr>
      <p:sp>
        <p:nvSpPr>
          <p:cNvPr id="6" name="Text Placeholder 21"/>
          <p:cNvSpPr>
            <a:spLocks noGrp="1"/>
          </p:cNvSpPr>
          <p:nvPr>
            <p:ph type="body" sz="quarter" idx="106"/>
          </p:nvPr>
        </p:nvSpPr>
        <p:spPr>
          <a:xfrm>
            <a:off x="450850" y="2914650"/>
            <a:ext cx="1584000" cy="1296000"/>
          </a:xfrm>
          <a:prstGeom prst="rect">
            <a:avLst/>
          </a:prstGeom>
          <a:solidFill>
            <a:srgbClr val="FFFFFF"/>
          </a:solidFill>
          <a:ln w="9525">
            <a:solidFill>
              <a:srgbClr val="C0C0C0"/>
            </a:solidFill>
          </a:ln>
          <a:effectLst/>
        </p:spPr>
        <p:txBody>
          <a:bodyPr lIns="91440" tIns="93600" rIns="91440" bIns="504000">
            <a:noAutofit/>
          </a:bodyPr>
          <a:lstStyle>
            <a:lvl1pPr marL="0" indent="0">
              <a:lnSpc>
                <a:spcPct val="100000"/>
              </a:lnSpc>
              <a:spcBef>
                <a:spcPts val="450"/>
              </a:spcBef>
              <a:buNone/>
              <a:defRPr sz="600" b="1"/>
            </a:lvl1pPr>
            <a:lvl2pPr marL="0" indent="0">
              <a:lnSpc>
                <a:spcPct val="100000"/>
              </a:lnSpc>
              <a:spcBef>
                <a:spcPts val="75"/>
              </a:spcBef>
              <a:buNone/>
              <a:defRPr sz="525" b="0">
                <a:solidFill>
                  <a:srgbClr val="808080"/>
                </a:solidFill>
              </a:defRPr>
            </a:lvl2pPr>
            <a:lvl3pPr marL="0" indent="0">
              <a:lnSpc>
                <a:spcPct val="100000"/>
              </a:lnSpc>
              <a:spcBef>
                <a:spcPts val="75"/>
              </a:spcBef>
              <a:buNone/>
              <a:defRPr sz="525" b="0">
                <a:solidFill>
                  <a:srgbClr val="808080"/>
                </a:solidFill>
              </a:defRPr>
            </a:lvl3pPr>
            <a:lvl4pPr marL="0" indent="0">
              <a:lnSpc>
                <a:spcPct val="100000"/>
              </a:lnSpc>
              <a:spcBef>
                <a:spcPts val="75"/>
              </a:spcBef>
              <a:buNone/>
              <a:defRPr sz="525" b="0">
                <a:solidFill>
                  <a:srgbClr val="808080"/>
                </a:solidFill>
              </a:defRPr>
            </a:lvl4pPr>
            <a:lvl5pPr marL="0" indent="0">
              <a:lnSpc>
                <a:spcPct val="100000"/>
              </a:lnSpc>
              <a:spcBef>
                <a:spcPts val="75"/>
              </a:spcBef>
              <a:buNone/>
              <a:defRPr sz="525" b="0">
                <a:solidFill>
                  <a:srgbClr val="808080"/>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Text Placeholder 21"/>
          <p:cNvSpPr>
            <a:spLocks noGrp="1"/>
          </p:cNvSpPr>
          <p:nvPr>
            <p:ph type="body" sz="quarter" idx="107"/>
          </p:nvPr>
        </p:nvSpPr>
        <p:spPr>
          <a:xfrm>
            <a:off x="450850" y="4622800"/>
            <a:ext cx="1584000" cy="1296000"/>
          </a:xfrm>
          <a:prstGeom prst="rect">
            <a:avLst/>
          </a:prstGeom>
          <a:solidFill>
            <a:srgbClr val="FFFFFF"/>
          </a:solidFill>
          <a:ln w="9525">
            <a:solidFill>
              <a:srgbClr val="C0C0C0"/>
            </a:solidFill>
          </a:ln>
          <a:effectLst/>
        </p:spPr>
        <p:txBody>
          <a:bodyPr lIns="91440" tIns="93600" rIns="91440" bIns="504000">
            <a:noAutofit/>
          </a:bodyPr>
          <a:lstStyle>
            <a:lvl1pPr marL="0" indent="0">
              <a:lnSpc>
                <a:spcPct val="100000"/>
              </a:lnSpc>
              <a:spcBef>
                <a:spcPts val="450"/>
              </a:spcBef>
              <a:buNone/>
              <a:defRPr sz="600" b="1"/>
            </a:lvl1pPr>
            <a:lvl2pPr marL="0" indent="0">
              <a:lnSpc>
                <a:spcPct val="100000"/>
              </a:lnSpc>
              <a:spcBef>
                <a:spcPts val="75"/>
              </a:spcBef>
              <a:buNone/>
              <a:defRPr sz="525" b="0">
                <a:solidFill>
                  <a:srgbClr val="808080"/>
                </a:solidFill>
              </a:defRPr>
            </a:lvl2pPr>
            <a:lvl3pPr marL="0" indent="0">
              <a:lnSpc>
                <a:spcPct val="100000"/>
              </a:lnSpc>
              <a:spcBef>
                <a:spcPts val="75"/>
              </a:spcBef>
              <a:buNone/>
              <a:defRPr sz="525" b="0">
                <a:solidFill>
                  <a:srgbClr val="808080"/>
                </a:solidFill>
              </a:defRPr>
            </a:lvl3pPr>
            <a:lvl4pPr marL="0" indent="0">
              <a:lnSpc>
                <a:spcPct val="100000"/>
              </a:lnSpc>
              <a:spcBef>
                <a:spcPts val="75"/>
              </a:spcBef>
              <a:buNone/>
              <a:defRPr sz="525" b="0">
                <a:solidFill>
                  <a:srgbClr val="808080"/>
                </a:solidFill>
              </a:defRPr>
            </a:lvl4pPr>
            <a:lvl5pPr marL="0" indent="0">
              <a:lnSpc>
                <a:spcPct val="100000"/>
              </a:lnSpc>
              <a:spcBef>
                <a:spcPts val="75"/>
              </a:spcBef>
              <a:buNone/>
              <a:defRPr sz="525" b="0">
                <a:solidFill>
                  <a:srgbClr val="808080"/>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8" name="Text Placeholder 21"/>
          <p:cNvSpPr>
            <a:spLocks noGrp="1"/>
          </p:cNvSpPr>
          <p:nvPr>
            <p:ph type="body" sz="quarter" idx="101"/>
          </p:nvPr>
        </p:nvSpPr>
        <p:spPr>
          <a:xfrm>
            <a:off x="450850" y="1219200"/>
            <a:ext cx="1584000" cy="1295400"/>
          </a:xfrm>
          <a:prstGeom prst="rect">
            <a:avLst/>
          </a:prstGeom>
          <a:solidFill>
            <a:srgbClr val="FFFFFF"/>
          </a:solidFill>
          <a:ln w="9525">
            <a:solidFill>
              <a:srgbClr val="C0C0C0"/>
            </a:solidFill>
          </a:ln>
          <a:effectLst/>
        </p:spPr>
        <p:txBody>
          <a:bodyPr lIns="91440" tIns="93600" rIns="91440" bIns="504000">
            <a:noAutofit/>
          </a:bodyPr>
          <a:lstStyle>
            <a:lvl1pPr marL="0" indent="0">
              <a:lnSpc>
                <a:spcPct val="100000"/>
              </a:lnSpc>
              <a:spcBef>
                <a:spcPts val="450"/>
              </a:spcBef>
              <a:buNone/>
              <a:defRPr sz="600" b="1"/>
            </a:lvl1pPr>
            <a:lvl2pPr marL="0" indent="0" algn="l" defTabSz="685800" rtl="0" eaLnBrk="1" latinLnBrk="0" hangingPunct="1">
              <a:lnSpc>
                <a:spcPct val="100000"/>
              </a:lnSpc>
              <a:spcBef>
                <a:spcPts val="75"/>
              </a:spcBef>
              <a:buClr>
                <a:srgbClr val="9E3039"/>
              </a:buClr>
              <a:buFont typeface="Arial" pitchFamily="34" charset="0"/>
              <a:buNone/>
              <a:defRPr kumimoji="0" lang="en-US" sz="525" b="0" i="0" u="none" strike="noStrike" kern="1200" cap="none" spc="0" normalizeH="0" baseline="0" noProof="0" dirty="0" smtClean="0">
                <a:ln>
                  <a:noFill/>
                </a:ln>
                <a:solidFill>
                  <a:srgbClr val="808080"/>
                </a:solidFill>
                <a:effectLst/>
                <a:uLnTx/>
                <a:uFillTx/>
                <a:latin typeface="+mn-lt"/>
                <a:ea typeface="+mn-ea"/>
                <a:cs typeface="+mn-cs"/>
              </a:defRPr>
            </a:lvl2pPr>
            <a:lvl3pPr marL="0" indent="0" algn="l" defTabSz="685800" rtl="0" eaLnBrk="1" latinLnBrk="0" hangingPunct="1">
              <a:lnSpc>
                <a:spcPct val="100000"/>
              </a:lnSpc>
              <a:spcBef>
                <a:spcPts val="75"/>
              </a:spcBef>
              <a:buClr>
                <a:srgbClr val="9E3039"/>
              </a:buClr>
              <a:buFont typeface="Arial" pitchFamily="34" charset="0"/>
              <a:buNone/>
              <a:defRPr kumimoji="0" lang="en-US" sz="525" b="0" i="0" u="none" strike="noStrike" kern="1200" cap="none" spc="0" normalizeH="0" baseline="0" noProof="0" dirty="0" smtClean="0">
                <a:ln>
                  <a:noFill/>
                </a:ln>
                <a:solidFill>
                  <a:srgbClr val="808080"/>
                </a:solidFill>
                <a:effectLst/>
                <a:uLnTx/>
                <a:uFillTx/>
                <a:latin typeface="+mn-lt"/>
                <a:ea typeface="+mn-ea"/>
                <a:cs typeface="+mn-cs"/>
              </a:defRPr>
            </a:lvl3pPr>
            <a:lvl4pPr marL="0" indent="0" algn="l" defTabSz="685800" rtl="0" eaLnBrk="1" latinLnBrk="0" hangingPunct="1">
              <a:lnSpc>
                <a:spcPct val="100000"/>
              </a:lnSpc>
              <a:spcBef>
                <a:spcPts val="75"/>
              </a:spcBef>
              <a:buClr>
                <a:srgbClr val="9E3039"/>
              </a:buClr>
              <a:buFont typeface="Arial" pitchFamily="34" charset="0"/>
              <a:buNone/>
              <a:defRPr kumimoji="0" lang="en-US" sz="525" b="0" i="0" u="none" strike="noStrike" kern="1200" cap="none" spc="0" normalizeH="0" baseline="0" noProof="0" dirty="0" smtClean="0">
                <a:ln>
                  <a:noFill/>
                </a:ln>
                <a:solidFill>
                  <a:srgbClr val="808080"/>
                </a:solidFill>
                <a:effectLst/>
                <a:uLnTx/>
                <a:uFillTx/>
                <a:latin typeface="+mn-lt"/>
                <a:ea typeface="+mn-ea"/>
                <a:cs typeface="+mn-cs"/>
              </a:defRPr>
            </a:lvl4pPr>
            <a:lvl5pPr marL="0" indent="0" algn="l" defTabSz="685800" rtl="0" eaLnBrk="1" latinLnBrk="0" hangingPunct="1">
              <a:lnSpc>
                <a:spcPct val="100000"/>
              </a:lnSpc>
              <a:spcBef>
                <a:spcPts val="75"/>
              </a:spcBef>
              <a:buClr>
                <a:srgbClr val="9E3039"/>
              </a:buClr>
              <a:buFont typeface="Arial" pitchFamily="34" charset="0"/>
              <a:buNone/>
              <a:defRPr kumimoji="0" lang="en-US" sz="525" b="0" i="0" u="none" strike="noStrike" kern="1200" cap="none" spc="0" normalizeH="0" baseline="0" noProof="0" dirty="0">
                <a:ln>
                  <a:noFill/>
                </a:ln>
                <a:solidFill>
                  <a:srgbClr val="808080"/>
                </a:solidFill>
                <a:effectLst/>
                <a:uLnTx/>
                <a:uFillTx/>
                <a:latin typeface="+mn-lt"/>
                <a:ea typeface="+mn-ea"/>
                <a:cs typeface="+mn-cs"/>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9" name="Text Placeholder 21"/>
          <p:cNvSpPr>
            <a:spLocks noGrp="1"/>
          </p:cNvSpPr>
          <p:nvPr>
            <p:ph type="body" sz="quarter" idx="102"/>
          </p:nvPr>
        </p:nvSpPr>
        <p:spPr>
          <a:xfrm>
            <a:off x="2113838" y="1219200"/>
            <a:ext cx="1584000" cy="1295400"/>
          </a:xfrm>
          <a:prstGeom prst="rect">
            <a:avLst/>
          </a:prstGeom>
          <a:solidFill>
            <a:srgbClr val="FFFFFF"/>
          </a:solidFill>
          <a:ln w="9525">
            <a:solidFill>
              <a:srgbClr val="C0C0C0"/>
            </a:solidFill>
          </a:ln>
          <a:effectLst/>
        </p:spPr>
        <p:txBody>
          <a:bodyPr lIns="91440" tIns="93600" rIns="91440" bIns="504000">
            <a:noAutofit/>
          </a:bodyPr>
          <a:lstStyle>
            <a:lvl1pPr marL="0" indent="0">
              <a:lnSpc>
                <a:spcPct val="100000"/>
              </a:lnSpc>
              <a:spcBef>
                <a:spcPts val="450"/>
              </a:spcBef>
              <a:buNone/>
              <a:defRPr sz="600" b="1"/>
            </a:lvl1pPr>
            <a:lvl2pPr marL="0" indent="0">
              <a:lnSpc>
                <a:spcPct val="100000"/>
              </a:lnSpc>
              <a:spcBef>
                <a:spcPts val="75"/>
              </a:spcBef>
              <a:buNone/>
              <a:defRPr sz="525" b="0">
                <a:solidFill>
                  <a:srgbClr val="808080"/>
                </a:solidFill>
              </a:defRPr>
            </a:lvl2pPr>
            <a:lvl3pPr marL="0" indent="0">
              <a:lnSpc>
                <a:spcPct val="100000"/>
              </a:lnSpc>
              <a:spcBef>
                <a:spcPts val="75"/>
              </a:spcBef>
              <a:buNone/>
              <a:defRPr sz="525" b="0">
                <a:solidFill>
                  <a:srgbClr val="808080"/>
                </a:solidFill>
              </a:defRPr>
            </a:lvl3pPr>
            <a:lvl4pPr marL="0" indent="0">
              <a:lnSpc>
                <a:spcPct val="100000"/>
              </a:lnSpc>
              <a:spcBef>
                <a:spcPts val="75"/>
              </a:spcBef>
              <a:buNone/>
              <a:defRPr sz="525" b="0">
                <a:solidFill>
                  <a:srgbClr val="808080"/>
                </a:solidFill>
              </a:defRPr>
            </a:lvl4pPr>
            <a:lvl5pPr marL="0" indent="0">
              <a:lnSpc>
                <a:spcPct val="100000"/>
              </a:lnSpc>
              <a:spcBef>
                <a:spcPts val="75"/>
              </a:spcBef>
              <a:buNone/>
              <a:defRPr sz="525" b="0">
                <a:solidFill>
                  <a:srgbClr val="808080"/>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0" name="Text Placeholder 21"/>
          <p:cNvSpPr>
            <a:spLocks noGrp="1"/>
          </p:cNvSpPr>
          <p:nvPr>
            <p:ph type="body" sz="quarter" idx="103"/>
          </p:nvPr>
        </p:nvSpPr>
        <p:spPr>
          <a:xfrm>
            <a:off x="3776826" y="1219200"/>
            <a:ext cx="1584000" cy="1295400"/>
          </a:xfrm>
          <a:prstGeom prst="rect">
            <a:avLst/>
          </a:prstGeom>
          <a:solidFill>
            <a:srgbClr val="FFFFFF"/>
          </a:solidFill>
          <a:ln w="9525">
            <a:solidFill>
              <a:srgbClr val="C0C0C0"/>
            </a:solidFill>
          </a:ln>
          <a:effectLst/>
        </p:spPr>
        <p:txBody>
          <a:bodyPr lIns="91440" tIns="93600" rIns="91440" bIns="504000">
            <a:noAutofit/>
          </a:bodyPr>
          <a:lstStyle>
            <a:lvl1pPr marL="0" indent="0">
              <a:lnSpc>
                <a:spcPct val="100000"/>
              </a:lnSpc>
              <a:spcBef>
                <a:spcPts val="450"/>
              </a:spcBef>
              <a:buNone/>
              <a:defRPr sz="600" b="1"/>
            </a:lvl1pPr>
            <a:lvl2pPr marL="0" indent="0">
              <a:lnSpc>
                <a:spcPct val="100000"/>
              </a:lnSpc>
              <a:spcBef>
                <a:spcPts val="75"/>
              </a:spcBef>
              <a:buNone/>
              <a:defRPr sz="525" b="0">
                <a:solidFill>
                  <a:srgbClr val="808080"/>
                </a:solidFill>
              </a:defRPr>
            </a:lvl2pPr>
            <a:lvl3pPr marL="0" indent="0">
              <a:lnSpc>
                <a:spcPct val="100000"/>
              </a:lnSpc>
              <a:spcBef>
                <a:spcPts val="75"/>
              </a:spcBef>
              <a:buNone/>
              <a:defRPr sz="525" b="0">
                <a:solidFill>
                  <a:srgbClr val="808080"/>
                </a:solidFill>
              </a:defRPr>
            </a:lvl3pPr>
            <a:lvl4pPr marL="0" indent="0">
              <a:lnSpc>
                <a:spcPct val="100000"/>
              </a:lnSpc>
              <a:spcBef>
                <a:spcPts val="75"/>
              </a:spcBef>
              <a:buNone/>
              <a:defRPr sz="525" b="0">
                <a:solidFill>
                  <a:srgbClr val="808080"/>
                </a:solidFill>
              </a:defRPr>
            </a:lvl4pPr>
            <a:lvl5pPr marL="0" indent="0">
              <a:lnSpc>
                <a:spcPct val="100000"/>
              </a:lnSpc>
              <a:spcBef>
                <a:spcPts val="75"/>
              </a:spcBef>
              <a:buNone/>
              <a:defRPr sz="525" b="0">
                <a:solidFill>
                  <a:srgbClr val="808080"/>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1" name="Text Placeholder 21"/>
          <p:cNvSpPr>
            <a:spLocks noGrp="1"/>
          </p:cNvSpPr>
          <p:nvPr>
            <p:ph type="body" sz="quarter" idx="104"/>
          </p:nvPr>
        </p:nvSpPr>
        <p:spPr>
          <a:xfrm>
            <a:off x="5439814" y="1219200"/>
            <a:ext cx="1584000" cy="1295400"/>
          </a:xfrm>
          <a:prstGeom prst="rect">
            <a:avLst/>
          </a:prstGeom>
          <a:solidFill>
            <a:srgbClr val="FFFFFF"/>
          </a:solidFill>
          <a:ln w="9525">
            <a:solidFill>
              <a:srgbClr val="C0C0C0"/>
            </a:solidFill>
          </a:ln>
          <a:effectLst/>
        </p:spPr>
        <p:txBody>
          <a:bodyPr lIns="91440" tIns="93600" rIns="91440" bIns="504000">
            <a:noAutofit/>
          </a:bodyPr>
          <a:lstStyle>
            <a:lvl1pPr marL="0" indent="0">
              <a:lnSpc>
                <a:spcPct val="100000"/>
              </a:lnSpc>
              <a:spcBef>
                <a:spcPts val="450"/>
              </a:spcBef>
              <a:buNone/>
              <a:defRPr sz="600" b="1"/>
            </a:lvl1pPr>
            <a:lvl2pPr marL="0" indent="0">
              <a:lnSpc>
                <a:spcPct val="100000"/>
              </a:lnSpc>
              <a:spcBef>
                <a:spcPts val="75"/>
              </a:spcBef>
              <a:buNone/>
              <a:defRPr sz="525" b="0">
                <a:solidFill>
                  <a:srgbClr val="808080"/>
                </a:solidFill>
              </a:defRPr>
            </a:lvl2pPr>
            <a:lvl3pPr marL="0" indent="0">
              <a:lnSpc>
                <a:spcPct val="100000"/>
              </a:lnSpc>
              <a:spcBef>
                <a:spcPts val="75"/>
              </a:spcBef>
              <a:buNone/>
              <a:defRPr sz="525" b="0">
                <a:solidFill>
                  <a:srgbClr val="808080"/>
                </a:solidFill>
              </a:defRPr>
            </a:lvl3pPr>
            <a:lvl4pPr marL="0" indent="0">
              <a:lnSpc>
                <a:spcPct val="100000"/>
              </a:lnSpc>
              <a:spcBef>
                <a:spcPts val="75"/>
              </a:spcBef>
              <a:buNone/>
              <a:defRPr sz="525" b="0">
                <a:solidFill>
                  <a:srgbClr val="808080"/>
                </a:solidFill>
              </a:defRPr>
            </a:lvl4pPr>
            <a:lvl5pPr marL="0" indent="0">
              <a:lnSpc>
                <a:spcPct val="100000"/>
              </a:lnSpc>
              <a:spcBef>
                <a:spcPts val="75"/>
              </a:spcBef>
              <a:buNone/>
              <a:defRPr sz="525" b="0">
                <a:solidFill>
                  <a:srgbClr val="808080"/>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2" name="Text Placeholder 21"/>
          <p:cNvSpPr>
            <a:spLocks noGrp="1"/>
          </p:cNvSpPr>
          <p:nvPr>
            <p:ph type="body" sz="quarter" idx="105"/>
          </p:nvPr>
        </p:nvSpPr>
        <p:spPr>
          <a:xfrm>
            <a:off x="7102800" y="1219200"/>
            <a:ext cx="1584000" cy="1295400"/>
          </a:xfrm>
          <a:prstGeom prst="rect">
            <a:avLst/>
          </a:prstGeom>
          <a:solidFill>
            <a:srgbClr val="FFFFFF"/>
          </a:solidFill>
          <a:ln w="9525">
            <a:solidFill>
              <a:srgbClr val="C0C0C0"/>
            </a:solidFill>
          </a:ln>
          <a:effectLst/>
        </p:spPr>
        <p:txBody>
          <a:bodyPr lIns="91440" tIns="93600" rIns="91440" bIns="504000">
            <a:noAutofit/>
          </a:bodyPr>
          <a:lstStyle>
            <a:lvl1pPr marL="0" indent="0">
              <a:lnSpc>
                <a:spcPct val="100000"/>
              </a:lnSpc>
              <a:spcBef>
                <a:spcPts val="450"/>
              </a:spcBef>
              <a:buNone/>
              <a:defRPr sz="600" b="1"/>
            </a:lvl1pPr>
            <a:lvl2pPr marL="0" indent="0">
              <a:lnSpc>
                <a:spcPct val="100000"/>
              </a:lnSpc>
              <a:spcBef>
                <a:spcPts val="75"/>
              </a:spcBef>
              <a:buNone/>
              <a:defRPr sz="525" b="0">
                <a:solidFill>
                  <a:srgbClr val="808080"/>
                </a:solidFill>
              </a:defRPr>
            </a:lvl2pPr>
            <a:lvl3pPr marL="0" indent="0">
              <a:lnSpc>
                <a:spcPct val="100000"/>
              </a:lnSpc>
              <a:spcBef>
                <a:spcPts val="75"/>
              </a:spcBef>
              <a:buNone/>
              <a:defRPr sz="525" b="0">
                <a:solidFill>
                  <a:srgbClr val="808080"/>
                </a:solidFill>
              </a:defRPr>
            </a:lvl3pPr>
            <a:lvl4pPr marL="0" indent="0">
              <a:lnSpc>
                <a:spcPct val="100000"/>
              </a:lnSpc>
              <a:spcBef>
                <a:spcPts val="75"/>
              </a:spcBef>
              <a:buNone/>
              <a:defRPr sz="525" b="0">
                <a:solidFill>
                  <a:srgbClr val="808080"/>
                </a:solidFill>
              </a:defRPr>
            </a:lvl4pPr>
            <a:lvl5pPr marL="0" indent="0">
              <a:lnSpc>
                <a:spcPct val="100000"/>
              </a:lnSpc>
              <a:spcBef>
                <a:spcPts val="75"/>
              </a:spcBef>
              <a:buNone/>
              <a:defRPr sz="525" b="0">
                <a:solidFill>
                  <a:srgbClr val="808080"/>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3" name="Text Placeholder 21"/>
          <p:cNvSpPr>
            <a:spLocks noGrp="1"/>
          </p:cNvSpPr>
          <p:nvPr>
            <p:ph type="body" sz="quarter" idx="108"/>
          </p:nvPr>
        </p:nvSpPr>
        <p:spPr>
          <a:xfrm>
            <a:off x="2113838" y="2914650"/>
            <a:ext cx="1584000" cy="1296000"/>
          </a:xfrm>
          <a:prstGeom prst="rect">
            <a:avLst/>
          </a:prstGeom>
          <a:solidFill>
            <a:srgbClr val="FFFFFF"/>
          </a:solidFill>
          <a:ln w="9525">
            <a:solidFill>
              <a:srgbClr val="C0C0C0"/>
            </a:solidFill>
          </a:ln>
          <a:effectLst/>
        </p:spPr>
        <p:txBody>
          <a:bodyPr lIns="91440" tIns="93600" rIns="91440" bIns="504000">
            <a:noAutofit/>
          </a:bodyPr>
          <a:lstStyle>
            <a:lvl1pPr marL="0" indent="0">
              <a:lnSpc>
                <a:spcPct val="100000"/>
              </a:lnSpc>
              <a:spcBef>
                <a:spcPts val="450"/>
              </a:spcBef>
              <a:buNone/>
              <a:defRPr sz="600" b="1"/>
            </a:lvl1pPr>
            <a:lvl2pPr marL="0" indent="0">
              <a:lnSpc>
                <a:spcPct val="100000"/>
              </a:lnSpc>
              <a:spcBef>
                <a:spcPts val="75"/>
              </a:spcBef>
              <a:buNone/>
              <a:defRPr sz="525" b="0">
                <a:solidFill>
                  <a:srgbClr val="808080"/>
                </a:solidFill>
              </a:defRPr>
            </a:lvl2pPr>
            <a:lvl3pPr marL="0" indent="0">
              <a:lnSpc>
                <a:spcPct val="100000"/>
              </a:lnSpc>
              <a:spcBef>
                <a:spcPts val="75"/>
              </a:spcBef>
              <a:buNone/>
              <a:defRPr sz="525" b="0">
                <a:solidFill>
                  <a:srgbClr val="808080"/>
                </a:solidFill>
              </a:defRPr>
            </a:lvl3pPr>
            <a:lvl4pPr marL="0" indent="0">
              <a:lnSpc>
                <a:spcPct val="100000"/>
              </a:lnSpc>
              <a:spcBef>
                <a:spcPts val="75"/>
              </a:spcBef>
              <a:buNone/>
              <a:defRPr sz="525" b="0">
                <a:solidFill>
                  <a:srgbClr val="808080"/>
                </a:solidFill>
              </a:defRPr>
            </a:lvl4pPr>
            <a:lvl5pPr marL="0" indent="0">
              <a:lnSpc>
                <a:spcPct val="100000"/>
              </a:lnSpc>
              <a:spcBef>
                <a:spcPts val="75"/>
              </a:spcBef>
              <a:buNone/>
              <a:defRPr sz="525" b="0">
                <a:solidFill>
                  <a:srgbClr val="808080"/>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4" name="Text Placeholder 21"/>
          <p:cNvSpPr>
            <a:spLocks noGrp="1"/>
          </p:cNvSpPr>
          <p:nvPr>
            <p:ph type="body" sz="quarter" idx="109"/>
          </p:nvPr>
        </p:nvSpPr>
        <p:spPr>
          <a:xfrm>
            <a:off x="2113838" y="4626864"/>
            <a:ext cx="1584000" cy="1296000"/>
          </a:xfrm>
          <a:prstGeom prst="rect">
            <a:avLst/>
          </a:prstGeom>
          <a:solidFill>
            <a:srgbClr val="FFFFFF"/>
          </a:solidFill>
          <a:ln w="9525">
            <a:solidFill>
              <a:srgbClr val="C0C0C0"/>
            </a:solidFill>
          </a:ln>
          <a:effectLst/>
        </p:spPr>
        <p:txBody>
          <a:bodyPr lIns="91440" tIns="93600" rIns="91440" bIns="504000">
            <a:noAutofit/>
          </a:bodyPr>
          <a:lstStyle>
            <a:lvl1pPr marL="0" indent="0">
              <a:lnSpc>
                <a:spcPct val="100000"/>
              </a:lnSpc>
              <a:spcBef>
                <a:spcPts val="450"/>
              </a:spcBef>
              <a:buNone/>
              <a:defRPr sz="600" b="1"/>
            </a:lvl1pPr>
            <a:lvl2pPr marL="0" indent="0">
              <a:lnSpc>
                <a:spcPct val="100000"/>
              </a:lnSpc>
              <a:spcBef>
                <a:spcPts val="75"/>
              </a:spcBef>
              <a:buNone/>
              <a:defRPr sz="525" b="0">
                <a:solidFill>
                  <a:srgbClr val="808080"/>
                </a:solidFill>
              </a:defRPr>
            </a:lvl2pPr>
            <a:lvl3pPr marL="0" indent="0">
              <a:lnSpc>
                <a:spcPct val="100000"/>
              </a:lnSpc>
              <a:spcBef>
                <a:spcPts val="75"/>
              </a:spcBef>
              <a:buNone/>
              <a:defRPr sz="525" b="0">
                <a:solidFill>
                  <a:srgbClr val="808080"/>
                </a:solidFill>
              </a:defRPr>
            </a:lvl3pPr>
            <a:lvl4pPr marL="0" indent="0">
              <a:lnSpc>
                <a:spcPct val="100000"/>
              </a:lnSpc>
              <a:spcBef>
                <a:spcPts val="75"/>
              </a:spcBef>
              <a:buNone/>
              <a:defRPr sz="525" b="0">
                <a:solidFill>
                  <a:srgbClr val="808080"/>
                </a:solidFill>
              </a:defRPr>
            </a:lvl4pPr>
            <a:lvl5pPr marL="0" indent="0">
              <a:lnSpc>
                <a:spcPct val="100000"/>
              </a:lnSpc>
              <a:spcBef>
                <a:spcPts val="75"/>
              </a:spcBef>
              <a:buNone/>
              <a:defRPr sz="525" b="0">
                <a:solidFill>
                  <a:srgbClr val="808080"/>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5" name="Text Placeholder 21"/>
          <p:cNvSpPr>
            <a:spLocks noGrp="1"/>
          </p:cNvSpPr>
          <p:nvPr>
            <p:ph type="body" sz="quarter" idx="110"/>
          </p:nvPr>
        </p:nvSpPr>
        <p:spPr>
          <a:xfrm>
            <a:off x="3776826" y="2914650"/>
            <a:ext cx="1584000" cy="1296000"/>
          </a:xfrm>
          <a:prstGeom prst="rect">
            <a:avLst/>
          </a:prstGeom>
          <a:solidFill>
            <a:srgbClr val="FFFFFF"/>
          </a:solidFill>
          <a:ln w="9525">
            <a:solidFill>
              <a:srgbClr val="C0C0C0"/>
            </a:solidFill>
          </a:ln>
          <a:effectLst/>
        </p:spPr>
        <p:txBody>
          <a:bodyPr lIns="91440" tIns="93600" rIns="91440" bIns="504000">
            <a:noAutofit/>
          </a:bodyPr>
          <a:lstStyle>
            <a:lvl1pPr marL="0" indent="0">
              <a:lnSpc>
                <a:spcPct val="100000"/>
              </a:lnSpc>
              <a:spcBef>
                <a:spcPts val="450"/>
              </a:spcBef>
              <a:buNone/>
              <a:defRPr sz="600" b="1"/>
            </a:lvl1pPr>
            <a:lvl2pPr marL="0" indent="0">
              <a:lnSpc>
                <a:spcPct val="100000"/>
              </a:lnSpc>
              <a:spcBef>
                <a:spcPts val="75"/>
              </a:spcBef>
              <a:buNone/>
              <a:defRPr sz="525" b="0">
                <a:solidFill>
                  <a:srgbClr val="808080"/>
                </a:solidFill>
              </a:defRPr>
            </a:lvl2pPr>
            <a:lvl3pPr marL="0" indent="0">
              <a:lnSpc>
                <a:spcPct val="100000"/>
              </a:lnSpc>
              <a:spcBef>
                <a:spcPts val="75"/>
              </a:spcBef>
              <a:buNone/>
              <a:defRPr sz="525" b="0">
                <a:solidFill>
                  <a:srgbClr val="808080"/>
                </a:solidFill>
              </a:defRPr>
            </a:lvl3pPr>
            <a:lvl4pPr marL="0" indent="0">
              <a:lnSpc>
                <a:spcPct val="100000"/>
              </a:lnSpc>
              <a:spcBef>
                <a:spcPts val="75"/>
              </a:spcBef>
              <a:buNone/>
              <a:defRPr sz="525" b="0">
                <a:solidFill>
                  <a:srgbClr val="808080"/>
                </a:solidFill>
              </a:defRPr>
            </a:lvl4pPr>
            <a:lvl5pPr marL="0" indent="0">
              <a:lnSpc>
                <a:spcPct val="100000"/>
              </a:lnSpc>
              <a:spcBef>
                <a:spcPts val="75"/>
              </a:spcBef>
              <a:buNone/>
              <a:defRPr sz="525" b="0">
                <a:solidFill>
                  <a:srgbClr val="808080"/>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6" name="Text Placeholder 21"/>
          <p:cNvSpPr>
            <a:spLocks noGrp="1"/>
          </p:cNvSpPr>
          <p:nvPr>
            <p:ph type="body" sz="quarter" idx="111"/>
          </p:nvPr>
        </p:nvSpPr>
        <p:spPr>
          <a:xfrm>
            <a:off x="3776826" y="4626864"/>
            <a:ext cx="1584000" cy="1296000"/>
          </a:xfrm>
          <a:prstGeom prst="rect">
            <a:avLst/>
          </a:prstGeom>
          <a:solidFill>
            <a:srgbClr val="FFFFFF"/>
          </a:solidFill>
          <a:ln w="9525">
            <a:solidFill>
              <a:srgbClr val="C0C0C0"/>
            </a:solidFill>
          </a:ln>
          <a:effectLst/>
        </p:spPr>
        <p:txBody>
          <a:bodyPr lIns="91440" tIns="93600" rIns="91440" bIns="504000">
            <a:noAutofit/>
          </a:bodyPr>
          <a:lstStyle>
            <a:lvl1pPr marL="0" indent="0">
              <a:lnSpc>
                <a:spcPct val="100000"/>
              </a:lnSpc>
              <a:spcBef>
                <a:spcPts val="450"/>
              </a:spcBef>
              <a:buNone/>
              <a:defRPr sz="600" b="1"/>
            </a:lvl1pPr>
            <a:lvl2pPr marL="0" indent="0">
              <a:lnSpc>
                <a:spcPct val="100000"/>
              </a:lnSpc>
              <a:spcBef>
                <a:spcPts val="75"/>
              </a:spcBef>
              <a:buNone/>
              <a:defRPr sz="525" b="0">
                <a:solidFill>
                  <a:srgbClr val="808080"/>
                </a:solidFill>
              </a:defRPr>
            </a:lvl2pPr>
            <a:lvl3pPr marL="0" indent="0">
              <a:lnSpc>
                <a:spcPct val="100000"/>
              </a:lnSpc>
              <a:spcBef>
                <a:spcPts val="75"/>
              </a:spcBef>
              <a:buNone/>
              <a:defRPr sz="525" b="0">
                <a:solidFill>
                  <a:srgbClr val="808080"/>
                </a:solidFill>
              </a:defRPr>
            </a:lvl3pPr>
            <a:lvl4pPr marL="0" indent="0">
              <a:lnSpc>
                <a:spcPct val="100000"/>
              </a:lnSpc>
              <a:spcBef>
                <a:spcPts val="75"/>
              </a:spcBef>
              <a:buNone/>
              <a:defRPr sz="525" b="0">
                <a:solidFill>
                  <a:srgbClr val="808080"/>
                </a:solidFill>
              </a:defRPr>
            </a:lvl4pPr>
            <a:lvl5pPr marL="0" indent="0">
              <a:lnSpc>
                <a:spcPct val="100000"/>
              </a:lnSpc>
              <a:spcBef>
                <a:spcPts val="75"/>
              </a:spcBef>
              <a:buNone/>
              <a:defRPr sz="525" b="0">
                <a:solidFill>
                  <a:srgbClr val="808080"/>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7" name="Text Placeholder 21"/>
          <p:cNvSpPr>
            <a:spLocks noGrp="1"/>
          </p:cNvSpPr>
          <p:nvPr>
            <p:ph type="body" sz="quarter" idx="112"/>
          </p:nvPr>
        </p:nvSpPr>
        <p:spPr>
          <a:xfrm>
            <a:off x="5439814" y="2914650"/>
            <a:ext cx="1584000" cy="1296000"/>
          </a:xfrm>
          <a:prstGeom prst="rect">
            <a:avLst/>
          </a:prstGeom>
          <a:solidFill>
            <a:srgbClr val="FFFFFF"/>
          </a:solidFill>
          <a:ln w="9525">
            <a:solidFill>
              <a:srgbClr val="C0C0C0"/>
            </a:solidFill>
          </a:ln>
          <a:effectLst/>
        </p:spPr>
        <p:txBody>
          <a:bodyPr lIns="91440" tIns="93600" rIns="91440" bIns="504000">
            <a:noAutofit/>
          </a:bodyPr>
          <a:lstStyle>
            <a:lvl1pPr marL="0" indent="0">
              <a:lnSpc>
                <a:spcPct val="100000"/>
              </a:lnSpc>
              <a:spcBef>
                <a:spcPts val="450"/>
              </a:spcBef>
              <a:buNone/>
              <a:defRPr sz="600" b="1"/>
            </a:lvl1pPr>
            <a:lvl2pPr marL="0" indent="0">
              <a:lnSpc>
                <a:spcPct val="100000"/>
              </a:lnSpc>
              <a:spcBef>
                <a:spcPts val="75"/>
              </a:spcBef>
              <a:buNone/>
              <a:defRPr sz="525" b="0">
                <a:solidFill>
                  <a:srgbClr val="808080"/>
                </a:solidFill>
              </a:defRPr>
            </a:lvl2pPr>
            <a:lvl3pPr marL="0" indent="0">
              <a:lnSpc>
                <a:spcPct val="100000"/>
              </a:lnSpc>
              <a:spcBef>
                <a:spcPts val="75"/>
              </a:spcBef>
              <a:buNone/>
              <a:defRPr sz="525" b="0">
                <a:solidFill>
                  <a:srgbClr val="808080"/>
                </a:solidFill>
              </a:defRPr>
            </a:lvl3pPr>
            <a:lvl4pPr marL="0" indent="0">
              <a:lnSpc>
                <a:spcPct val="100000"/>
              </a:lnSpc>
              <a:spcBef>
                <a:spcPts val="75"/>
              </a:spcBef>
              <a:buNone/>
              <a:defRPr sz="525" b="0">
                <a:solidFill>
                  <a:srgbClr val="808080"/>
                </a:solidFill>
              </a:defRPr>
            </a:lvl4pPr>
            <a:lvl5pPr marL="0" indent="0">
              <a:lnSpc>
                <a:spcPct val="100000"/>
              </a:lnSpc>
              <a:spcBef>
                <a:spcPts val="75"/>
              </a:spcBef>
              <a:buNone/>
              <a:defRPr sz="525" b="0">
                <a:solidFill>
                  <a:srgbClr val="808080"/>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8" name="Text Placeholder 21"/>
          <p:cNvSpPr>
            <a:spLocks noGrp="1"/>
          </p:cNvSpPr>
          <p:nvPr>
            <p:ph type="body" sz="quarter" idx="113"/>
          </p:nvPr>
        </p:nvSpPr>
        <p:spPr>
          <a:xfrm>
            <a:off x="5439814" y="4626864"/>
            <a:ext cx="1584000" cy="1296000"/>
          </a:xfrm>
          <a:prstGeom prst="rect">
            <a:avLst/>
          </a:prstGeom>
          <a:solidFill>
            <a:srgbClr val="FFFFFF"/>
          </a:solidFill>
          <a:ln w="9525">
            <a:solidFill>
              <a:srgbClr val="C0C0C0"/>
            </a:solidFill>
          </a:ln>
          <a:effectLst/>
        </p:spPr>
        <p:txBody>
          <a:bodyPr lIns="91440" tIns="93600" rIns="91440" bIns="504000">
            <a:noAutofit/>
          </a:bodyPr>
          <a:lstStyle>
            <a:lvl1pPr marL="0" indent="0">
              <a:lnSpc>
                <a:spcPct val="100000"/>
              </a:lnSpc>
              <a:spcBef>
                <a:spcPts val="450"/>
              </a:spcBef>
              <a:buNone/>
              <a:defRPr sz="600" b="1"/>
            </a:lvl1pPr>
            <a:lvl2pPr marL="0" indent="0">
              <a:lnSpc>
                <a:spcPct val="100000"/>
              </a:lnSpc>
              <a:spcBef>
                <a:spcPts val="75"/>
              </a:spcBef>
              <a:buNone/>
              <a:defRPr sz="525" b="0">
                <a:solidFill>
                  <a:srgbClr val="808080"/>
                </a:solidFill>
              </a:defRPr>
            </a:lvl2pPr>
            <a:lvl3pPr marL="0" indent="0">
              <a:lnSpc>
                <a:spcPct val="100000"/>
              </a:lnSpc>
              <a:spcBef>
                <a:spcPts val="75"/>
              </a:spcBef>
              <a:buNone/>
              <a:defRPr sz="525" b="0">
                <a:solidFill>
                  <a:srgbClr val="808080"/>
                </a:solidFill>
              </a:defRPr>
            </a:lvl3pPr>
            <a:lvl4pPr marL="0" indent="0">
              <a:lnSpc>
                <a:spcPct val="100000"/>
              </a:lnSpc>
              <a:spcBef>
                <a:spcPts val="75"/>
              </a:spcBef>
              <a:buNone/>
              <a:defRPr sz="525" b="0">
                <a:solidFill>
                  <a:srgbClr val="808080"/>
                </a:solidFill>
              </a:defRPr>
            </a:lvl4pPr>
            <a:lvl5pPr marL="0" indent="0">
              <a:lnSpc>
                <a:spcPct val="100000"/>
              </a:lnSpc>
              <a:spcBef>
                <a:spcPts val="75"/>
              </a:spcBef>
              <a:buNone/>
              <a:defRPr sz="525" b="0">
                <a:solidFill>
                  <a:srgbClr val="808080"/>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9" name="Text Placeholder 21"/>
          <p:cNvSpPr>
            <a:spLocks noGrp="1"/>
          </p:cNvSpPr>
          <p:nvPr>
            <p:ph type="body" sz="quarter" idx="114"/>
          </p:nvPr>
        </p:nvSpPr>
        <p:spPr>
          <a:xfrm>
            <a:off x="7102800" y="2914650"/>
            <a:ext cx="1584000" cy="1296000"/>
          </a:xfrm>
          <a:prstGeom prst="rect">
            <a:avLst/>
          </a:prstGeom>
          <a:solidFill>
            <a:srgbClr val="FFFFFF"/>
          </a:solidFill>
          <a:ln w="9525">
            <a:solidFill>
              <a:srgbClr val="C0C0C0"/>
            </a:solidFill>
          </a:ln>
          <a:effectLst/>
        </p:spPr>
        <p:txBody>
          <a:bodyPr lIns="91440" tIns="93600" rIns="91440" bIns="504000">
            <a:noAutofit/>
          </a:bodyPr>
          <a:lstStyle>
            <a:lvl1pPr marL="0" indent="0">
              <a:lnSpc>
                <a:spcPct val="100000"/>
              </a:lnSpc>
              <a:spcBef>
                <a:spcPts val="450"/>
              </a:spcBef>
              <a:buNone/>
              <a:defRPr sz="600" b="1"/>
            </a:lvl1pPr>
            <a:lvl2pPr marL="0" indent="0">
              <a:lnSpc>
                <a:spcPct val="100000"/>
              </a:lnSpc>
              <a:spcBef>
                <a:spcPts val="75"/>
              </a:spcBef>
              <a:buNone/>
              <a:defRPr sz="525" b="0">
                <a:solidFill>
                  <a:srgbClr val="808080"/>
                </a:solidFill>
              </a:defRPr>
            </a:lvl2pPr>
            <a:lvl3pPr marL="0" indent="0">
              <a:lnSpc>
                <a:spcPct val="100000"/>
              </a:lnSpc>
              <a:spcBef>
                <a:spcPts val="75"/>
              </a:spcBef>
              <a:buNone/>
              <a:defRPr sz="525" b="0">
                <a:solidFill>
                  <a:srgbClr val="808080"/>
                </a:solidFill>
              </a:defRPr>
            </a:lvl3pPr>
            <a:lvl4pPr marL="0" indent="0">
              <a:lnSpc>
                <a:spcPct val="100000"/>
              </a:lnSpc>
              <a:spcBef>
                <a:spcPts val="75"/>
              </a:spcBef>
              <a:buNone/>
              <a:defRPr sz="525" b="0">
                <a:solidFill>
                  <a:srgbClr val="808080"/>
                </a:solidFill>
              </a:defRPr>
            </a:lvl4pPr>
            <a:lvl5pPr marL="0" indent="0">
              <a:lnSpc>
                <a:spcPct val="100000"/>
              </a:lnSpc>
              <a:spcBef>
                <a:spcPts val="75"/>
              </a:spcBef>
              <a:buNone/>
              <a:defRPr sz="525" b="0">
                <a:solidFill>
                  <a:srgbClr val="808080"/>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20" name="Text Placeholder 21"/>
          <p:cNvSpPr>
            <a:spLocks noGrp="1"/>
          </p:cNvSpPr>
          <p:nvPr>
            <p:ph type="body" sz="quarter" idx="115"/>
          </p:nvPr>
        </p:nvSpPr>
        <p:spPr>
          <a:xfrm>
            <a:off x="7102800" y="4626864"/>
            <a:ext cx="1584000" cy="1296000"/>
          </a:xfrm>
          <a:prstGeom prst="rect">
            <a:avLst/>
          </a:prstGeom>
          <a:solidFill>
            <a:srgbClr val="FFFFFF"/>
          </a:solidFill>
          <a:ln w="9525">
            <a:solidFill>
              <a:srgbClr val="C0C0C0"/>
            </a:solidFill>
          </a:ln>
          <a:effectLst/>
        </p:spPr>
        <p:txBody>
          <a:bodyPr lIns="91440" tIns="93600" rIns="91440" bIns="504000">
            <a:noAutofit/>
          </a:bodyPr>
          <a:lstStyle>
            <a:lvl1pPr marL="0" indent="0">
              <a:lnSpc>
                <a:spcPct val="100000"/>
              </a:lnSpc>
              <a:spcBef>
                <a:spcPts val="450"/>
              </a:spcBef>
              <a:buNone/>
              <a:defRPr sz="600" b="1"/>
            </a:lvl1pPr>
            <a:lvl2pPr marL="0" indent="0">
              <a:lnSpc>
                <a:spcPct val="100000"/>
              </a:lnSpc>
              <a:spcBef>
                <a:spcPts val="75"/>
              </a:spcBef>
              <a:buNone/>
              <a:defRPr sz="525" b="0">
                <a:solidFill>
                  <a:srgbClr val="808080"/>
                </a:solidFill>
              </a:defRPr>
            </a:lvl2pPr>
            <a:lvl3pPr marL="0" indent="0">
              <a:lnSpc>
                <a:spcPct val="100000"/>
              </a:lnSpc>
              <a:spcBef>
                <a:spcPts val="75"/>
              </a:spcBef>
              <a:buNone/>
              <a:defRPr sz="525" b="0">
                <a:solidFill>
                  <a:srgbClr val="808080"/>
                </a:solidFill>
              </a:defRPr>
            </a:lvl3pPr>
            <a:lvl4pPr marL="0" indent="0">
              <a:lnSpc>
                <a:spcPct val="100000"/>
              </a:lnSpc>
              <a:spcBef>
                <a:spcPts val="75"/>
              </a:spcBef>
              <a:buNone/>
              <a:defRPr sz="525" b="0">
                <a:solidFill>
                  <a:srgbClr val="808080"/>
                </a:solidFill>
              </a:defRPr>
            </a:lvl4pPr>
            <a:lvl5pPr marL="0" indent="0">
              <a:lnSpc>
                <a:spcPct val="100000"/>
              </a:lnSpc>
              <a:spcBef>
                <a:spcPts val="75"/>
              </a:spcBef>
              <a:buNone/>
              <a:defRPr sz="525" b="0">
                <a:solidFill>
                  <a:srgbClr val="808080"/>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21" name="Text Placeholder 21"/>
          <p:cNvSpPr>
            <a:spLocks noGrp="1"/>
          </p:cNvSpPr>
          <p:nvPr>
            <p:ph type="body" sz="quarter" idx="116"/>
          </p:nvPr>
        </p:nvSpPr>
        <p:spPr>
          <a:xfrm>
            <a:off x="450850" y="2512350"/>
            <a:ext cx="1584000" cy="288000"/>
          </a:xfrm>
          <a:prstGeom prst="rect">
            <a:avLst/>
          </a:prstGeom>
          <a:solidFill>
            <a:schemeClr val="bg1"/>
          </a:solidFill>
          <a:ln w="9525">
            <a:solidFill>
              <a:srgbClr val="C0C0C0"/>
            </a:solidFill>
          </a:ln>
          <a:effectLst/>
        </p:spPr>
        <p:txBody>
          <a:bodyPr wrap="none" lIns="0" tIns="0" rIns="0" bIns="0">
            <a:noAutofit/>
          </a:bodyPr>
          <a:lstStyle>
            <a:lvl1pPr marL="0" indent="0">
              <a:lnSpc>
                <a:spcPct val="100000"/>
              </a:lnSpc>
              <a:spcBef>
                <a:spcPts val="300"/>
              </a:spcBef>
              <a:buNone/>
              <a:defRPr sz="900" b="1">
                <a:solidFill>
                  <a:srgbClr val="FFFFFF"/>
                </a:solidFill>
              </a:defRPr>
            </a:lvl1pPr>
            <a:lvl2pPr marL="0" indent="0">
              <a:lnSpc>
                <a:spcPct val="100000"/>
              </a:lnSpc>
              <a:spcBef>
                <a:spcPts val="75"/>
              </a:spcBef>
              <a:spcAft>
                <a:spcPts val="150"/>
              </a:spcAft>
              <a:buNone/>
              <a:defRPr sz="600" b="0">
                <a:solidFill>
                  <a:srgbClr val="D9D9D9"/>
                </a:solidFill>
              </a:defRPr>
            </a:lvl2pPr>
            <a:lvl3pPr marL="0" indent="0">
              <a:lnSpc>
                <a:spcPct val="100000"/>
              </a:lnSpc>
              <a:spcBef>
                <a:spcPts val="75"/>
              </a:spcBef>
              <a:spcAft>
                <a:spcPts val="150"/>
              </a:spcAft>
              <a:buNone/>
              <a:defRPr sz="600" b="0">
                <a:solidFill>
                  <a:srgbClr val="D9D9D9"/>
                </a:solidFill>
              </a:defRPr>
            </a:lvl3pPr>
            <a:lvl4pPr marL="0" indent="0">
              <a:lnSpc>
                <a:spcPct val="100000"/>
              </a:lnSpc>
              <a:spcBef>
                <a:spcPts val="75"/>
              </a:spcBef>
              <a:spcAft>
                <a:spcPts val="150"/>
              </a:spcAft>
              <a:buNone/>
              <a:defRPr sz="600" b="0">
                <a:solidFill>
                  <a:srgbClr val="D9D9D9"/>
                </a:solidFill>
              </a:defRPr>
            </a:lvl4pPr>
            <a:lvl5pPr marL="0" indent="0">
              <a:lnSpc>
                <a:spcPct val="100000"/>
              </a:lnSpc>
              <a:spcBef>
                <a:spcPts val="75"/>
              </a:spcBef>
              <a:spcAft>
                <a:spcPts val="150"/>
              </a:spcAft>
              <a:buNone/>
              <a:defRPr sz="600" b="0">
                <a:solidFill>
                  <a:srgbClr val="D9D9D9"/>
                </a:solidFill>
              </a:defRPr>
            </a:lvl5pPr>
          </a:lstStyle>
          <a:p>
            <a:pPr lvl="0"/>
            <a:r>
              <a:rPr lang="en-US"/>
              <a:t>Click to edit Master text styles</a:t>
            </a:r>
          </a:p>
        </p:txBody>
      </p:sp>
      <p:sp>
        <p:nvSpPr>
          <p:cNvPr id="22" name="Text Placeholder 21"/>
          <p:cNvSpPr>
            <a:spLocks noGrp="1"/>
          </p:cNvSpPr>
          <p:nvPr>
            <p:ph type="body" sz="quarter" idx="117"/>
          </p:nvPr>
        </p:nvSpPr>
        <p:spPr>
          <a:xfrm>
            <a:off x="2113837" y="2514600"/>
            <a:ext cx="1584000" cy="288000"/>
          </a:xfrm>
          <a:prstGeom prst="rect">
            <a:avLst/>
          </a:prstGeom>
          <a:solidFill>
            <a:schemeClr val="bg1"/>
          </a:solidFill>
          <a:ln w="9525">
            <a:solidFill>
              <a:srgbClr val="C0C0C0"/>
            </a:solidFill>
          </a:ln>
          <a:effectLst/>
        </p:spPr>
        <p:txBody>
          <a:bodyPr wrap="none" lIns="0" tIns="0" rIns="0" bIns="0">
            <a:noAutofit/>
          </a:bodyPr>
          <a:lstStyle>
            <a:lvl1pPr marL="0" indent="0">
              <a:lnSpc>
                <a:spcPct val="100000"/>
              </a:lnSpc>
              <a:spcBef>
                <a:spcPts val="300"/>
              </a:spcBef>
              <a:buNone/>
              <a:defRPr sz="900" b="1">
                <a:solidFill>
                  <a:srgbClr val="FFFFFF"/>
                </a:solidFill>
              </a:defRPr>
            </a:lvl1pPr>
            <a:lvl2pPr marL="0" indent="0">
              <a:lnSpc>
                <a:spcPct val="100000"/>
              </a:lnSpc>
              <a:spcBef>
                <a:spcPts val="75"/>
              </a:spcBef>
              <a:spcAft>
                <a:spcPts val="150"/>
              </a:spcAft>
              <a:buNone/>
              <a:defRPr sz="600" b="0">
                <a:solidFill>
                  <a:srgbClr val="D9D9D9"/>
                </a:solidFill>
              </a:defRPr>
            </a:lvl2pPr>
            <a:lvl3pPr marL="0" indent="0">
              <a:lnSpc>
                <a:spcPct val="100000"/>
              </a:lnSpc>
              <a:spcBef>
                <a:spcPts val="75"/>
              </a:spcBef>
              <a:spcAft>
                <a:spcPts val="150"/>
              </a:spcAft>
              <a:buNone/>
              <a:defRPr sz="600" b="0">
                <a:solidFill>
                  <a:srgbClr val="D9D9D9"/>
                </a:solidFill>
              </a:defRPr>
            </a:lvl3pPr>
            <a:lvl4pPr marL="0" indent="0">
              <a:lnSpc>
                <a:spcPct val="100000"/>
              </a:lnSpc>
              <a:spcBef>
                <a:spcPts val="75"/>
              </a:spcBef>
              <a:spcAft>
                <a:spcPts val="150"/>
              </a:spcAft>
              <a:buNone/>
              <a:defRPr sz="600" b="0">
                <a:solidFill>
                  <a:srgbClr val="D9D9D9"/>
                </a:solidFill>
              </a:defRPr>
            </a:lvl4pPr>
            <a:lvl5pPr marL="0" indent="0">
              <a:lnSpc>
                <a:spcPct val="100000"/>
              </a:lnSpc>
              <a:spcBef>
                <a:spcPts val="75"/>
              </a:spcBef>
              <a:spcAft>
                <a:spcPts val="150"/>
              </a:spcAft>
              <a:buNone/>
              <a:defRPr sz="600" b="0">
                <a:solidFill>
                  <a:srgbClr val="D9D9D9"/>
                </a:solidFill>
              </a:defRPr>
            </a:lvl5pPr>
          </a:lstStyle>
          <a:p>
            <a:pPr lvl="0"/>
            <a:r>
              <a:rPr lang="en-US"/>
              <a:t>Click to edit Master text styles</a:t>
            </a:r>
          </a:p>
        </p:txBody>
      </p:sp>
      <p:sp>
        <p:nvSpPr>
          <p:cNvPr id="23" name="Text Placeholder 21"/>
          <p:cNvSpPr>
            <a:spLocks noGrp="1"/>
          </p:cNvSpPr>
          <p:nvPr>
            <p:ph type="body" sz="quarter" idx="118"/>
          </p:nvPr>
        </p:nvSpPr>
        <p:spPr>
          <a:xfrm>
            <a:off x="3776824" y="2514600"/>
            <a:ext cx="1584000" cy="288000"/>
          </a:xfrm>
          <a:prstGeom prst="rect">
            <a:avLst/>
          </a:prstGeom>
          <a:solidFill>
            <a:schemeClr val="bg1"/>
          </a:solidFill>
          <a:ln w="9525">
            <a:solidFill>
              <a:srgbClr val="C0C0C0"/>
            </a:solidFill>
          </a:ln>
          <a:effectLst/>
        </p:spPr>
        <p:txBody>
          <a:bodyPr wrap="none" lIns="0" tIns="0" rIns="0" bIns="0">
            <a:noAutofit/>
          </a:bodyPr>
          <a:lstStyle>
            <a:lvl1pPr marL="0" indent="0">
              <a:lnSpc>
                <a:spcPct val="100000"/>
              </a:lnSpc>
              <a:spcBef>
                <a:spcPts val="300"/>
              </a:spcBef>
              <a:buNone/>
              <a:defRPr sz="900" b="1">
                <a:solidFill>
                  <a:srgbClr val="FFFFFF"/>
                </a:solidFill>
              </a:defRPr>
            </a:lvl1pPr>
            <a:lvl2pPr marL="0" indent="0">
              <a:lnSpc>
                <a:spcPct val="100000"/>
              </a:lnSpc>
              <a:spcBef>
                <a:spcPts val="75"/>
              </a:spcBef>
              <a:spcAft>
                <a:spcPts val="150"/>
              </a:spcAft>
              <a:buNone/>
              <a:defRPr sz="600" b="0">
                <a:solidFill>
                  <a:srgbClr val="D9D9D9"/>
                </a:solidFill>
              </a:defRPr>
            </a:lvl2pPr>
            <a:lvl3pPr marL="0" indent="0">
              <a:lnSpc>
                <a:spcPct val="100000"/>
              </a:lnSpc>
              <a:spcBef>
                <a:spcPts val="75"/>
              </a:spcBef>
              <a:spcAft>
                <a:spcPts val="150"/>
              </a:spcAft>
              <a:buNone/>
              <a:defRPr sz="600" b="0">
                <a:solidFill>
                  <a:srgbClr val="D9D9D9"/>
                </a:solidFill>
              </a:defRPr>
            </a:lvl3pPr>
            <a:lvl4pPr marL="0" indent="0">
              <a:lnSpc>
                <a:spcPct val="100000"/>
              </a:lnSpc>
              <a:spcBef>
                <a:spcPts val="75"/>
              </a:spcBef>
              <a:spcAft>
                <a:spcPts val="150"/>
              </a:spcAft>
              <a:buNone/>
              <a:defRPr sz="600" b="0">
                <a:solidFill>
                  <a:srgbClr val="D9D9D9"/>
                </a:solidFill>
              </a:defRPr>
            </a:lvl4pPr>
            <a:lvl5pPr marL="0" indent="0">
              <a:lnSpc>
                <a:spcPct val="100000"/>
              </a:lnSpc>
              <a:spcBef>
                <a:spcPts val="75"/>
              </a:spcBef>
              <a:spcAft>
                <a:spcPts val="150"/>
              </a:spcAft>
              <a:buNone/>
              <a:defRPr sz="600" b="0">
                <a:solidFill>
                  <a:srgbClr val="D9D9D9"/>
                </a:solidFill>
              </a:defRPr>
            </a:lvl5pPr>
          </a:lstStyle>
          <a:p>
            <a:pPr lvl="0"/>
            <a:r>
              <a:rPr lang="en-US"/>
              <a:t>Click to edit Master text styles</a:t>
            </a:r>
          </a:p>
        </p:txBody>
      </p:sp>
      <p:sp>
        <p:nvSpPr>
          <p:cNvPr id="24" name="Text Placeholder 21"/>
          <p:cNvSpPr>
            <a:spLocks noGrp="1"/>
          </p:cNvSpPr>
          <p:nvPr>
            <p:ph type="body" sz="quarter" idx="119"/>
          </p:nvPr>
        </p:nvSpPr>
        <p:spPr>
          <a:xfrm>
            <a:off x="5439811" y="2514600"/>
            <a:ext cx="1584000" cy="288000"/>
          </a:xfrm>
          <a:prstGeom prst="rect">
            <a:avLst/>
          </a:prstGeom>
          <a:solidFill>
            <a:schemeClr val="bg1"/>
          </a:solidFill>
          <a:ln w="9525">
            <a:solidFill>
              <a:srgbClr val="C0C0C0"/>
            </a:solidFill>
          </a:ln>
          <a:effectLst/>
        </p:spPr>
        <p:txBody>
          <a:bodyPr wrap="none" lIns="0" tIns="0" rIns="0" bIns="0">
            <a:noAutofit/>
          </a:bodyPr>
          <a:lstStyle>
            <a:lvl1pPr marL="0" indent="0">
              <a:lnSpc>
                <a:spcPct val="100000"/>
              </a:lnSpc>
              <a:spcBef>
                <a:spcPts val="300"/>
              </a:spcBef>
              <a:buNone/>
              <a:defRPr sz="900" b="1">
                <a:solidFill>
                  <a:srgbClr val="FFFFFF"/>
                </a:solidFill>
              </a:defRPr>
            </a:lvl1pPr>
            <a:lvl2pPr marL="0" indent="0">
              <a:lnSpc>
                <a:spcPct val="100000"/>
              </a:lnSpc>
              <a:spcBef>
                <a:spcPts val="75"/>
              </a:spcBef>
              <a:spcAft>
                <a:spcPts val="150"/>
              </a:spcAft>
              <a:buNone/>
              <a:defRPr sz="600" b="0">
                <a:solidFill>
                  <a:srgbClr val="D9D9D9"/>
                </a:solidFill>
              </a:defRPr>
            </a:lvl2pPr>
            <a:lvl3pPr marL="0" indent="0">
              <a:lnSpc>
                <a:spcPct val="100000"/>
              </a:lnSpc>
              <a:spcBef>
                <a:spcPts val="75"/>
              </a:spcBef>
              <a:spcAft>
                <a:spcPts val="150"/>
              </a:spcAft>
              <a:buNone/>
              <a:defRPr sz="600" b="0">
                <a:solidFill>
                  <a:srgbClr val="D9D9D9"/>
                </a:solidFill>
              </a:defRPr>
            </a:lvl3pPr>
            <a:lvl4pPr marL="0" indent="0">
              <a:lnSpc>
                <a:spcPct val="100000"/>
              </a:lnSpc>
              <a:spcBef>
                <a:spcPts val="75"/>
              </a:spcBef>
              <a:spcAft>
                <a:spcPts val="150"/>
              </a:spcAft>
              <a:buNone/>
              <a:defRPr sz="600" b="0">
                <a:solidFill>
                  <a:srgbClr val="D9D9D9"/>
                </a:solidFill>
              </a:defRPr>
            </a:lvl4pPr>
            <a:lvl5pPr marL="0" indent="0">
              <a:lnSpc>
                <a:spcPct val="100000"/>
              </a:lnSpc>
              <a:spcBef>
                <a:spcPts val="75"/>
              </a:spcBef>
              <a:spcAft>
                <a:spcPts val="150"/>
              </a:spcAft>
              <a:buNone/>
              <a:defRPr sz="600" b="0">
                <a:solidFill>
                  <a:srgbClr val="D9D9D9"/>
                </a:solidFill>
              </a:defRPr>
            </a:lvl5pPr>
          </a:lstStyle>
          <a:p>
            <a:pPr lvl="0"/>
            <a:r>
              <a:rPr lang="en-US"/>
              <a:t>Click to edit Master text styles</a:t>
            </a:r>
          </a:p>
        </p:txBody>
      </p:sp>
      <p:sp>
        <p:nvSpPr>
          <p:cNvPr id="25" name="Text Placeholder 21"/>
          <p:cNvSpPr>
            <a:spLocks noGrp="1"/>
          </p:cNvSpPr>
          <p:nvPr>
            <p:ph type="body" sz="quarter" idx="120"/>
          </p:nvPr>
        </p:nvSpPr>
        <p:spPr>
          <a:xfrm>
            <a:off x="7102800" y="2514600"/>
            <a:ext cx="1584000" cy="288000"/>
          </a:xfrm>
          <a:prstGeom prst="rect">
            <a:avLst/>
          </a:prstGeom>
          <a:solidFill>
            <a:schemeClr val="bg1"/>
          </a:solidFill>
          <a:ln w="9525">
            <a:solidFill>
              <a:srgbClr val="C0C0C0"/>
            </a:solidFill>
          </a:ln>
          <a:effectLst/>
        </p:spPr>
        <p:txBody>
          <a:bodyPr wrap="none" lIns="0" tIns="0" rIns="0" bIns="0">
            <a:noAutofit/>
          </a:bodyPr>
          <a:lstStyle>
            <a:lvl1pPr marL="0" indent="0">
              <a:lnSpc>
                <a:spcPct val="100000"/>
              </a:lnSpc>
              <a:spcBef>
                <a:spcPts val="300"/>
              </a:spcBef>
              <a:buNone/>
              <a:defRPr sz="900" b="1">
                <a:solidFill>
                  <a:srgbClr val="FFFFFF"/>
                </a:solidFill>
              </a:defRPr>
            </a:lvl1pPr>
            <a:lvl2pPr marL="0" indent="0">
              <a:lnSpc>
                <a:spcPct val="100000"/>
              </a:lnSpc>
              <a:spcBef>
                <a:spcPts val="75"/>
              </a:spcBef>
              <a:spcAft>
                <a:spcPts val="150"/>
              </a:spcAft>
              <a:buNone/>
              <a:defRPr sz="600" b="0">
                <a:solidFill>
                  <a:srgbClr val="D9D9D9"/>
                </a:solidFill>
              </a:defRPr>
            </a:lvl2pPr>
            <a:lvl3pPr marL="0" indent="0">
              <a:lnSpc>
                <a:spcPct val="100000"/>
              </a:lnSpc>
              <a:spcBef>
                <a:spcPts val="75"/>
              </a:spcBef>
              <a:spcAft>
                <a:spcPts val="150"/>
              </a:spcAft>
              <a:buNone/>
              <a:defRPr sz="600" b="0">
                <a:solidFill>
                  <a:srgbClr val="D9D9D9"/>
                </a:solidFill>
              </a:defRPr>
            </a:lvl3pPr>
            <a:lvl4pPr marL="0" indent="0">
              <a:lnSpc>
                <a:spcPct val="100000"/>
              </a:lnSpc>
              <a:spcBef>
                <a:spcPts val="75"/>
              </a:spcBef>
              <a:spcAft>
                <a:spcPts val="150"/>
              </a:spcAft>
              <a:buNone/>
              <a:defRPr sz="600" b="0">
                <a:solidFill>
                  <a:srgbClr val="D9D9D9"/>
                </a:solidFill>
              </a:defRPr>
            </a:lvl4pPr>
            <a:lvl5pPr marL="0" indent="0">
              <a:lnSpc>
                <a:spcPct val="100000"/>
              </a:lnSpc>
              <a:spcBef>
                <a:spcPts val="75"/>
              </a:spcBef>
              <a:spcAft>
                <a:spcPts val="150"/>
              </a:spcAft>
              <a:buNone/>
              <a:defRPr sz="600" b="0">
                <a:solidFill>
                  <a:srgbClr val="D9D9D9"/>
                </a:solidFill>
              </a:defRPr>
            </a:lvl5pPr>
          </a:lstStyle>
          <a:p>
            <a:pPr lvl="0"/>
            <a:r>
              <a:rPr lang="en-US"/>
              <a:t>Click to edit Master text styles</a:t>
            </a:r>
          </a:p>
        </p:txBody>
      </p:sp>
      <p:sp>
        <p:nvSpPr>
          <p:cNvPr id="26" name="Text Placeholder 21"/>
          <p:cNvSpPr>
            <a:spLocks noGrp="1"/>
          </p:cNvSpPr>
          <p:nvPr>
            <p:ph type="body" sz="quarter" idx="121"/>
          </p:nvPr>
        </p:nvSpPr>
        <p:spPr>
          <a:xfrm>
            <a:off x="450850" y="4210050"/>
            <a:ext cx="1584000" cy="288000"/>
          </a:xfrm>
          <a:prstGeom prst="rect">
            <a:avLst/>
          </a:prstGeom>
          <a:solidFill>
            <a:schemeClr val="bg1"/>
          </a:solidFill>
          <a:ln w="9525">
            <a:solidFill>
              <a:srgbClr val="C0C0C0"/>
            </a:solidFill>
          </a:ln>
          <a:effectLst/>
        </p:spPr>
        <p:txBody>
          <a:bodyPr wrap="none" lIns="0" tIns="0" rIns="0" bIns="0">
            <a:noAutofit/>
          </a:bodyPr>
          <a:lstStyle>
            <a:lvl1pPr marL="0" indent="0">
              <a:lnSpc>
                <a:spcPct val="100000"/>
              </a:lnSpc>
              <a:spcBef>
                <a:spcPts val="300"/>
              </a:spcBef>
              <a:buNone/>
              <a:defRPr sz="900" b="1">
                <a:solidFill>
                  <a:srgbClr val="FFFFFF"/>
                </a:solidFill>
              </a:defRPr>
            </a:lvl1pPr>
            <a:lvl2pPr marL="0" indent="0">
              <a:lnSpc>
                <a:spcPct val="100000"/>
              </a:lnSpc>
              <a:spcBef>
                <a:spcPts val="75"/>
              </a:spcBef>
              <a:spcAft>
                <a:spcPts val="150"/>
              </a:spcAft>
              <a:buNone/>
              <a:defRPr sz="600" b="0">
                <a:solidFill>
                  <a:srgbClr val="D9D9D9"/>
                </a:solidFill>
              </a:defRPr>
            </a:lvl2pPr>
            <a:lvl3pPr marL="0" indent="0">
              <a:lnSpc>
                <a:spcPct val="100000"/>
              </a:lnSpc>
              <a:spcBef>
                <a:spcPts val="75"/>
              </a:spcBef>
              <a:spcAft>
                <a:spcPts val="150"/>
              </a:spcAft>
              <a:buNone/>
              <a:defRPr sz="600" b="0">
                <a:solidFill>
                  <a:srgbClr val="D9D9D9"/>
                </a:solidFill>
              </a:defRPr>
            </a:lvl3pPr>
            <a:lvl4pPr marL="0" indent="0">
              <a:lnSpc>
                <a:spcPct val="100000"/>
              </a:lnSpc>
              <a:spcBef>
                <a:spcPts val="75"/>
              </a:spcBef>
              <a:spcAft>
                <a:spcPts val="150"/>
              </a:spcAft>
              <a:buNone/>
              <a:defRPr sz="600" b="0">
                <a:solidFill>
                  <a:srgbClr val="D9D9D9"/>
                </a:solidFill>
              </a:defRPr>
            </a:lvl4pPr>
            <a:lvl5pPr marL="0" indent="0">
              <a:lnSpc>
                <a:spcPct val="100000"/>
              </a:lnSpc>
              <a:spcBef>
                <a:spcPts val="75"/>
              </a:spcBef>
              <a:spcAft>
                <a:spcPts val="150"/>
              </a:spcAft>
              <a:buNone/>
              <a:defRPr sz="600" b="0">
                <a:solidFill>
                  <a:srgbClr val="D9D9D9"/>
                </a:solidFill>
              </a:defRPr>
            </a:lvl5pPr>
          </a:lstStyle>
          <a:p>
            <a:pPr lvl="0"/>
            <a:r>
              <a:rPr lang="en-US"/>
              <a:t>Click to edit Master text styles</a:t>
            </a:r>
          </a:p>
        </p:txBody>
      </p:sp>
      <p:sp>
        <p:nvSpPr>
          <p:cNvPr id="27" name="Text Placeholder 21"/>
          <p:cNvSpPr>
            <a:spLocks noGrp="1"/>
          </p:cNvSpPr>
          <p:nvPr>
            <p:ph type="body" sz="quarter" idx="122"/>
          </p:nvPr>
        </p:nvSpPr>
        <p:spPr>
          <a:xfrm>
            <a:off x="2113837" y="4210050"/>
            <a:ext cx="1584000" cy="288000"/>
          </a:xfrm>
          <a:prstGeom prst="rect">
            <a:avLst/>
          </a:prstGeom>
          <a:solidFill>
            <a:schemeClr val="bg1"/>
          </a:solidFill>
          <a:ln w="9525">
            <a:solidFill>
              <a:srgbClr val="C0C0C0"/>
            </a:solidFill>
          </a:ln>
          <a:effectLst/>
        </p:spPr>
        <p:txBody>
          <a:bodyPr wrap="none" lIns="0" tIns="0" rIns="0" bIns="0">
            <a:noAutofit/>
          </a:bodyPr>
          <a:lstStyle>
            <a:lvl1pPr marL="0" indent="0">
              <a:lnSpc>
                <a:spcPct val="100000"/>
              </a:lnSpc>
              <a:spcBef>
                <a:spcPts val="300"/>
              </a:spcBef>
              <a:buNone/>
              <a:defRPr sz="900" b="1">
                <a:solidFill>
                  <a:srgbClr val="FFFFFF"/>
                </a:solidFill>
              </a:defRPr>
            </a:lvl1pPr>
            <a:lvl2pPr marL="0" indent="0">
              <a:lnSpc>
                <a:spcPct val="100000"/>
              </a:lnSpc>
              <a:spcBef>
                <a:spcPts val="75"/>
              </a:spcBef>
              <a:spcAft>
                <a:spcPts val="150"/>
              </a:spcAft>
              <a:buNone/>
              <a:defRPr sz="600" b="0">
                <a:solidFill>
                  <a:srgbClr val="D9D9D9"/>
                </a:solidFill>
              </a:defRPr>
            </a:lvl2pPr>
            <a:lvl3pPr marL="0" indent="0">
              <a:lnSpc>
                <a:spcPct val="100000"/>
              </a:lnSpc>
              <a:spcBef>
                <a:spcPts val="75"/>
              </a:spcBef>
              <a:spcAft>
                <a:spcPts val="150"/>
              </a:spcAft>
              <a:buNone/>
              <a:defRPr sz="600" b="0">
                <a:solidFill>
                  <a:srgbClr val="D9D9D9"/>
                </a:solidFill>
              </a:defRPr>
            </a:lvl3pPr>
            <a:lvl4pPr marL="0" indent="0">
              <a:lnSpc>
                <a:spcPct val="100000"/>
              </a:lnSpc>
              <a:spcBef>
                <a:spcPts val="75"/>
              </a:spcBef>
              <a:spcAft>
                <a:spcPts val="150"/>
              </a:spcAft>
              <a:buNone/>
              <a:defRPr sz="600" b="0">
                <a:solidFill>
                  <a:srgbClr val="D9D9D9"/>
                </a:solidFill>
              </a:defRPr>
            </a:lvl4pPr>
            <a:lvl5pPr marL="0" indent="0">
              <a:lnSpc>
                <a:spcPct val="100000"/>
              </a:lnSpc>
              <a:spcBef>
                <a:spcPts val="75"/>
              </a:spcBef>
              <a:spcAft>
                <a:spcPts val="150"/>
              </a:spcAft>
              <a:buNone/>
              <a:defRPr sz="600" b="0">
                <a:solidFill>
                  <a:srgbClr val="D9D9D9"/>
                </a:solidFill>
              </a:defRPr>
            </a:lvl5pPr>
          </a:lstStyle>
          <a:p>
            <a:pPr lvl="0"/>
            <a:r>
              <a:rPr lang="en-US"/>
              <a:t>Click to edit Master text styles</a:t>
            </a:r>
          </a:p>
        </p:txBody>
      </p:sp>
      <p:sp>
        <p:nvSpPr>
          <p:cNvPr id="28" name="Text Placeholder 21"/>
          <p:cNvSpPr>
            <a:spLocks noGrp="1"/>
          </p:cNvSpPr>
          <p:nvPr>
            <p:ph type="body" sz="quarter" idx="123"/>
          </p:nvPr>
        </p:nvSpPr>
        <p:spPr>
          <a:xfrm>
            <a:off x="3776824" y="4210050"/>
            <a:ext cx="1584000" cy="288000"/>
          </a:xfrm>
          <a:prstGeom prst="rect">
            <a:avLst/>
          </a:prstGeom>
          <a:solidFill>
            <a:schemeClr val="bg1"/>
          </a:solidFill>
          <a:ln w="9525">
            <a:solidFill>
              <a:srgbClr val="C0C0C0"/>
            </a:solidFill>
          </a:ln>
          <a:effectLst/>
        </p:spPr>
        <p:txBody>
          <a:bodyPr wrap="none" lIns="0" tIns="0" rIns="0" bIns="0">
            <a:noAutofit/>
          </a:bodyPr>
          <a:lstStyle>
            <a:lvl1pPr marL="0" indent="0">
              <a:lnSpc>
                <a:spcPct val="100000"/>
              </a:lnSpc>
              <a:spcBef>
                <a:spcPts val="300"/>
              </a:spcBef>
              <a:buNone/>
              <a:defRPr sz="900" b="1">
                <a:solidFill>
                  <a:srgbClr val="FFFFFF"/>
                </a:solidFill>
              </a:defRPr>
            </a:lvl1pPr>
            <a:lvl2pPr marL="0" indent="0">
              <a:lnSpc>
                <a:spcPct val="100000"/>
              </a:lnSpc>
              <a:spcBef>
                <a:spcPts val="75"/>
              </a:spcBef>
              <a:spcAft>
                <a:spcPts val="150"/>
              </a:spcAft>
              <a:buNone/>
              <a:defRPr sz="600" b="0">
                <a:solidFill>
                  <a:srgbClr val="D9D9D9"/>
                </a:solidFill>
              </a:defRPr>
            </a:lvl2pPr>
            <a:lvl3pPr marL="0" indent="0">
              <a:lnSpc>
                <a:spcPct val="100000"/>
              </a:lnSpc>
              <a:spcBef>
                <a:spcPts val="75"/>
              </a:spcBef>
              <a:spcAft>
                <a:spcPts val="150"/>
              </a:spcAft>
              <a:buNone/>
              <a:defRPr sz="600" b="0">
                <a:solidFill>
                  <a:srgbClr val="D9D9D9"/>
                </a:solidFill>
              </a:defRPr>
            </a:lvl3pPr>
            <a:lvl4pPr marL="0" indent="0">
              <a:lnSpc>
                <a:spcPct val="100000"/>
              </a:lnSpc>
              <a:spcBef>
                <a:spcPts val="75"/>
              </a:spcBef>
              <a:spcAft>
                <a:spcPts val="150"/>
              </a:spcAft>
              <a:buNone/>
              <a:defRPr sz="600" b="0">
                <a:solidFill>
                  <a:srgbClr val="D9D9D9"/>
                </a:solidFill>
              </a:defRPr>
            </a:lvl4pPr>
            <a:lvl5pPr marL="0" indent="0">
              <a:lnSpc>
                <a:spcPct val="100000"/>
              </a:lnSpc>
              <a:spcBef>
                <a:spcPts val="75"/>
              </a:spcBef>
              <a:spcAft>
                <a:spcPts val="150"/>
              </a:spcAft>
              <a:buNone/>
              <a:defRPr sz="600" b="0">
                <a:solidFill>
                  <a:srgbClr val="D9D9D9"/>
                </a:solidFill>
              </a:defRPr>
            </a:lvl5pPr>
          </a:lstStyle>
          <a:p>
            <a:pPr lvl="0"/>
            <a:r>
              <a:rPr lang="en-US"/>
              <a:t>Click to edit Master text styles</a:t>
            </a:r>
          </a:p>
        </p:txBody>
      </p:sp>
      <p:sp>
        <p:nvSpPr>
          <p:cNvPr id="29" name="Text Placeholder 21"/>
          <p:cNvSpPr>
            <a:spLocks noGrp="1"/>
          </p:cNvSpPr>
          <p:nvPr>
            <p:ph type="body" sz="quarter" idx="124"/>
          </p:nvPr>
        </p:nvSpPr>
        <p:spPr>
          <a:xfrm>
            <a:off x="5439811" y="4210050"/>
            <a:ext cx="1584000" cy="288000"/>
          </a:xfrm>
          <a:prstGeom prst="rect">
            <a:avLst/>
          </a:prstGeom>
          <a:solidFill>
            <a:schemeClr val="bg1"/>
          </a:solidFill>
          <a:ln w="9525">
            <a:solidFill>
              <a:srgbClr val="C0C0C0"/>
            </a:solidFill>
          </a:ln>
          <a:effectLst/>
        </p:spPr>
        <p:txBody>
          <a:bodyPr wrap="none" lIns="0" tIns="0" rIns="0" bIns="0">
            <a:noAutofit/>
          </a:bodyPr>
          <a:lstStyle>
            <a:lvl1pPr marL="0" indent="0">
              <a:lnSpc>
                <a:spcPct val="100000"/>
              </a:lnSpc>
              <a:spcBef>
                <a:spcPts val="300"/>
              </a:spcBef>
              <a:buNone/>
              <a:defRPr sz="900" b="1">
                <a:solidFill>
                  <a:srgbClr val="FFFFFF"/>
                </a:solidFill>
              </a:defRPr>
            </a:lvl1pPr>
            <a:lvl2pPr marL="0" indent="0">
              <a:lnSpc>
                <a:spcPct val="100000"/>
              </a:lnSpc>
              <a:spcBef>
                <a:spcPts val="75"/>
              </a:spcBef>
              <a:spcAft>
                <a:spcPts val="150"/>
              </a:spcAft>
              <a:buNone/>
              <a:defRPr sz="600" b="0">
                <a:solidFill>
                  <a:srgbClr val="D9D9D9"/>
                </a:solidFill>
              </a:defRPr>
            </a:lvl2pPr>
            <a:lvl3pPr marL="0" indent="0">
              <a:lnSpc>
                <a:spcPct val="100000"/>
              </a:lnSpc>
              <a:spcBef>
                <a:spcPts val="75"/>
              </a:spcBef>
              <a:spcAft>
                <a:spcPts val="150"/>
              </a:spcAft>
              <a:buNone/>
              <a:defRPr sz="600" b="0">
                <a:solidFill>
                  <a:srgbClr val="D9D9D9"/>
                </a:solidFill>
              </a:defRPr>
            </a:lvl3pPr>
            <a:lvl4pPr marL="0" indent="0">
              <a:lnSpc>
                <a:spcPct val="100000"/>
              </a:lnSpc>
              <a:spcBef>
                <a:spcPts val="75"/>
              </a:spcBef>
              <a:spcAft>
                <a:spcPts val="150"/>
              </a:spcAft>
              <a:buNone/>
              <a:defRPr sz="600" b="0">
                <a:solidFill>
                  <a:srgbClr val="D9D9D9"/>
                </a:solidFill>
              </a:defRPr>
            </a:lvl4pPr>
            <a:lvl5pPr marL="0" indent="0">
              <a:lnSpc>
                <a:spcPct val="100000"/>
              </a:lnSpc>
              <a:spcBef>
                <a:spcPts val="75"/>
              </a:spcBef>
              <a:spcAft>
                <a:spcPts val="150"/>
              </a:spcAft>
              <a:buNone/>
              <a:defRPr sz="600" b="0">
                <a:solidFill>
                  <a:srgbClr val="D9D9D9"/>
                </a:solidFill>
              </a:defRPr>
            </a:lvl5pPr>
          </a:lstStyle>
          <a:p>
            <a:pPr lvl="0"/>
            <a:r>
              <a:rPr lang="en-US"/>
              <a:t>Click to edit Master text styles</a:t>
            </a:r>
          </a:p>
        </p:txBody>
      </p:sp>
      <p:sp>
        <p:nvSpPr>
          <p:cNvPr id="30" name="Text Placeholder 21"/>
          <p:cNvSpPr>
            <a:spLocks noGrp="1"/>
          </p:cNvSpPr>
          <p:nvPr>
            <p:ph type="body" sz="quarter" idx="125"/>
          </p:nvPr>
        </p:nvSpPr>
        <p:spPr>
          <a:xfrm>
            <a:off x="7102800" y="4210050"/>
            <a:ext cx="1584000" cy="288000"/>
          </a:xfrm>
          <a:prstGeom prst="rect">
            <a:avLst/>
          </a:prstGeom>
          <a:solidFill>
            <a:schemeClr val="bg1"/>
          </a:solidFill>
          <a:ln w="9525">
            <a:solidFill>
              <a:srgbClr val="C0C0C0"/>
            </a:solidFill>
          </a:ln>
          <a:effectLst/>
        </p:spPr>
        <p:txBody>
          <a:bodyPr wrap="none" lIns="0" tIns="0" rIns="0" bIns="0">
            <a:noAutofit/>
          </a:bodyPr>
          <a:lstStyle>
            <a:lvl1pPr marL="0" indent="0">
              <a:lnSpc>
                <a:spcPct val="100000"/>
              </a:lnSpc>
              <a:spcBef>
                <a:spcPts val="300"/>
              </a:spcBef>
              <a:buNone/>
              <a:defRPr sz="900" b="1">
                <a:solidFill>
                  <a:srgbClr val="FFFFFF"/>
                </a:solidFill>
              </a:defRPr>
            </a:lvl1pPr>
            <a:lvl2pPr marL="0" indent="0">
              <a:lnSpc>
                <a:spcPct val="100000"/>
              </a:lnSpc>
              <a:spcBef>
                <a:spcPts val="75"/>
              </a:spcBef>
              <a:spcAft>
                <a:spcPts val="150"/>
              </a:spcAft>
              <a:buNone/>
              <a:defRPr sz="600" b="0">
                <a:solidFill>
                  <a:srgbClr val="D9D9D9"/>
                </a:solidFill>
              </a:defRPr>
            </a:lvl2pPr>
            <a:lvl3pPr marL="0" indent="0">
              <a:lnSpc>
                <a:spcPct val="100000"/>
              </a:lnSpc>
              <a:spcBef>
                <a:spcPts val="75"/>
              </a:spcBef>
              <a:spcAft>
                <a:spcPts val="150"/>
              </a:spcAft>
              <a:buNone/>
              <a:defRPr sz="600" b="0">
                <a:solidFill>
                  <a:srgbClr val="D9D9D9"/>
                </a:solidFill>
              </a:defRPr>
            </a:lvl3pPr>
            <a:lvl4pPr marL="0" indent="0">
              <a:lnSpc>
                <a:spcPct val="100000"/>
              </a:lnSpc>
              <a:spcBef>
                <a:spcPts val="75"/>
              </a:spcBef>
              <a:spcAft>
                <a:spcPts val="150"/>
              </a:spcAft>
              <a:buNone/>
              <a:defRPr sz="600" b="0">
                <a:solidFill>
                  <a:srgbClr val="D9D9D9"/>
                </a:solidFill>
              </a:defRPr>
            </a:lvl4pPr>
            <a:lvl5pPr marL="0" indent="0">
              <a:lnSpc>
                <a:spcPct val="100000"/>
              </a:lnSpc>
              <a:spcBef>
                <a:spcPts val="75"/>
              </a:spcBef>
              <a:spcAft>
                <a:spcPts val="150"/>
              </a:spcAft>
              <a:buNone/>
              <a:defRPr sz="600" b="0">
                <a:solidFill>
                  <a:srgbClr val="D9D9D9"/>
                </a:solidFill>
              </a:defRPr>
            </a:lvl5pPr>
          </a:lstStyle>
          <a:p>
            <a:pPr lvl="0"/>
            <a:r>
              <a:rPr lang="en-US"/>
              <a:t>Click to edit Master text styles</a:t>
            </a:r>
          </a:p>
        </p:txBody>
      </p:sp>
      <p:sp>
        <p:nvSpPr>
          <p:cNvPr id="31" name="Text Placeholder 21"/>
          <p:cNvSpPr>
            <a:spLocks noGrp="1"/>
          </p:cNvSpPr>
          <p:nvPr>
            <p:ph type="body" sz="quarter" idx="126"/>
          </p:nvPr>
        </p:nvSpPr>
        <p:spPr>
          <a:xfrm>
            <a:off x="450850" y="5919125"/>
            <a:ext cx="1584000" cy="288000"/>
          </a:xfrm>
          <a:prstGeom prst="rect">
            <a:avLst/>
          </a:prstGeom>
          <a:solidFill>
            <a:schemeClr val="bg1"/>
          </a:solidFill>
          <a:ln w="9525">
            <a:solidFill>
              <a:srgbClr val="C0C0C0"/>
            </a:solidFill>
          </a:ln>
          <a:effectLst/>
        </p:spPr>
        <p:txBody>
          <a:bodyPr wrap="none" lIns="0" tIns="0" rIns="0" bIns="0">
            <a:noAutofit/>
          </a:bodyPr>
          <a:lstStyle>
            <a:lvl1pPr marL="0" indent="0">
              <a:lnSpc>
                <a:spcPct val="100000"/>
              </a:lnSpc>
              <a:spcBef>
                <a:spcPts val="300"/>
              </a:spcBef>
              <a:buNone/>
              <a:defRPr sz="900" b="1">
                <a:solidFill>
                  <a:srgbClr val="FFFFFF"/>
                </a:solidFill>
              </a:defRPr>
            </a:lvl1pPr>
            <a:lvl2pPr marL="0" indent="0">
              <a:lnSpc>
                <a:spcPct val="100000"/>
              </a:lnSpc>
              <a:spcBef>
                <a:spcPts val="75"/>
              </a:spcBef>
              <a:spcAft>
                <a:spcPts val="150"/>
              </a:spcAft>
              <a:buNone/>
              <a:defRPr sz="600" b="0">
                <a:solidFill>
                  <a:srgbClr val="D9D9D9"/>
                </a:solidFill>
              </a:defRPr>
            </a:lvl2pPr>
            <a:lvl3pPr marL="0" indent="0">
              <a:lnSpc>
                <a:spcPct val="100000"/>
              </a:lnSpc>
              <a:spcBef>
                <a:spcPts val="75"/>
              </a:spcBef>
              <a:spcAft>
                <a:spcPts val="150"/>
              </a:spcAft>
              <a:buNone/>
              <a:defRPr sz="600" b="0">
                <a:solidFill>
                  <a:srgbClr val="D9D9D9"/>
                </a:solidFill>
              </a:defRPr>
            </a:lvl3pPr>
            <a:lvl4pPr marL="0" indent="0">
              <a:lnSpc>
                <a:spcPct val="100000"/>
              </a:lnSpc>
              <a:spcBef>
                <a:spcPts val="75"/>
              </a:spcBef>
              <a:spcAft>
                <a:spcPts val="150"/>
              </a:spcAft>
              <a:buNone/>
              <a:defRPr sz="600" b="0">
                <a:solidFill>
                  <a:srgbClr val="D9D9D9"/>
                </a:solidFill>
              </a:defRPr>
            </a:lvl4pPr>
            <a:lvl5pPr marL="0" indent="0">
              <a:lnSpc>
                <a:spcPct val="100000"/>
              </a:lnSpc>
              <a:spcBef>
                <a:spcPts val="75"/>
              </a:spcBef>
              <a:spcAft>
                <a:spcPts val="150"/>
              </a:spcAft>
              <a:buNone/>
              <a:defRPr sz="600" b="0">
                <a:solidFill>
                  <a:srgbClr val="D9D9D9"/>
                </a:solidFill>
              </a:defRPr>
            </a:lvl5pPr>
          </a:lstStyle>
          <a:p>
            <a:pPr lvl="0"/>
            <a:r>
              <a:rPr lang="en-US"/>
              <a:t>Click to edit Master text styles</a:t>
            </a:r>
          </a:p>
        </p:txBody>
      </p:sp>
      <p:sp>
        <p:nvSpPr>
          <p:cNvPr id="32" name="Text Placeholder 21"/>
          <p:cNvSpPr>
            <a:spLocks noGrp="1"/>
          </p:cNvSpPr>
          <p:nvPr>
            <p:ph type="body" sz="quarter" idx="127"/>
          </p:nvPr>
        </p:nvSpPr>
        <p:spPr>
          <a:xfrm>
            <a:off x="2113837" y="5919125"/>
            <a:ext cx="1584000" cy="288000"/>
          </a:xfrm>
          <a:prstGeom prst="rect">
            <a:avLst/>
          </a:prstGeom>
          <a:solidFill>
            <a:schemeClr val="bg1"/>
          </a:solidFill>
          <a:ln w="9525">
            <a:solidFill>
              <a:srgbClr val="C0C0C0"/>
            </a:solidFill>
          </a:ln>
          <a:effectLst/>
        </p:spPr>
        <p:txBody>
          <a:bodyPr wrap="none" lIns="0" tIns="0" rIns="0" bIns="0">
            <a:noAutofit/>
          </a:bodyPr>
          <a:lstStyle>
            <a:lvl1pPr marL="0" indent="0">
              <a:lnSpc>
                <a:spcPct val="100000"/>
              </a:lnSpc>
              <a:spcBef>
                <a:spcPts val="300"/>
              </a:spcBef>
              <a:buNone/>
              <a:defRPr sz="900" b="1">
                <a:solidFill>
                  <a:srgbClr val="FFFFFF"/>
                </a:solidFill>
              </a:defRPr>
            </a:lvl1pPr>
            <a:lvl2pPr marL="0" indent="0">
              <a:lnSpc>
                <a:spcPct val="100000"/>
              </a:lnSpc>
              <a:spcBef>
                <a:spcPts val="75"/>
              </a:spcBef>
              <a:spcAft>
                <a:spcPts val="150"/>
              </a:spcAft>
              <a:buNone/>
              <a:defRPr sz="600" b="0">
                <a:solidFill>
                  <a:srgbClr val="D9D9D9"/>
                </a:solidFill>
              </a:defRPr>
            </a:lvl2pPr>
            <a:lvl3pPr marL="0" indent="0">
              <a:lnSpc>
                <a:spcPct val="100000"/>
              </a:lnSpc>
              <a:spcBef>
                <a:spcPts val="75"/>
              </a:spcBef>
              <a:spcAft>
                <a:spcPts val="150"/>
              </a:spcAft>
              <a:buNone/>
              <a:defRPr sz="600" b="0">
                <a:solidFill>
                  <a:srgbClr val="D9D9D9"/>
                </a:solidFill>
              </a:defRPr>
            </a:lvl3pPr>
            <a:lvl4pPr marL="0" indent="0">
              <a:lnSpc>
                <a:spcPct val="100000"/>
              </a:lnSpc>
              <a:spcBef>
                <a:spcPts val="75"/>
              </a:spcBef>
              <a:spcAft>
                <a:spcPts val="150"/>
              </a:spcAft>
              <a:buNone/>
              <a:defRPr sz="600" b="0">
                <a:solidFill>
                  <a:srgbClr val="D9D9D9"/>
                </a:solidFill>
              </a:defRPr>
            </a:lvl4pPr>
            <a:lvl5pPr marL="0" indent="0">
              <a:lnSpc>
                <a:spcPct val="100000"/>
              </a:lnSpc>
              <a:spcBef>
                <a:spcPts val="75"/>
              </a:spcBef>
              <a:spcAft>
                <a:spcPts val="150"/>
              </a:spcAft>
              <a:buNone/>
              <a:defRPr sz="600" b="0">
                <a:solidFill>
                  <a:srgbClr val="D9D9D9"/>
                </a:solidFill>
              </a:defRPr>
            </a:lvl5pPr>
          </a:lstStyle>
          <a:p>
            <a:pPr lvl="0"/>
            <a:r>
              <a:rPr lang="en-US"/>
              <a:t>Click to edit Master text styles</a:t>
            </a:r>
          </a:p>
        </p:txBody>
      </p:sp>
      <p:sp>
        <p:nvSpPr>
          <p:cNvPr id="33" name="Text Placeholder 21"/>
          <p:cNvSpPr>
            <a:spLocks noGrp="1"/>
          </p:cNvSpPr>
          <p:nvPr>
            <p:ph type="body" sz="quarter" idx="128"/>
          </p:nvPr>
        </p:nvSpPr>
        <p:spPr>
          <a:xfrm>
            <a:off x="3776824" y="5919125"/>
            <a:ext cx="1584000" cy="288000"/>
          </a:xfrm>
          <a:prstGeom prst="rect">
            <a:avLst/>
          </a:prstGeom>
          <a:solidFill>
            <a:schemeClr val="bg1"/>
          </a:solidFill>
          <a:ln w="9525">
            <a:solidFill>
              <a:srgbClr val="C0C0C0"/>
            </a:solidFill>
          </a:ln>
          <a:effectLst/>
        </p:spPr>
        <p:txBody>
          <a:bodyPr wrap="none" lIns="0" tIns="0" rIns="0" bIns="0">
            <a:noAutofit/>
          </a:bodyPr>
          <a:lstStyle>
            <a:lvl1pPr marL="0" indent="0">
              <a:lnSpc>
                <a:spcPct val="100000"/>
              </a:lnSpc>
              <a:spcBef>
                <a:spcPts val="300"/>
              </a:spcBef>
              <a:buNone/>
              <a:defRPr sz="900" b="1">
                <a:solidFill>
                  <a:srgbClr val="FFFFFF"/>
                </a:solidFill>
              </a:defRPr>
            </a:lvl1pPr>
            <a:lvl2pPr marL="0" indent="0">
              <a:lnSpc>
                <a:spcPct val="100000"/>
              </a:lnSpc>
              <a:spcBef>
                <a:spcPts val="75"/>
              </a:spcBef>
              <a:spcAft>
                <a:spcPts val="150"/>
              </a:spcAft>
              <a:buNone/>
              <a:defRPr sz="600" b="0">
                <a:solidFill>
                  <a:srgbClr val="D9D9D9"/>
                </a:solidFill>
              </a:defRPr>
            </a:lvl2pPr>
            <a:lvl3pPr marL="0" indent="0">
              <a:lnSpc>
                <a:spcPct val="100000"/>
              </a:lnSpc>
              <a:spcBef>
                <a:spcPts val="75"/>
              </a:spcBef>
              <a:spcAft>
                <a:spcPts val="150"/>
              </a:spcAft>
              <a:buNone/>
              <a:defRPr sz="600" b="0">
                <a:solidFill>
                  <a:srgbClr val="D9D9D9"/>
                </a:solidFill>
              </a:defRPr>
            </a:lvl3pPr>
            <a:lvl4pPr marL="0" indent="0">
              <a:lnSpc>
                <a:spcPct val="100000"/>
              </a:lnSpc>
              <a:spcBef>
                <a:spcPts val="75"/>
              </a:spcBef>
              <a:spcAft>
                <a:spcPts val="150"/>
              </a:spcAft>
              <a:buNone/>
              <a:defRPr sz="600" b="0">
                <a:solidFill>
                  <a:srgbClr val="D9D9D9"/>
                </a:solidFill>
              </a:defRPr>
            </a:lvl4pPr>
            <a:lvl5pPr marL="0" indent="0">
              <a:lnSpc>
                <a:spcPct val="100000"/>
              </a:lnSpc>
              <a:spcBef>
                <a:spcPts val="75"/>
              </a:spcBef>
              <a:spcAft>
                <a:spcPts val="150"/>
              </a:spcAft>
              <a:buNone/>
              <a:defRPr sz="600" b="0">
                <a:solidFill>
                  <a:srgbClr val="D9D9D9"/>
                </a:solidFill>
              </a:defRPr>
            </a:lvl5pPr>
          </a:lstStyle>
          <a:p>
            <a:pPr lvl="0"/>
            <a:r>
              <a:rPr lang="en-US"/>
              <a:t>Click to edit Master text styles</a:t>
            </a:r>
          </a:p>
        </p:txBody>
      </p:sp>
      <p:sp>
        <p:nvSpPr>
          <p:cNvPr id="34" name="Text Placeholder 21"/>
          <p:cNvSpPr>
            <a:spLocks noGrp="1"/>
          </p:cNvSpPr>
          <p:nvPr>
            <p:ph type="body" sz="quarter" idx="129"/>
          </p:nvPr>
        </p:nvSpPr>
        <p:spPr>
          <a:xfrm>
            <a:off x="5439811" y="5919125"/>
            <a:ext cx="1584000" cy="288000"/>
          </a:xfrm>
          <a:prstGeom prst="rect">
            <a:avLst/>
          </a:prstGeom>
          <a:solidFill>
            <a:schemeClr val="bg1"/>
          </a:solidFill>
          <a:ln w="9525">
            <a:solidFill>
              <a:srgbClr val="C0C0C0"/>
            </a:solidFill>
          </a:ln>
          <a:effectLst/>
        </p:spPr>
        <p:txBody>
          <a:bodyPr wrap="none" lIns="0" tIns="0" rIns="0" bIns="0">
            <a:noAutofit/>
          </a:bodyPr>
          <a:lstStyle>
            <a:lvl1pPr marL="0" indent="0">
              <a:lnSpc>
                <a:spcPct val="100000"/>
              </a:lnSpc>
              <a:spcBef>
                <a:spcPts val="300"/>
              </a:spcBef>
              <a:buNone/>
              <a:defRPr sz="900" b="1">
                <a:solidFill>
                  <a:srgbClr val="FFFFFF"/>
                </a:solidFill>
              </a:defRPr>
            </a:lvl1pPr>
            <a:lvl2pPr marL="0" indent="0">
              <a:lnSpc>
                <a:spcPct val="100000"/>
              </a:lnSpc>
              <a:spcBef>
                <a:spcPts val="75"/>
              </a:spcBef>
              <a:spcAft>
                <a:spcPts val="150"/>
              </a:spcAft>
              <a:buNone/>
              <a:defRPr sz="600" b="0">
                <a:solidFill>
                  <a:srgbClr val="D9D9D9"/>
                </a:solidFill>
              </a:defRPr>
            </a:lvl2pPr>
            <a:lvl3pPr marL="0" indent="0">
              <a:lnSpc>
                <a:spcPct val="100000"/>
              </a:lnSpc>
              <a:spcBef>
                <a:spcPts val="75"/>
              </a:spcBef>
              <a:spcAft>
                <a:spcPts val="150"/>
              </a:spcAft>
              <a:buNone/>
              <a:defRPr sz="600" b="0">
                <a:solidFill>
                  <a:srgbClr val="D9D9D9"/>
                </a:solidFill>
              </a:defRPr>
            </a:lvl3pPr>
            <a:lvl4pPr marL="0" indent="0">
              <a:lnSpc>
                <a:spcPct val="100000"/>
              </a:lnSpc>
              <a:spcBef>
                <a:spcPts val="75"/>
              </a:spcBef>
              <a:spcAft>
                <a:spcPts val="150"/>
              </a:spcAft>
              <a:buNone/>
              <a:defRPr sz="600" b="0">
                <a:solidFill>
                  <a:srgbClr val="D9D9D9"/>
                </a:solidFill>
              </a:defRPr>
            </a:lvl4pPr>
            <a:lvl5pPr marL="0" indent="0">
              <a:lnSpc>
                <a:spcPct val="100000"/>
              </a:lnSpc>
              <a:spcBef>
                <a:spcPts val="75"/>
              </a:spcBef>
              <a:spcAft>
                <a:spcPts val="150"/>
              </a:spcAft>
              <a:buNone/>
              <a:defRPr sz="600" b="0">
                <a:solidFill>
                  <a:srgbClr val="D9D9D9"/>
                </a:solidFill>
              </a:defRPr>
            </a:lvl5pPr>
          </a:lstStyle>
          <a:p>
            <a:pPr lvl="0"/>
            <a:r>
              <a:rPr lang="en-US"/>
              <a:t>Click to edit Master text styles</a:t>
            </a:r>
          </a:p>
        </p:txBody>
      </p:sp>
      <p:sp>
        <p:nvSpPr>
          <p:cNvPr id="35" name="Text Placeholder 21"/>
          <p:cNvSpPr>
            <a:spLocks noGrp="1"/>
          </p:cNvSpPr>
          <p:nvPr>
            <p:ph type="body" sz="quarter" idx="130"/>
          </p:nvPr>
        </p:nvSpPr>
        <p:spPr>
          <a:xfrm>
            <a:off x="7102800" y="5919125"/>
            <a:ext cx="1584000" cy="288000"/>
          </a:xfrm>
          <a:prstGeom prst="rect">
            <a:avLst/>
          </a:prstGeom>
          <a:solidFill>
            <a:schemeClr val="bg1"/>
          </a:solidFill>
          <a:ln w="9525">
            <a:solidFill>
              <a:srgbClr val="C0C0C0"/>
            </a:solidFill>
          </a:ln>
          <a:effectLst/>
        </p:spPr>
        <p:txBody>
          <a:bodyPr wrap="none" lIns="0" tIns="0" rIns="0" bIns="0">
            <a:noAutofit/>
          </a:bodyPr>
          <a:lstStyle>
            <a:lvl1pPr marL="0" indent="0">
              <a:lnSpc>
                <a:spcPct val="100000"/>
              </a:lnSpc>
              <a:spcBef>
                <a:spcPts val="300"/>
              </a:spcBef>
              <a:buNone/>
              <a:defRPr sz="900" b="1">
                <a:solidFill>
                  <a:srgbClr val="FFFFFF"/>
                </a:solidFill>
              </a:defRPr>
            </a:lvl1pPr>
            <a:lvl2pPr marL="0" indent="0">
              <a:lnSpc>
                <a:spcPct val="100000"/>
              </a:lnSpc>
              <a:spcBef>
                <a:spcPts val="75"/>
              </a:spcBef>
              <a:spcAft>
                <a:spcPts val="150"/>
              </a:spcAft>
              <a:buNone/>
              <a:defRPr sz="600" b="0">
                <a:solidFill>
                  <a:srgbClr val="D9D9D9"/>
                </a:solidFill>
              </a:defRPr>
            </a:lvl2pPr>
            <a:lvl3pPr marL="0" indent="0">
              <a:lnSpc>
                <a:spcPct val="100000"/>
              </a:lnSpc>
              <a:spcBef>
                <a:spcPts val="75"/>
              </a:spcBef>
              <a:spcAft>
                <a:spcPts val="150"/>
              </a:spcAft>
              <a:buNone/>
              <a:defRPr sz="600" b="0">
                <a:solidFill>
                  <a:srgbClr val="D9D9D9"/>
                </a:solidFill>
              </a:defRPr>
            </a:lvl3pPr>
            <a:lvl4pPr marL="0" indent="0">
              <a:lnSpc>
                <a:spcPct val="100000"/>
              </a:lnSpc>
              <a:spcBef>
                <a:spcPts val="75"/>
              </a:spcBef>
              <a:spcAft>
                <a:spcPts val="150"/>
              </a:spcAft>
              <a:buNone/>
              <a:defRPr sz="600" b="0">
                <a:solidFill>
                  <a:srgbClr val="D9D9D9"/>
                </a:solidFill>
              </a:defRPr>
            </a:lvl4pPr>
            <a:lvl5pPr marL="0" indent="0">
              <a:lnSpc>
                <a:spcPct val="100000"/>
              </a:lnSpc>
              <a:spcBef>
                <a:spcPts val="75"/>
              </a:spcBef>
              <a:spcAft>
                <a:spcPts val="150"/>
              </a:spcAft>
              <a:buNone/>
              <a:defRPr sz="600" b="0">
                <a:solidFill>
                  <a:srgbClr val="D9D9D9"/>
                </a:solidFill>
              </a:defRPr>
            </a:lvl5pPr>
          </a:lstStyle>
          <a:p>
            <a:pPr lvl="0"/>
            <a:r>
              <a:rPr lang="en-US"/>
              <a:t>Click to edit Master text styles</a:t>
            </a:r>
          </a:p>
        </p:txBody>
      </p:sp>
      <p:sp>
        <p:nvSpPr>
          <p:cNvPr id="37" name="Rectangle 2"/>
          <p:cNvSpPr>
            <a:spLocks noGrp="1" noChangeArrowheads="1"/>
          </p:cNvSpPr>
          <p:nvPr>
            <p:ph type="title"/>
          </p:nvPr>
        </p:nvSpPr>
        <p:spPr bwMode="gray">
          <a:xfrm>
            <a:off x="447676" y="2"/>
            <a:ext cx="8239125" cy="898525"/>
          </a:xfrm>
          <a:prstGeom prst="rect">
            <a:avLst/>
          </a:prstGeom>
          <a:noFill/>
          <a:ln w="9525">
            <a:noFill/>
            <a:miter lim="800000"/>
            <a:headEnd/>
            <a:tailEnd/>
          </a:ln>
        </p:spPr>
        <p:txBody>
          <a:bodyPr vert="horz" wrap="square" lIns="0" tIns="0" rIns="0" bIns="0" numCol="1" anchor="b" anchorCtr="0" compatLnSpc="1">
            <a:prstTxWarp prst="textNoShape">
              <a:avLst/>
            </a:prstTxWarp>
          </a:bodyPr>
          <a:lstStyle>
            <a:lvl1pPr algn="l">
              <a:defRPr sz="1650"/>
            </a:lvl1pPr>
          </a:lstStyle>
          <a:p>
            <a:pPr lvl="0"/>
            <a:r>
              <a:rPr lang="en-US"/>
              <a:t>Click to edit Master title style</a:t>
            </a:r>
            <a:endParaRPr lang="en-US" dirty="0"/>
          </a:p>
        </p:txBody>
      </p:sp>
      <p:sp>
        <p:nvSpPr>
          <p:cNvPr id="36" name="Slide Number Placeholder 9"/>
          <p:cNvSpPr>
            <a:spLocks noGrp="1"/>
          </p:cNvSpPr>
          <p:nvPr>
            <p:ph type="sldNum" sz="quarter" idx="131"/>
          </p:nvPr>
        </p:nvSpPr>
        <p:spPr/>
        <p:txBody>
          <a:bodyPr/>
          <a:lstStyle>
            <a:lvl1pPr>
              <a:defRPr/>
            </a:lvl1pPr>
          </a:lstStyle>
          <a:p>
            <a:fld id="{465CD288-24B3-4B48-8EA0-67784588A8A0}" type="slidenum">
              <a:rPr lang="en-US" altLang="en-US"/>
              <a:pPr/>
              <a:t>‹#›</a:t>
            </a:fld>
            <a:endParaRPr lang="en-US" altLang="en-US"/>
          </a:p>
        </p:txBody>
      </p:sp>
      <p:sp>
        <p:nvSpPr>
          <p:cNvPr id="38" name="Footer Placeholder 12"/>
          <p:cNvSpPr>
            <a:spLocks noGrp="1"/>
          </p:cNvSpPr>
          <p:nvPr>
            <p:ph type="ftr" sz="quarter" idx="132"/>
          </p:nvPr>
        </p:nvSpPr>
        <p:spPr/>
        <p:txBody>
          <a:bodyPr/>
          <a:lstStyle>
            <a:lvl1pPr>
              <a:defRPr/>
            </a:lvl1pPr>
          </a:lstStyle>
          <a:p>
            <a:pPr>
              <a:defRPr/>
            </a:pPr>
            <a:r>
              <a:rPr lang="en-US"/>
              <a:t>Ethical Debates, Econ Theories, Real-World Impacts</a:t>
            </a:r>
          </a:p>
        </p:txBody>
      </p:sp>
    </p:spTree>
  </p:cSld>
  <p:clrMapOvr>
    <a:masterClrMapping/>
  </p:clrMapOvr>
</p:sldLayout>
</file>

<file path=ppt/slideLayouts/slideLayout53.xml><?xml version="1.0" encoding="utf-8"?>
<p:sldLayout xmlns:a="http://schemas.openxmlformats.org/drawingml/2006/main" xmlns:r="http://schemas.openxmlformats.org/officeDocument/2006/relationships" xmlns:p="http://schemas.openxmlformats.org/presentationml/2006/main" preserve="1" userDrawn="1">
  <p:cSld name="Tombstone - AWARDS V3">
    <p:spTree>
      <p:nvGrpSpPr>
        <p:cNvPr id="1" name=""/>
        <p:cNvGrpSpPr/>
        <p:nvPr/>
      </p:nvGrpSpPr>
      <p:grpSpPr>
        <a:xfrm>
          <a:off x="0" y="0"/>
          <a:ext cx="0" cy="0"/>
          <a:chOff x="0" y="0"/>
          <a:chExt cx="0" cy="0"/>
        </a:xfrm>
      </p:grpSpPr>
      <p:sp>
        <p:nvSpPr>
          <p:cNvPr id="6" name="Text Placeholder 21"/>
          <p:cNvSpPr>
            <a:spLocks noGrp="1"/>
          </p:cNvSpPr>
          <p:nvPr>
            <p:ph type="body" sz="quarter" idx="106"/>
          </p:nvPr>
        </p:nvSpPr>
        <p:spPr>
          <a:xfrm>
            <a:off x="450850" y="2914650"/>
            <a:ext cx="1584000" cy="1216152"/>
          </a:xfrm>
          <a:prstGeom prst="rect">
            <a:avLst/>
          </a:prstGeom>
          <a:solidFill>
            <a:srgbClr val="FFFFFF"/>
          </a:solidFill>
          <a:ln w="9525">
            <a:solidFill>
              <a:srgbClr val="C0C0C0"/>
            </a:solidFill>
          </a:ln>
          <a:effectLst/>
        </p:spPr>
        <p:txBody>
          <a:bodyPr lIns="91440" tIns="93600" rIns="91440" bIns="504000">
            <a:noAutofit/>
          </a:bodyPr>
          <a:lstStyle>
            <a:lvl1pPr marL="0" indent="0">
              <a:lnSpc>
                <a:spcPct val="100000"/>
              </a:lnSpc>
              <a:spcBef>
                <a:spcPts val="225"/>
              </a:spcBef>
              <a:buNone/>
              <a:defRPr sz="600" b="1"/>
            </a:lvl1pPr>
            <a:lvl2pPr marL="0" indent="0">
              <a:lnSpc>
                <a:spcPct val="100000"/>
              </a:lnSpc>
              <a:spcBef>
                <a:spcPts val="0"/>
              </a:spcBef>
              <a:buNone/>
              <a:defRPr sz="525" b="0">
                <a:solidFill>
                  <a:srgbClr val="808080"/>
                </a:solidFill>
              </a:defRPr>
            </a:lvl2pPr>
            <a:lvl3pPr marL="0" indent="0">
              <a:lnSpc>
                <a:spcPct val="100000"/>
              </a:lnSpc>
              <a:spcBef>
                <a:spcPts val="0"/>
              </a:spcBef>
              <a:buNone/>
              <a:defRPr sz="525" b="0">
                <a:solidFill>
                  <a:srgbClr val="808080"/>
                </a:solidFill>
              </a:defRPr>
            </a:lvl3pPr>
            <a:lvl4pPr marL="0" indent="0">
              <a:lnSpc>
                <a:spcPct val="100000"/>
              </a:lnSpc>
              <a:spcBef>
                <a:spcPts val="0"/>
              </a:spcBef>
              <a:buNone/>
              <a:defRPr sz="525" b="0">
                <a:solidFill>
                  <a:srgbClr val="808080"/>
                </a:solidFill>
              </a:defRPr>
            </a:lvl4pPr>
            <a:lvl5pPr marL="0" indent="0">
              <a:lnSpc>
                <a:spcPct val="100000"/>
              </a:lnSpc>
              <a:spcBef>
                <a:spcPts val="0"/>
              </a:spcBef>
              <a:buNone/>
              <a:defRPr sz="525" b="0">
                <a:solidFill>
                  <a:srgbClr val="808080"/>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Text Placeholder 21"/>
          <p:cNvSpPr>
            <a:spLocks noGrp="1"/>
          </p:cNvSpPr>
          <p:nvPr>
            <p:ph type="body" sz="quarter" idx="107"/>
          </p:nvPr>
        </p:nvSpPr>
        <p:spPr>
          <a:xfrm>
            <a:off x="450850" y="4626864"/>
            <a:ext cx="1584000" cy="1216152"/>
          </a:xfrm>
          <a:prstGeom prst="rect">
            <a:avLst/>
          </a:prstGeom>
          <a:solidFill>
            <a:srgbClr val="FFFFFF"/>
          </a:solidFill>
          <a:ln w="9525">
            <a:solidFill>
              <a:srgbClr val="C0C0C0"/>
            </a:solidFill>
          </a:ln>
          <a:effectLst/>
        </p:spPr>
        <p:txBody>
          <a:bodyPr lIns="91440" tIns="93600" rIns="91440" bIns="504000">
            <a:noAutofit/>
          </a:bodyPr>
          <a:lstStyle>
            <a:lvl1pPr marL="0" indent="0">
              <a:lnSpc>
                <a:spcPct val="100000"/>
              </a:lnSpc>
              <a:spcBef>
                <a:spcPts val="225"/>
              </a:spcBef>
              <a:buNone/>
              <a:defRPr sz="600" b="1"/>
            </a:lvl1pPr>
            <a:lvl2pPr marL="0" indent="0">
              <a:lnSpc>
                <a:spcPct val="100000"/>
              </a:lnSpc>
              <a:spcBef>
                <a:spcPts val="0"/>
              </a:spcBef>
              <a:buNone/>
              <a:defRPr sz="525" b="0">
                <a:solidFill>
                  <a:srgbClr val="808080"/>
                </a:solidFill>
              </a:defRPr>
            </a:lvl2pPr>
            <a:lvl3pPr marL="0" indent="0">
              <a:lnSpc>
                <a:spcPct val="100000"/>
              </a:lnSpc>
              <a:spcBef>
                <a:spcPts val="0"/>
              </a:spcBef>
              <a:buNone/>
              <a:defRPr sz="525" b="0">
                <a:solidFill>
                  <a:srgbClr val="808080"/>
                </a:solidFill>
              </a:defRPr>
            </a:lvl3pPr>
            <a:lvl4pPr marL="0" indent="0">
              <a:lnSpc>
                <a:spcPct val="100000"/>
              </a:lnSpc>
              <a:spcBef>
                <a:spcPts val="0"/>
              </a:spcBef>
              <a:buNone/>
              <a:defRPr sz="525" b="0">
                <a:solidFill>
                  <a:srgbClr val="808080"/>
                </a:solidFill>
              </a:defRPr>
            </a:lvl4pPr>
            <a:lvl5pPr marL="0" indent="0">
              <a:lnSpc>
                <a:spcPct val="100000"/>
              </a:lnSpc>
              <a:spcBef>
                <a:spcPts val="0"/>
              </a:spcBef>
              <a:buNone/>
              <a:defRPr sz="525" b="0">
                <a:solidFill>
                  <a:srgbClr val="808080"/>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8" name="Text Placeholder 21"/>
          <p:cNvSpPr>
            <a:spLocks noGrp="1"/>
          </p:cNvSpPr>
          <p:nvPr>
            <p:ph type="body" sz="quarter" idx="101"/>
          </p:nvPr>
        </p:nvSpPr>
        <p:spPr>
          <a:xfrm>
            <a:off x="450850" y="1219200"/>
            <a:ext cx="1584000" cy="1216152"/>
          </a:xfrm>
          <a:prstGeom prst="rect">
            <a:avLst/>
          </a:prstGeom>
          <a:solidFill>
            <a:srgbClr val="FFFFFF"/>
          </a:solidFill>
          <a:ln w="9525">
            <a:solidFill>
              <a:srgbClr val="C0C0C0"/>
            </a:solidFill>
          </a:ln>
          <a:effectLst/>
        </p:spPr>
        <p:txBody>
          <a:bodyPr lIns="91440" tIns="93600" rIns="91440" bIns="504000">
            <a:noAutofit/>
          </a:bodyPr>
          <a:lstStyle>
            <a:lvl1pPr marL="0" indent="0">
              <a:lnSpc>
                <a:spcPct val="100000"/>
              </a:lnSpc>
              <a:spcBef>
                <a:spcPts val="225"/>
              </a:spcBef>
              <a:buNone/>
              <a:defRPr sz="600" b="1"/>
            </a:lvl1pPr>
            <a:lvl2pPr marL="0" indent="0" algn="l" defTabSz="685800" rtl="0" eaLnBrk="1" latinLnBrk="0" hangingPunct="1">
              <a:lnSpc>
                <a:spcPct val="100000"/>
              </a:lnSpc>
              <a:spcBef>
                <a:spcPts val="0"/>
              </a:spcBef>
              <a:buClr>
                <a:srgbClr val="9E3039"/>
              </a:buClr>
              <a:buFont typeface="Arial" pitchFamily="34" charset="0"/>
              <a:buNone/>
              <a:defRPr kumimoji="0" lang="en-US" sz="525" b="0" i="0" u="none" strike="noStrike" kern="1200" cap="none" spc="0" normalizeH="0" baseline="0" noProof="0" dirty="0" smtClean="0">
                <a:ln>
                  <a:noFill/>
                </a:ln>
                <a:solidFill>
                  <a:srgbClr val="808080"/>
                </a:solidFill>
                <a:effectLst/>
                <a:uLnTx/>
                <a:uFillTx/>
                <a:latin typeface="+mn-lt"/>
                <a:ea typeface="+mn-ea"/>
                <a:cs typeface="+mn-cs"/>
              </a:defRPr>
            </a:lvl2pPr>
            <a:lvl3pPr marL="0" indent="0" algn="l" defTabSz="685800" rtl="0" eaLnBrk="1" latinLnBrk="0" hangingPunct="1">
              <a:lnSpc>
                <a:spcPct val="100000"/>
              </a:lnSpc>
              <a:spcBef>
                <a:spcPts val="0"/>
              </a:spcBef>
              <a:buClr>
                <a:srgbClr val="9E3039"/>
              </a:buClr>
              <a:buFont typeface="Arial" pitchFamily="34" charset="0"/>
              <a:buNone/>
              <a:defRPr kumimoji="0" lang="en-US" sz="525" b="0" i="0" u="none" strike="noStrike" kern="1200" cap="none" spc="0" normalizeH="0" baseline="0" noProof="0" dirty="0" smtClean="0">
                <a:ln>
                  <a:noFill/>
                </a:ln>
                <a:solidFill>
                  <a:srgbClr val="808080"/>
                </a:solidFill>
                <a:effectLst/>
                <a:uLnTx/>
                <a:uFillTx/>
                <a:latin typeface="+mn-lt"/>
                <a:ea typeface="+mn-ea"/>
                <a:cs typeface="+mn-cs"/>
              </a:defRPr>
            </a:lvl3pPr>
            <a:lvl4pPr marL="0" indent="0" algn="l" defTabSz="685800" rtl="0" eaLnBrk="1" latinLnBrk="0" hangingPunct="1">
              <a:lnSpc>
                <a:spcPct val="100000"/>
              </a:lnSpc>
              <a:spcBef>
                <a:spcPts val="0"/>
              </a:spcBef>
              <a:buClr>
                <a:srgbClr val="9E3039"/>
              </a:buClr>
              <a:buFont typeface="Arial" pitchFamily="34" charset="0"/>
              <a:buNone/>
              <a:defRPr kumimoji="0" lang="en-US" sz="525" b="0" i="0" u="none" strike="noStrike" kern="1200" cap="none" spc="0" normalizeH="0" baseline="0" noProof="0" dirty="0" smtClean="0">
                <a:ln>
                  <a:noFill/>
                </a:ln>
                <a:solidFill>
                  <a:srgbClr val="808080"/>
                </a:solidFill>
                <a:effectLst/>
                <a:uLnTx/>
                <a:uFillTx/>
                <a:latin typeface="+mn-lt"/>
                <a:ea typeface="+mn-ea"/>
                <a:cs typeface="+mn-cs"/>
              </a:defRPr>
            </a:lvl4pPr>
            <a:lvl5pPr marL="0" indent="0" algn="l" defTabSz="685800" rtl="0" eaLnBrk="1" latinLnBrk="0" hangingPunct="1">
              <a:lnSpc>
                <a:spcPct val="100000"/>
              </a:lnSpc>
              <a:spcBef>
                <a:spcPts val="0"/>
              </a:spcBef>
              <a:buClr>
                <a:srgbClr val="9E3039"/>
              </a:buClr>
              <a:buFont typeface="Arial" pitchFamily="34" charset="0"/>
              <a:buNone/>
              <a:defRPr kumimoji="0" lang="en-US" sz="525" b="0" i="0" u="none" strike="noStrike" kern="1200" cap="none" spc="0" normalizeH="0" baseline="0" noProof="0" dirty="0">
                <a:ln>
                  <a:noFill/>
                </a:ln>
                <a:solidFill>
                  <a:srgbClr val="808080"/>
                </a:solidFill>
                <a:effectLst/>
                <a:uLnTx/>
                <a:uFillTx/>
                <a:latin typeface="+mn-lt"/>
                <a:ea typeface="+mn-ea"/>
                <a:cs typeface="+mn-cs"/>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9" name="Text Placeholder 21"/>
          <p:cNvSpPr>
            <a:spLocks noGrp="1"/>
          </p:cNvSpPr>
          <p:nvPr>
            <p:ph type="body" sz="quarter" idx="102"/>
          </p:nvPr>
        </p:nvSpPr>
        <p:spPr>
          <a:xfrm>
            <a:off x="2113838" y="1219200"/>
            <a:ext cx="1584000" cy="1216152"/>
          </a:xfrm>
          <a:prstGeom prst="rect">
            <a:avLst/>
          </a:prstGeom>
          <a:solidFill>
            <a:srgbClr val="FFFFFF"/>
          </a:solidFill>
          <a:ln w="9525">
            <a:solidFill>
              <a:srgbClr val="C0C0C0"/>
            </a:solidFill>
          </a:ln>
          <a:effectLst/>
        </p:spPr>
        <p:txBody>
          <a:bodyPr lIns="91440" tIns="93600" rIns="91440" bIns="504000">
            <a:noAutofit/>
          </a:bodyPr>
          <a:lstStyle>
            <a:lvl1pPr marL="0" indent="0">
              <a:lnSpc>
                <a:spcPct val="100000"/>
              </a:lnSpc>
              <a:spcBef>
                <a:spcPts val="225"/>
              </a:spcBef>
              <a:buNone/>
              <a:defRPr sz="600" b="1"/>
            </a:lvl1pPr>
            <a:lvl2pPr marL="0" indent="0">
              <a:lnSpc>
                <a:spcPct val="100000"/>
              </a:lnSpc>
              <a:spcBef>
                <a:spcPts val="0"/>
              </a:spcBef>
              <a:buNone/>
              <a:defRPr sz="525" b="0">
                <a:solidFill>
                  <a:srgbClr val="808080"/>
                </a:solidFill>
              </a:defRPr>
            </a:lvl2pPr>
            <a:lvl3pPr marL="0" indent="0">
              <a:lnSpc>
                <a:spcPct val="100000"/>
              </a:lnSpc>
              <a:spcBef>
                <a:spcPts val="0"/>
              </a:spcBef>
              <a:buNone/>
              <a:defRPr sz="525" b="0">
                <a:solidFill>
                  <a:srgbClr val="808080"/>
                </a:solidFill>
              </a:defRPr>
            </a:lvl3pPr>
            <a:lvl4pPr marL="0" indent="0">
              <a:lnSpc>
                <a:spcPct val="100000"/>
              </a:lnSpc>
              <a:spcBef>
                <a:spcPts val="0"/>
              </a:spcBef>
              <a:buNone/>
              <a:defRPr sz="525" b="0">
                <a:solidFill>
                  <a:srgbClr val="808080"/>
                </a:solidFill>
              </a:defRPr>
            </a:lvl4pPr>
            <a:lvl5pPr marL="0" indent="0">
              <a:lnSpc>
                <a:spcPct val="100000"/>
              </a:lnSpc>
              <a:spcBef>
                <a:spcPts val="0"/>
              </a:spcBef>
              <a:buNone/>
              <a:defRPr sz="525" b="0">
                <a:solidFill>
                  <a:srgbClr val="808080"/>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0" name="Text Placeholder 21"/>
          <p:cNvSpPr>
            <a:spLocks noGrp="1"/>
          </p:cNvSpPr>
          <p:nvPr>
            <p:ph type="body" sz="quarter" idx="103"/>
          </p:nvPr>
        </p:nvSpPr>
        <p:spPr>
          <a:xfrm>
            <a:off x="3776826" y="1219200"/>
            <a:ext cx="1584000" cy="1216152"/>
          </a:xfrm>
          <a:prstGeom prst="rect">
            <a:avLst/>
          </a:prstGeom>
          <a:solidFill>
            <a:srgbClr val="FFFFFF"/>
          </a:solidFill>
          <a:ln w="9525">
            <a:solidFill>
              <a:srgbClr val="C0C0C0"/>
            </a:solidFill>
          </a:ln>
          <a:effectLst/>
        </p:spPr>
        <p:txBody>
          <a:bodyPr lIns="91440" tIns="93600" rIns="91440" bIns="504000">
            <a:noAutofit/>
          </a:bodyPr>
          <a:lstStyle>
            <a:lvl1pPr marL="0" indent="0">
              <a:lnSpc>
                <a:spcPct val="100000"/>
              </a:lnSpc>
              <a:spcBef>
                <a:spcPts val="225"/>
              </a:spcBef>
              <a:buNone/>
              <a:defRPr sz="600" b="1"/>
            </a:lvl1pPr>
            <a:lvl2pPr marL="0" indent="0">
              <a:lnSpc>
                <a:spcPct val="100000"/>
              </a:lnSpc>
              <a:spcBef>
                <a:spcPts val="0"/>
              </a:spcBef>
              <a:buNone/>
              <a:defRPr sz="525" b="0">
                <a:solidFill>
                  <a:srgbClr val="808080"/>
                </a:solidFill>
              </a:defRPr>
            </a:lvl2pPr>
            <a:lvl3pPr marL="0" indent="0">
              <a:lnSpc>
                <a:spcPct val="100000"/>
              </a:lnSpc>
              <a:spcBef>
                <a:spcPts val="0"/>
              </a:spcBef>
              <a:buNone/>
              <a:defRPr sz="525" b="0">
                <a:solidFill>
                  <a:srgbClr val="808080"/>
                </a:solidFill>
              </a:defRPr>
            </a:lvl3pPr>
            <a:lvl4pPr marL="0" indent="0">
              <a:lnSpc>
                <a:spcPct val="100000"/>
              </a:lnSpc>
              <a:spcBef>
                <a:spcPts val="0"/>
              </a:spcBef>
              <a:buNone/>
              <a:defRPr sz="525" b="0">
                <a:solidFill>
                  <a:srgbClr val="808080"/>
                </a:solidFill>
              </a:defRPr>
            </a:lvl4pPr>
            <a:lvl5pPr marL="0" indent="0">
              <a:lnSpc>
                <a:spcPct val="100000"/>
              </a:lnSpc>
              <a:spcBef>
                <a:spcPts val="0"/>
              </a:spcBef>
              <a:buNone/>
              <a:defRPr sz="525" b="0">
                <a:solidFill>
                  <a:srgbClr val="808080"/>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1" name="Text Placeholder 21"/>
          <p:cNvSpPr>
            <a:spLocks noGrp="1"/>
          </p:cNvSpPr>
          <p:nvPr>
            <p:ph type="body" sz="quarter" idx="104"/>
          </p:nvPr>
        </p:nvSpPr>
        <p:spPr>
          <a:xfrm>
            <a:off x="5439814" y="1219200"/>
            <a:ext cx="1584000" cy="1216152"/>
          </a:xfrm>
          <a:prstGeom prst="rect">
            <a:avLst/>
          </a:prstGeom>
          <a:solidFill>
            <a:srgbClr val="FFFFFF"/>
          </a:solidFill>
          <a:ln w="9525">
            <a:solidFill>
              <a:srgbClr val="C0C0C0"/>
            </a:solidFill>
          </a:ln>
          <a:effectLst/>
        </p:spPr>
        <p:txBody>
          <a:bodyPr lIns="91440" tIns="93600" rIns="91440" bIns="504000">
            <a:noAutofit/>
          </a:bodyPr>
          <a:lstStyle>
            <a:lvl1pPr marL="0" indent="0">
              <a:lnSpc>
                <a:spcPct val="100000"/>
              </a:lnSpc>
              <a:spcBef>
                <a:spcPts val="225"/>
              </a:spcBef>
              <a:buNone/>
              <a:defRPr sz="600" b="1"/>
            </a:lvl1pPr>
            <a:lvl2pPr marL="0" indent="0">
              <a:lnSpc>
                <a:spcPct val="100000"/>
              </a:lnSpc>
              <a:spcBef>
                <a:spcPts val="0"/>
              </a:spcBef>
              <a:buNone/>
              <a:defRPr sz="525" b="0">
                <a:solidFill>
                  <a:srgbClr val="808080"/>
                </a:solidFill>
              </a:defRPr>
            </a:lvl2pPr>
            <a:lvl3pPr marL="0" indent="0">
              <a:lnSpc>
                <a:spcPct val="100000"/>
              </a:lnSpc>
              <a:spcBef>
                <a:spcPts val="0"/>
              </a:spcBef>
              <a:buNone/>
              <a:defRPr sz="525" b="0">
                <a:solidFill>
                  <a:srgbClr val="808080"/>
                </a:solidFill>
              </a:defRPr>
            </a:lvl3pPr>
            <a:lvl4pPr marL="0" indent="0">
              <a:lnSpc>
                <a:spcPct val="100000"/>
              </a:lnSpc>
              <a:spcBef>
                <a:spcPts val="0"/>
              </a:spcBef>
              <a:buNone/>
              <a:defRPr sz="525" b="0">
                <a:solidFill>
                  <a:srgbClr val="808080"/>
                </a:solidFill>
              </a:defRPr>
            </a:lvl4pPr>
            <a:lvl5pPr marL="0" indent="0">
              <a:lnSpc>
                <a:spcPct val="100000"/>
              </a:lnSpc>
              <a:spcBef>
                <a:spcPts val="0"/>
              </a:spcBef>
              <a:buNone/>
              <a:defRPr sz="525" b="0">
                <a:solidFill>
                  <a:srgbClr val="808080"/>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2" name="Text Placeholder 21"/>
          <p:cNvSpPr>
            <a:spLocks noGrp="1"/>
          </p:cNvSpPr>
          <p:nvPr>
            <p:ph type="body" sz="quarter" idx="105"/>
          </p:nvPr>
        </p:nvSpPr>
        <p:spPr>
          <a:xfrm>
            <a:off x="7102800" y="1219200"/>
            <a:ext cx="1584000" cy="1216152"/>
          </a:xfrm>
          <a:prstGeom prst="rect">
            <a:avLst/>
          </a:prstGeom>
          <a:solidFill>
            <a:srgbClr val="FFFFFF"/>
          </a:solidFill>
          <a:ln w="9525">
            <a:solidFill>
              <a:srgbClr val="C0C0C0"/>
            </a:solidFill>
          </a:ln>
          <a:effectLst/>
        </p:spPr>
        <p:txBody>
          <a:bodyPr lIns="91440" tIns="93600" rIns="91440" bIns="504000">
            <a:noAutofit/>
          </a:bodyPr>
          <a:lstStyle>
            <a:lvl1pPr marL="0" indent="0">
              <a:lnSpc>
                <a:spcPct val="100000"/>
              </a:lnSpc>
              <a:spcBef>
                <a:spcPts val="225"/>
              </a:spcBef>
              <a:buNone/>
              <a:defRPr sz="600" b="1"/>
            </a:lvl1pPr>
            <a:lvl2pPr marL="0" indent="0">
              <a:lnSpc>
                <a:spcPct val="100000"/>
              </a:lnSpc>
              <a:spcBef>
                <a:spcPts val="0"/>
              </a:spcBef>
              <a:buNone/>
              <a:defRPr sz="525" b="0">
                <a:solidFill>
                  <a:srgbClr val="808080"/>
                </a:solidFill>
              </a:defRPr>
            </a:lvl2pPr>
            <a:lvl3pPr marL="0" indent="0">
              <a:lnSpc>
                <a:spcPct val="100000"/>
              </a:lnSpc>
              <a:spcBef>
                <a:spcPts val="0"/>
              </a:spcBef>
              <a:buNone/>
              <a:defRPr sz="525" b="0">
                <a:solidFill>
                  <a:srgbClr val="808080"/>
                </a:solidFill>
              </a:defRPr>
            </a:lvl3pPr>
            <a:lvl4pPr marL="0" indent="0">
              <a:lnSpc>
                <a:spcPct val="100000"/>
              </a:lnSpc>
              <a:spcBef>
                <a:spcPts val="0"/>
              </a:spcBef>
              <a:buNone/>
              <a:defRPr sz="525" b="0">
                <a:solidFill>
                  <a:srgbClr val="808080"/>
                </a:solidFill>
              </a:defRPr>
            </a:lvl4pPr>
            <a:lvl5pPr marL="0" indent="0">
              <a:lnSpc>
                <a:spcPct val="100000"/>
              </a:lnSpc>
              <a:spcBef>
                <a:spcPts val="0"/>
              </a:spcBef>
              <a:buNone/>
              <a:defRPr sz="525" b="0">
                <a:solidFill>
                  <a:srgbClr val="808080"/>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3" name="Text Placeholder 21"/>
          <p:cNvSpPr>
            <a:spLocks noGrp="1"/>
          </p:cNvSpPr>
          <p:nvPr>
            <p:ph type="body" sz="quarter" idx="108"/>
          </p:nvPr>
        </p:nvSpPr>
        <p:spPr>
          <a:xfrm>
            <a:off x="2113838" y="2914650"/>
            <a:ext cx="1584000" cy="1216152"/>
          </a:xfrm>
          <a:prstGeom prst="rect">
            <a:avLst/>
          </a:prstGeom>
          <a:solidFill>
            <a:srgbClr val="FFFFFF"/>
          </a:solidFill>
          <a:ln w="9525">
            <a:solidFill>
              <a:srgbClr val="C0C0C0"/>
            </a:solidFill>
          </a:ln>
          <a:effectLst/>
        </p:spPr>
        <p:txBody>
          <a:bodyPr lIns="91440" tIns="93600" rIns="91440" bIns="504000">
            <a:noAutofit/>
          </a:bodyPr>
          <a:lstStyle>
            <a:lvl1pPr marL="0" indent="0">
              <a:lnSpc>
                <a:spcPct val="100000"/>
              </a:lnSpc>
              <a:spcBef>
                <a:spcPts val="225"/>
              </a:spcBef>
              <a:buNone/>
              <a:defRPr sz="600" b="1"/>
            </a:lvl1pPr>
            <a:lvl2pPr marL="0" indent="0">
              <a:lnSpc>
                <a:spcPct val="100000"/>
              </a:lnSpc>
              <a:spcBef>
                <a:spcPts val="0"/>
              </a:spcBef>
              <a:buNone/>
              <a:defRPr sz="525" b="0">
                <a:solidFill>
                  <a:srgbClr val="808080"/>
                </a:solidFill>
              </a:defRPr>
            </a:lvl2pPr>
            <a:lvl3pPr marL="0" indent="0">
              <a:lnSpc>
                <a:spcPct val="100000"/>
              </a:lnSpc>
              <a:spcBef>
                <a:spcPts val="0"/>
              </a:spcBef>
              <a:buNone/>
              <a:defRPr sz="525" b="0">
                <a:solidFill>
                  <a:srgbClr val="808080"/>
                </a:solidFill>
              </a:defRPr>
            </a:lvl3pPr>
            <a:lvl4pPr marL="0" indent="0">
              <a:lnSpc>
                <a:spcPct val="100000"/>
              </a:lnSpc>
              <a:spcBef>
                <a:spcPts val="0"/>
              </a:spcBef>
              <a:buNone/>
              <a:defRPr sz="525" b="0">
                <a:solidFill>
                  <a:srgbClr val="808080"/>
                </a:solidFill>
              </a:defRPr>
            </a:lvl4pPr>
            <a:lvl5pPr marL="0" indent="0">
              <a:lnSpc>
                <a:spcPct val="100000"/>
              </a:lnSpc>
              <a:spcBef>
                <a:spcPts val="0"/>
              </a:spcBef>
              <a:buNone/>
              <a:defRPr sz="525" b="0">
                <a:solidFill>
                  <a:srgbClr val="808080"/>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4" name="Text Placeholder 21"/>
          <p:cNvSpPr>
            <a:spLocks noGrp="1"/>
          </p:cNvSpPr>
          <p:nvPr>
            <p:ph type="body" sz="quarter" idx="109"/>
          </p:nvPr>
        </p:nvSpPr>
        <p:spPr>
          <a:xfrm>
            <a:off x="2113838" y="4626864"/>
            <a:ext cx="1584000" cy="1216152"/>
          </a:xfrm>
          <a:prstGeom prst="rect">
            <a:avLst/>
          </a:prstGeom>
          <a:solidFill>
            <a:srgbClr val="FFFFFF"/>
          </a:solidFill>
          <a:ln w="9525">
            <a:solidFill>
              <a:srgbClr val="C0C0C0"/>
            </a:solidFill>
          </a:ln>
          <a:effectLst/>
        </p:spPr>
        <p:txBody>
          <a:bodyPr lIns="91440" tIns="93600" rIns="91440" bIns="504000">
            <a:noAutofit/>
          </a:bodyPr>
          <a:lstStyle>
            <a:lvl1pPr marL="0" indent="0">
              <a:lnSpc>
                <a:spcPct val="100000"/>
              </a:lnSpc>
              <a:spcBef>
                <a:spcPts val="225"/>
              </a:spcBef>
              <a:buNone/>
              <a:defRPr sz="600" b="1"/>
            </a:lvl1pPr>
            <a:lvl2pPr marL="0" indent="0">
              <a:lnSpc>
                <a:spcPct val="100000"/>
              </a:lnSpc>
              <a:spcBef>
                <a:spcPts val="0"/>
              </a:spcBef>
              <a:buNone/>
              <a:defRPr sz="525" b="0">
                <a:solidFill>
                  <a:srgbClr val="808080"/>
                </a:solidFill>
              </a:defRPr>
            </a:lvl2pPr>
            <a:lvl3pPr marL="0" indent="0">
              <a:lnSpc>
                <a:spcPct val="100000"/>
              </a:lnSpc>
              <a:spcBef>
                <a:spcPts val="0"/>
              </a:spcBef>
              <a:buNone/>
              <a:defRPr sz="525" b="0">
                <a:solidFill>
                  <a:srgbClr val="808080"/>
                </a:solidFill>
              </a:defRPr>
            </a:lvl3pPr>
            <a:lvl4pPr marL="0" indent="0">
              <a:lnSpc>
                <a:spcPct val="100000"/>
              </a:lnSpc>
              <a:spcBef>
                <a:spcPts val="0"/>
              </a:spcBef>
              <a:buNone/>
              <a:defRPr sz="525" b="0">
                <a:solidFill>
                  <a:srgbClr val="808080"/>
                </a:solidFill>
              </a:defRPr>
            </a:lvl4pPr>
            <a:lvl5pPr marL="0" indent="0">
              <a:lnSpc>
                <a:spcPct val="100000"/>
              </a:lnSpc>
              <a:spcBef>
                <a:spcPts val="0"/>
              </a:spcBef>
              <a:buNone/>
              <a:defRPr sz="525" b="0">
                <a:solidFill>
                  <a:srgbClr val="808080"/>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5" name="Text Placeholder 21"/>
          <p:cNvSpPr>
            <a:spLocks noGrp="1"/>
          </p:cNvSpPr>
          <p:nvPr>
            <p:ph type="body" sz="quarter" idx="110"/>
          </p:nvPr>
        </p:nvSpPr>
        <p:spPr>
          <a:xfrm>
            <a:off x="3776826" y="2914650"/>
            <a:ext cx="1584000" cy="1216152"/>
          </a:xfrm>
          <a:prstGeom prst="rect">
            <a:avLst/>
          </a:prstGeom>
          <a:solidFill>
            <a:srgbClr val="FFFFFF"/>
          </a:solidFill>
          <a:ln w="9525">
            <a:solidFill>
              <a:srgbClr val="C0C0C0"/>
            </a:solidFill>
          </a:ln>
          <a:effectLst/>
        </p:spPr>
        <p:txBody>
          <a:bodyPr lIns="91440" tIns="93600" rIns="91440" bIns="504000">
            <a:noAutofit/>
          </a:bodyPr>
          <a:lstStyle>
            <a:lvl1pPr marL="0" indent="0">
              <a:lnSpc>
                <a:spcPct val="100000"/>
              </a:lnSpc>
              <a:spcBef>
                <a:spcPts val="225"/>
              </a:spcBef>
              <a:buNone/>
              <a:defRPr sz="600" b="1"/>
            </a:lvl1pPr>
            <a:lvl2pPr marL="0" indent="0">
              <a:lnSpc>
                <a:spcPct val="100000"/>
              </a:lnSpc>
              <a:spcBef>
                <a:spcPts val="0"/>
              </a:spcBef>
              <a:buNone/>
              <a:defRPr sz="525" b="0">
                <a:solidFill>
                  <a:srgbClr val="808080"/>
                </a:solidFill>
              </a:defRPr>
            </a:lvl2pPr>
            <a:lvl3pPr marL="0" indent="0">
              <a:lnSpc>
                <a:spcPct val="100000"/>
              </a:lnSpc>
              <a:spcBef>
                <a:spcPts val="0"/>
              </a:spcBef>
              <a:buNone/>
              <a:defRPr sz="525" b="0">
                <a:solidFill>
                  <a:srgbClr val="808080"/>
                </a:solidFill>
              </a:defRPr>
            </a:lvl3pPr>
            <a:lvl4pPr marL="0" indent="0">
              <a:lnSpc>
                <a:spcPct val="100000"/>
              </a:lnSpc>
              <a:spcBef>
                <a:spcPts val="0"/>
              </a:spcBef>
              <a:buNone/>
              <a:defRPr sz="525" b="0">
                <a:solidFill>
                  <a:srgbClr val="808080"/>
                </a:solidFill>
              </a:defRPr>
            </a:lvl4pPr>
            <a:lvl5pPr marL="0" indent="0">
              <a:lnSpc>
                <a:spcPct val="100000"/>
              </a:lnSpc>
              <a:spcBef>
                <a:spcPts val="0"/>
              </a:spcBef>
              <a:buNone/>
              <a:defRPr sz="525" b="0">
                <a:solidFill>
                  <a:srgbClr val="808080"/>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6" name="Text Placeholder 21"/>
          <p:cNvSpPr>
            <a:spLocks noGrp="1"/>
          </p:cNvSpPr>
          <p:nvPr>
            <p:ph type="body" sz="quarter" idx="111"/>
          </p:nvPr>
        </p:nvSpPr>
        <p:spPr>
          <a:xfrm>
            <a:off x="3776826" y="4626864"/>
            <a:ext cx="1584000" cy="1216152"/>
          </a:xfrm>
          <a:prstGeom prst="rect">
            <a:avLst/>
          </a:prstGeom>
          <a:solidFill>
            <a:srgbClr val="FFFFFF"/>
          </a:solidFill>
          <a:ln w="9525">
            <a:solidFill>
              <a:srgbClr val="C0C0C0"/>
            </a:solidFill>
          </a:ln>
          <a:effectLst/>
        </p:spPr>
        <p:txBody>
          <a:bodyPr lIns="91440" tIns="93600" rIns="91440" bIns="504000">
            <a:noAutofit/>
          </a:bodyPr>
          <a:lstStyle>
            <a:lvl1pPr marL="0" indent="0">
              <a:lnSpc>
                <a:spcPct val="100000"/>
              </a:lnSpc>
              <a:spcBef>
                <a:spcPts val="225"/>
              </a:spcBef>
              <a:buNone/>
              <a:defRPr sz="600" b="1"/>
            </a:lvl1pPr>
            <a:lvl2pPr marL="0" indent="0">
              <a:lnSpc>
                <a:spcPct val="100000"/>
              </a:lnSpc>
              <a:spcBef>
                <a:spcPts val="0"/>
              </a:spcBef>
              <a:buNone/>
              <a:defRPr sz="525" b="0">
                <a:solidFill>
                  <a:srgbClr val="808080"/>
                </a:solidFill>
              </a:defRPr>
            </a:lvl2pPr>
            <a:lvl3pPr marL="0" indent="0">
              <a:lnSpc>
                <a:spcPct val="100000"/>
              </a:lnSpc>
              <a:spcBef>
                <a:spcPts val="0"/>
              </a:spcBef>
              <a:buNone/>
              <a:defRPr sz="525" b="0">
                <a:solidFill>
                  <a:srgbClr val="808080"/>
                </a:solidFill>
              </a:defRPr>
            </a:lvl3pPr>
            <a:lvl4pPr marL="0" indent="0">
              <a:lnSpc>
                <a:spcPct val="100000"/>
              </a:lnSpc>
              <a:spcBef>
                <a:spcPts val="0"/>
              </a:spcBef>
              <a:buNone/>
              <a:defRPr sz="525" b="0">
                <a:solidFill>
                  <a:srgbClr val="808080"/>
                </a:solidFill>
              </a:defRPr>
            </a:lvl4pPr>
            <a:lvl5pPr marL="0" indent="0">
              <a:lnSpc>
                <a:spcPct val="100000"/>
              </a:lnSpc>
              <a:spcBef>
                <a:spcPts val="0"/>
              </a:spcBef>
              <a:buNone/>
              <a:defRPr sz="525" b="0">
                <a:solidFill>
                  <a:srgbClr val="808080"/>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7" name="Text Placeholder 21"/>
          <p:cNvSpPr>
            <a:spLocks noGrp="1"/>
          </p:cNvSpPr>
          <p:nvPr>
            <p:ph type="body" sz="quarter" idx="112"/>
          </p:nvPr>
        </p:nvSpPr>
        <p:spPr>
          <a:xfrm>
            <a:off x="5439814" y="2914650"/>
            <a:ext cx="1584000" cy="1216152"/>
          </a:xfrm>
          <a:prstGeom prst="rect">
            <a:avLst/>
          </a:prstGeom>
          <a:solidFill>
            <a:srgbClr val="FFFFFF"/>
          </a:solidFill>
          <a:ln w="9525">
            <a:solidFill>
              <a:srgbClr val="C0C0C0"/>
            </a:solidFill>
          </a:ln>
          <a:effectLst/>
        </p:spPr>
        <p:txBody>
          <a:bodyPr lIns="91440" tIns="93600" rIns="91440" bIns="504000">
            <a:noAutofit/>
          </a:bodyPr>
          <a:lstStyle>
            <a:lvl1pPr marL="0" indent="0">
              <a:lnSpc>
                <a:spcPct val="100000"/>
              </a:lnSpc>
              <a:spcBef>
                <a:spcPts val="225"/>
              </a:spcBef>
              <a:buNone/>
              <a:defRPr sz="600" b="1"/>
            </a:lvl1pPr>
            <a:lvl2pPr marL="0" indent="0">
              <a:lnSpc>
                <a:spcPct val="100000"/>
              </a:lnSpc>
              <a:spcBef>
                <a:spcPts val="0"/>
              </a:spcBef>
              <a:buNone/>
              <a:defRPr sz="525" b="0">
                <a:solidFill>
                  <a:srgbClr val="808080"/>
                </a:solidFill>
              </a:defRPr>
            </a:lvl2pPr>
            <a:lvl3pPr marL="0" indent="0">
              <a:lnSpc>
                <a:spcPct val="100000"/>
              </a:lnSpc>
              <a:spcBef>
                <a:spcPts val="0"/>
              </a:spcBef>
              <a:buNone/>
              <a:defRPr sz="525" b="0">
                <a:solidFill>
                  <a:srgbClr val="808080"/>
                </a:solidFill>
              </a:defRPr>
            </a:lvl3pPr>
            <a:lvl4pPr marL="0" indent="0">
              <a:lnSpc>
                <a:spcPct val="100000"/>
              </a:lnSpc>
              <a:spcBef>
                <a:spcPts val="0"/>
              </a:spcBef>
              <a:buNone/>
              <a:defRPr sz="525" b="0">
                <a:solidFill>
                  <a:srgbClr val="808080"/>
                </a:solidFill>
              </a:defRPr>
            </a:lvl4pPr>
            <a:lvl5pPr marL="0" indent="0">
              <a:lnSpc>
                <a:spcPct val="100000"/>
              </a:lnSpc>
              <a:spcBef>
                <a:spcPts val="0"/>
              </a:spcBef>
              <a:buNone/>
              <a:defRPr sz="525" b="0">
                <a:solidFill>
                  <a:srgbClr val="808080"/>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8" name="Text Placeholder 21"/>
          <p:cNvSpPr>
            <a:spLocks noGrp="1"/>
          </p:cNvSpPr>
          <p:nvPr>
            <p:ph type="body" sz="quarter" idx="113"/>
          </p:nvPr>
        </p:nvSpPr>
        <p:spPr>
          <a:xfrm>
            <a:off x="5439814" y="4626864"/>
            <a:ext cx="1584000" cy="1216152"/>
          </a:xfrm>
          <a:prstGeom prst="rect">
            <a:avLst/>
          </a:prstGeom>
          <a:solidFill>
            <a:srgbClr val="FFFFFF"/>
          </a:solidFill>
          <a:ln w="9525">
            <a:solidFill>
              <a:srgbClr val="C0C0C0"/>
            </a:solidFill>
          </a:ln>
          <a:effectLst/>
        </p:spPr>
        <p:txBody>
          <a:bodyPr lIns="91440" tIns="93600" rIns="91440" bIns="504000">
            <a:noAutofit/>
          </a:bodyPr>
          <a:lstStyle>
            <a:lvl1pPr marL="0" indent="0">
              <a:lnSpc>
                <a:spcPct val="100000"/>
              </a:lnSpc>
              <a:spcBef>
                <a:spcPts val="225"/>
              </a:spcBef>
              <a:buNone/>
              <a:defRPr sz="600" b="1"/>
            </a:lvl1pPr>
            <a:lvl2pPr marL="0" indent="0">
              <a:lnSpc>
                <a:spcPct val="100000"/>
              </a:lnSpc>
              <a:spcBef>
                <a:spcPts val="0"/>
              </a:spcBef>
              <a:buNone/>
              <a:defRPr sz="525" b="0">
                <a:solidFill>
                  <a:srgbClr val="808080"/>
                </a:solidFill>
              </a:defRPr>
            </a:lvl2pPr>
            <a:lvl3pPr marL="0" indent="0">
              <a:lnSpc>
                <a:spcPct val="100000"/>
              </a:lnSpc>
              <a:spcBef>
                <a:spcPts val="0"/>
              </a:spcBef>
              <a:buNone/>
              <a:defRPr sz="525" b="0">
                <a:solidFill>
                  <a:srgbClr val="808080"/>
                </a:solidFill>
              </a:defRPr>
            </a:lvl3pPr>
            <a:lvl4pPr marL="0" indent="0">
              <a:lnSpc>
                <a:spcPct val="100000"/>
              </a:lnSpc>
              <a:spcBef>
                <a:spcPts val="0"/>
              </a:spcBef>
              <a:buNone/>
              <a:defRPr sz="525" b="0">
                <a:solidFill>
                  <a:srgbClr val="808080"/>
                </a:solidFill>
              </a:defRPr>
            </a:lvl4pPr>
            <a:lvl5pPr marL="0" indent="0">
              <a:lnSpc>
                <a:spcPct val="100000"/>
              </a:lnSpc>
              <a:spcBef>
                <a:spcPts val="0"/>
              </a:spcBef>
              <a:buNone/>
              <a:defRPr sz="525" b="0">
                <a:solidFill>
                  <a:srgbClr val="808080"/>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9" name="Text Placeholder 21"/>
          <p:cNvSpPr>
            <a:spLocks noGrp="1"/>
          </p:cNvSpPr>
          <p:nvPr>
            <p:ph type="body" sz="quarter" idx="114"/>
          </p:nvPr>
        </p:nvSpPr>
        <p:spPr>
          <a:xfrm>
            <a:off x="7102800" y="2914650"/>
            <a:ext cx="1584000" cy="1216152"/>
          </a:xfrm>
          <a:prstGeom prst="rect">
            <a:avLst/>
          </a:prstGeom>
          <a:solidFill>
            <a:srgbClr val="FFFFFF"/>
          </a:solidFill>
          <a:ln w="9525">
            <a:solidFill>
              <a:srgbClr val="C0C0C0"/>
            </a:solidFill>
          </a:ln>
          <a:effectLst/>
        </p:spPr>
        <p:txBody>
          <a:bodyPr lIns="91440" tIns="93600" rIns="91440" bIns="504000">
            <a:noAutofit/>
          </a:bodyPr>
          <a:lstStyle>
            <a:lvl1pPr marL="0" indent="0">
              <a:lnSpc>
                <a:spcPct val="100000"/>
              </a:lnSpc>
              <a:spcBef>
                <a:spcPts val="225"/>
              </a:spcBef>
              <a:buNone/>
              <a:defRPr sz="600" b="1"/>
            </a:lvl1pPr>
            <a:lvl2pPr marL="0" indent="0">
              <a:lnSpc>
                <a:spcPct val="100000"/>
              </a:lnSpc>
              <a:spcBef>
                <a:spcPts val="0"/>
              </a:spcBef>
              <a:buNone/>
              <a:defRPr sz="525" b="0">
                <a:solidFill>
                  <a:srgbClr val="808080"/>
                </a:solidFill>
              </a:defRPr>
            </a:lvl2pPr>
            <a:lvl3pPr marL="0" indent="0">
              <a:lnSpc>
                <a:spcPct val="100000"/>
              </a:lnSpc>
              <a:spcBef>
                <a:spcPts val="0"/>
              </a:spcBef>
              <a:buNone/>
              <a:defRPr sz="525" b="0">
                <a:solidFill>
                  <a:srgbClr val="808080"/>
                </a:solidFill>
              </a:defRPr>
            </a:lvl3pPr>
            <a:lvl4pPr marL="0" indent="0">
              <a:lnSpc>
                <a:spcPct val="100000"/>
              </a:lnSpc>
              <a:spcBef>
                <a:spcPts val="0"/>
              </a:spcBef>
              <a:buNone/>
              <a:defRPr sz="525" b="0">
                <a:solidFill>
                  <a:srgbClr val="808080"/>
                </a:solidFill>
              </a:defRPr>
            </a:lvl4pPr>
            <a:lvl5pPr marL="0" indent="0">
              <a:lnSpc>
                <a:spcPct val="100000"/>
              </a:lnSpc>
              <a:spcBef>
                <a:spcPts val="0"/>
              </a:spcBef>
              <a:buNone/>
              <a:defRPr sz="525" b="0">
                <a:solidFill>
                  <a:srgbClr val="808080"/>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20" name="Text Placeholder 21"/>
          <p:cNvSpPr>
            <a:spLocks noGrp="1"/>
          </p:cNvSpPr>
          <p:nvPr>
            <p:ph type="body" sz="quarter" idx="115"/>
          </p:nvPr>
        </p:nvSpPr>
        <p:spPr>
          <a:xfrm>
            <a:off x="7102800" y="4626864"/>
            <a:ext cx="1584000" cy="1216152"/>
          </a:xfrm>
          <a:prstGeom prst="rect">
            <a:avLst/>
          </a:prstGeom>
          <a:solidFill>
            <a:srgbClr val="FFFFFF"/>
          </a:solidFill>
          <a:ln w="9525">
            <a:solidFill>
              <a:srgbClr val="C0C0C0"/>
            </a:solidFill>
          </a:ln>
          <a:effectLst/>
        </p:spPr>
        <p:txBody>
          <a:bodyPr lIns="91440" tIns="93600" rIns="91440" bIns="504000">
            <a:noAutofit/>
          </a:bodyPr>
          <a:lstStyle>
            <a:lvl1pPr marL="0" indent="0">
              <a:lnSpc>
                <a:spcPct val="100000"/>
              </a:lnSpc>
              <a:spcBef>
                <a:spcPts val="225"/>
              </a:spcBef>
              <a:buNone/>
              <a:defRPr sz="600" b="1"/>
            </a:lvl1pPr>
            <a:lvl2pPr marL="0" indent="0">
              <a:lnSpc>
                <a:spcPct val="100000"/>
              </a:lnSpc>
              <a:spcBef>
                <a:spcPts val="0"/>
              </a:spcBef>
              <a:buNone/>
              <a:defRPr sz="525" b="0">
                <a:solidFill>
                  <a:srgbClr val="808080"/>
                </a:solidFill>
              </a:defRPr>
            </a:lvl2pPr>
            <a:lvl3pPr marL="0" indent="0">
              <a:lnSpc>
                <a:spcPct val="100000"/>
              </a:lnSpc>
              <a:spcBef>
                <a:spcPts val="0"/>
              </a:spcBef>
              <a:buNone/>
              <a:defRPr sz="525" b="0">
                <a:solidFill>
                  <a:srgbClr val="808080"/>
                </a:solidFill>
              </a:defRPr>
            </a:lvl3pPr>
            <a:lvl4pPr marL="0" indent="0">
              <a:lnSpc>
                <a:spcPct val="100000"/>
              </a:lnSpc>
              <a:spcBef>
                <a:spcPts val="0"/>
              </a:spcBef>
              <a:buNone/>
              <a:defRPr sz="525" b="0">
                <a:solidFill>
                  <a:srgbClr val="808080"/>
                </a:solidFill>
              </a:defRPr>
            </a:lvl4pPr>
            <a:lvl5pPr marL="0" indent="0">
              <a:lnSpc>
                <a:spcPct val="100000"/>
              </a:lnSpc>
              <a:spcBef>
                <a:spcPts val="0"/>
              </a:spcBef>
              <a:buNone/>
              <a:defRPr sz="525" b="0">
                <a:solidFill>
                  <a:srgbClr val="808080"/>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21" name="Text Placeholder 21"/>
          <p:cNvSpPr>
            <a:spLocks noGrp="1"/>
          </p:cNvSpPr>
          <p:nvPr>
            <p:ph type="body" sz="quarter" idx="116"/>
          </p:nvPr>
        </p:nvSpPr>
        <p:spPr>
          <a:xfrm>
            <a:off x="450850" y="2432304"/>
            <a:ext cx="1584000" cy="365760"/>
          </a:xfrm>
          <a:prstGeom prst="rect">
            <a:avLst/>
          </a:prstGeom>
          <a:solidFill>
            <a:schemeClr val="bg1"/>
          </a:solidFill>
          <a:ln w="9525">
            <a:solidFill>
              <a:srgbClr val="C0C0C0"/>
            </a:solidFill>
          </a:ln>
          <a:effectLst/>
        </p:spPr>
        <p:txBody>
          <a:bodyPr wrap="none" lIns="0" tIns="0" rIns="0" bIns="0">
            <a:noAutofit/>
          </a:bodyPr>
          <a:lstStyle>
            <a:lvl1pPr marL="0" indent="0">
              <a:lnSpc>
                <a:spcPct val="100000"/>
              </a:lnSpc>
              <a:spcBef>
                <a:spcPts val="300"/>
              </a:spcBef>
              <a:buNone/>
              <a:defRPr sz="900" b="1">
                <a:solidFill>
                  <a:srgbClr val="FFFFFF"/>
                </a:solidFill>
              </a:defRPr>
            </a:lvl1pPr>
            <a:lvl2pPr marL="0" indent="0">
              <a:lnSpc>
                <a:spcPct val="100000"/>
              </a:lnSpc>
              <a:spcBef>
                <a:spcPts val="75"/>
              </a:spcBef>
              <a:spcAft>
                <a:spcPts val="150"/>
              </a:spcAft>
              <a:buNone/>
              <a:defRPr sz="600" b="0">
                <a:solidFill>
                  <a:srgbClr val="D9D9D9"/>
                </a:solidFill>
              </a:defRPr>
            </a:lvl2pPr>
            <a:lvl3pPr marL="0" indent="0">
              <a:lnSpc>
                <a:spcPct val="100000"/>
              </a:lnSpc>
              <a:spcBef>
                <a:spcPts val="75"/>
              </a:spcBef>
              <a:spcAft>
                <a:spcPts val="150"/>
              </a:spcAft>
              <a:buNone/>
              <a:defRPr sz="600" b="0">
                <a:solidFill>
                  <a:srgbClr val="D9D9D9"/>
                </a:solidFill>
              </a:defRPr>
            </a:lvl3pPr>
            <a:lvl4pPr marL="0" indent="0">
              <a:lnSpc>
                <a:spcPct val="100000"/>
              </a:lnSpc>
              <a:spcBef>
                <a:spcPts val="75"/>
              </a:spcBef>
              <a:spcAft>
                <a:spcPts val="150"/>
              </a:spcAft>
              <a:buNone/>
              <a:defRPr sz="600" b="0">
                <a:solidFill>
                  <a:srgbClr val="D9D9D9"/>
                </a:solidFill>
              </a:defRPr>
            </a:lvl4pPr>
            <a:lvl5pPr marL="0" indent="0">
              <a:lnSpc>
                <a:spcPct val="100000"/>
              </a:lnSpc>
              <a:spcBef>
                <a:spcPts val="75"/>
              </a:spcBef>
              <a:spcAft>
                <a:spcPts val="150"/>
              </a:spcAft>
              <a:buNone/>
              <a:defRPr sz="600" b="0">
                <a:solidFill>
                  <a:srgbClr val="D9D9D9"/>
                </a:solidFill>
              </a:defRPr>
            </a:lvl5pPr>
          </a:lstStyle>
          <a:p>
            <a:pPr lvl="0"/>
            <a:r>
              <a:rPr lang="en-US"/>
              <a:t>Click to edit Master text styles</a:t>
            </a:r>
          </a:p>
        </p:txBody>
      </p:sp>
      <p:sp>
        <p:nvSpPr>
          <p:cNvPr id="22" name="Text Placeholder 21"/>
          <p:cNvSpPr>
            <a:spLocks noGrp="1"/>
          </p:cNvSpPr>
          <p:nvPr>
            <p:ph type="body" sz="quarter" idx="117"/>
          </p:nvPr>
        </p:nvSpPr>
        <p:spPr>
          <a:xfrm>
            <a:off x="2113837" y="2432304"/>
            <a:ext cx="1584000" cy="365760"/>
          </a:xfrm>
          <a:prstGeom prst="rect">
            <a:avLst/>
          </a:prstGeom>
          <a:solidFill>
            <a:schemeClr val="bg1"/>
          </a:solidFill>
          <a:ln w="9525">
            <a:solidFill>
              <a:srgbClr val="C0C0C0"/>
            </a:solidFill>
          </a:ln>
          <a:effectLst/>
        </p:spPr>
        <p:txBody>
          <a:bodyPr wrap="none" lIns="0" tIns="0" rIns="0" bIns="0">
            <a:noAutofit/>
          </a:bodyPr>
          <a:lstStyle>
            <a:lvl1pPr marL="0" indent="0">
              <a:lnSpc>
                <a:spcPct val="100000"/>
              </a:lnSpc>
              <a:spcBef>
                <a:spcPts val="300"/>
              </a:spcBef>
              <a:buNone/>
              <a:defRPr sz="900" b="1">
                <a:solidFill>
                  <a:srgbClr val="FFFFFF"/>
                </a:solidFill>
              </a:defRPr>
            </a:lvl1pPr>
            <a:lvl2pPr marL="0" indent="0">
              <a:lnSpc>
                <a:spcPct val="100000"/>
              </a:lnSpc>
              <a:spcBef>
                <a:spcPts val="75"/>
              </a:spcBef>
              <a:spcAft>
                <a:spcPts val="150"/>
              </a:spcAft>
              <a:buNone/>
              <a:defRPr sz="600" b="0">
                <a:solidFill>
                  <a:srgbClr val="D9D9D9"/>
                </a:solidFill>
              </a:defRPr>
            </a:lvl2pPr>
            <a:lvl3pPr marL="0" indent="0">
              <a:lnSpc>
                <a:spcPct val="100000"/>
              </a:lnSpc>
              <a:spcBef>
                <a:spcPts val="75"/>
              </a:spcBef>
              <a:spcAft>
                <a:spcPts val="150"/>
              </a:spcAft>
              <a:buNone/>
              <a:defRPr sz="600" b="0">
                <a:solidFill>
                  <a:srgbClr val="D9D9D9"/>
                </a:solidFill>
              </a:defRPr>
            </a:lvl3pPr>
            <a:lvl4pPr marL="0" indent="0">
              <a:lnSpc>
                <a:spcPct val="100000"/>
              </a:lnSpc>
              <a:spcBef>
                <a:spcPts val="75"/>
              </a:spcBef>
              <a:spcAft>
                <a:spcPts val="150"/>
              </a:spcAft>
              <a:buNone/>
              <a:defRPr sz="600" b="0">
                <a:solidFill>
                  <a:srgbClr val="D9D9D9"/>
                </a:solidFill>
              </a:defRPr>
            </a:lvl4pPr>
            <a:lvl5pPr marL="0" indent="0">
              <a:lnSpc>
                <a:spcPct val="100000"/>
              </a:lnSpc>
              <a:spcBef>
                <a:spcPts val="75"/>
              </a:spcBef>
              <a:spcAft>
                <a:spcPts val="150"/>
              </a:spcAft>
              <a:buNone/>
              <a:defRPr sz="600" b="0">
                <a:solidFill>
                  <a:srgbClr val="D9D9D9"/>
                </a:solidFill>
              </a:defRPr>
            </a:lvl5pPr>
          </a:lstStyle>
          <a:p>
            <a:pPr lvl="0"/>
            <a:r>
              <a:rPr lang="en-US"/>
              <a:t>Click to edit Master text styles</a:t>
            </a:r>
          </a:p>
        </p:txBody>
      </p:sp>
      <p:sp>
        <p:nvSpPr>
          <p:cNvPr id="23" name="Text Placeholder 21"/>
          <p:cNvSpPr>
            <a:spLocks noGrp="1"/>
          </p:cNvSpPr>
          <p:nvPr>
            <p:ph type="body" sz="quarter" idx="118"/>
          </p:nvPr>
        </p:nvSpPr>
        <p:spPr>
          <a:xfrm>
            <a:off x="3776824" y="2432304"/>
            <a:ext cx="1584000" cy="365760"/>
          </a:xfrm>
          <a:prstGeom prst="rect">
            <a:avLst/>
          </a:prstGeom>
          <a:solidFill>
            <a:schemeClr val="bg1"/>
          </a:solidFill>
          <a:ln w="9525">
            <a:solidFill>
              <a:srgbClr val="C0C0C0"/>
            </a:solidFill>
          </a:ln>
          <a:effectLst/>
        </p:spPr>
        <p:txBody>
          <a:bodyPr wrap="none" lIns="0" tIns="0" rIns="0" bIns="0">
            <a:noAutofit/>
          </a:bodyPr>
          <a:lstStyle>
            <a:lvl1pPr marL="0" indent="0">
              <a:lnSpc>
                <a:spcPct val="100000"/>
              </a:lnSpc>
              <a:spcBef>
                <a:spcPts val="300"/>
              </a:spcBef>
              <a:buNone/>
              <a:defRPr sz="900" b="1">
                <a:solidFill>
                  <a:srgbClr val="FFFFFF"/>
                </a:solidFill>
              </a:defRPr>
            </a:lvl1pPr>
            <a:lvl2pPr marL="0" indent="0">
              <a:lnSpc>
                <a:spcPct val="100000"/>
              </a:lnSpc>
              <a:spcBef>
                <a:spcPts val="75"/>
              </a:spcBef>
              <a:spcAft>
                <a:spcPts val="150"/>
              </a:spcAft>
              <a:buNone/>
              <a:defRPr sz="600" b="0">
                <a:solidFill>
                  <a:srgbClr val="D9D9D9"/>
                </a:solidFill>
              </a:defRPr>
            </a:lvl2pPr>
            <a:lvl3pPr marL="0" indent="0">
              <a:lnSpc>
                <a:spcPct val="100000"/>
              </a:lnSpc>
              <a:spcBef>
                <a:spcPts val="75"/>
              </a:spcBef>
              <a:spcAft>
                <a:spcPts val="150"/>
              </a:spcAft>
              <a:buNone/>
              <a:defRPr sz="600" b="0">
                <a:solidFill>
                  <a:srgbClr val="D9D9D9"/>
                </a:solidFill>
              </a:defRPr>
            </a:lvl3pPr>
            <a:lvl4pPr marL="0" indent="0">
              <a:lnSpc>
                <a:spcPct val="100000"/>
              </a:lnSpc>
              <a:spcBef>
                <a:spcPts val="75"/>
              </a:spcBef>
              <a:spcAft>
                <a:spcPts val="150"/>
              </a:spcAft>
              <a:buNone/>
              <a:defRPr sz="600" b="0">
                <a:solidFill>
                  <a:srgbClr val="D9D9D9"/>
                </a:solidFill>
              </a:defRPr>
            </a:lvl4pPr>
            <a:lvl5pPr marL="0" indent="0">
              <a:lnSpc>
                <a:spcPct val="100000"/>
              </a:lnSpc>
              <a:spcBef>
                <a:spcPts val="75"/>
              </a:spcBef>
              <a:spcAft>
                <a:spcPts val="150"/>
              </a:spcAft>
              <a:buNone/>
              <a:defRPr sz="600" b="0">
                <a:solidFill>
                  <a:srgbClr val="D9D9D9"/>
                </a:solidFill>
              </a:defRPr>
            </a:lvl5pPr>
          </a:lstStyle>
          <a:p>
            <a:pPr lvl="0"/>
            <a:r>
              <a:rPr lang="en-US"/>
              <a:t>Click to edit Master text styles</a:t>
            </a:r>
          </a:p>
        </p:txBody>
      </p:sp>
      <p:sp>
        <p:nvSpPr>
          <p:cNvPr id="24" name="Text Placeholder 21"/>
          <p:cNvSpPr>
            <a:spLocks noGrp="1"/>
          </p:cNvSpPr>
          <p:nvPr>
            <p:ph type="body" sz="quarter" idx="119"/>
          </p:nvPr>
        </p:nvSpPr>
        <p:spPr>
          <a:xfrm>
            <a:off x="5439811" y="2432304"/>
            <a:ext cx="1584000" cy="365760"/>
          </a:xfrm>
          <a:prstGeom prst="rect">
            <a:avLst/>
          </a:prstGeom>
          <a:solidFill>
            <a:schemeClr val="bg1"/>
          </a:solidFill>
          <a:ln w="9525">
            <a:solidFill>
              <a:srgbClr val="C0C0C0"/>
            </a:solidFill>
          </a:ln>
          <a:effectLst/>
        </p:spPr>
        <p:txBody>
          <a:bodyPr wrap="none" lIns="0" tIns="0" rIns="0" bIns="0">
            <a:noAutofit/>
          </a:bodyPr>
          <a:lstStyle>
            <a:lvl1pPr marL="0" indent="0">
              <a:lnSpc>
                <a:spcPct val="100000"/>
              </a:lnSpc>
              <a:spcBef>
                <a:spcPts val="300"/>
              </a:spcBef>
              <a:buNone/>
              <a:defRPr sz="900" b="1">
                <a:solidFill>
                  <a:srgbClr val="FFFFFF"/>
                </a:solidFill>
              </a:defRPr>
            </a:lvl1pPr>
            <a:lvl2pPr marL="0" indent="0">
              <a:lnSpc>
                <a:spcPct val="100000"/>
              </a:lnSpc>
              <a:spcBef>
                <a:spcPts val="75"/>
              </a:spcBef>
              <a:spcAft>
                <a:spcPts val="150"/>
              </a:spcAft>
              <a:buNone/>
              <a:defRPr sz="600" b="0">
                <a:solidFill>
                  <a:srgbClr val="D9D9D9"/>
                </a:solidFill>
              </a:defRPr>
            </a:lvl2pPr>
            <a:lvl3pPr marL="0" indent="0">
              <a:lnSpc>
                <a:spcPct val="100000"/>
              </a:lnSpc>
              <a:spcBef>
                <a:spcPts val="75"/>
              </a:spcBef>
              <a:spcAft>
                <a:spcPts val="150"/>
              </a:spcAft>
              <a:buNone/>
              <a:defRPr sz="600" b="0">
                <a:solidFill>
                  <a:srgbClr val="D9D9D9"/>
                </a:solidFill>
              </a:defRPr>
            </a:lvl3pPr>
            <a:lvl4pPr marL="0" indent="0">
              <a:lnSpc>
                <a:spcPct val="100000"/>
              </a:lnSpc>
              <a:spcBef>
                <a:spcPts val="75"/>
              </a:spcBef>
              <a:spcAft>
                <a:spcPts val="150"/>
              </a:spcAft>
              <a:buNone/>
              <a:defRPr sz="600" b="0">
                <a:solidFill>
                  <a:srgbClr val="D9D9D9"/>
                </a:solidFill>
              </a:defRPr>
            </a:lvl4pPr>
            <a:lvl5pPr marL="0" indent="0">
              <a:lnSpc>
                <a:spcPct val="100000"/>
              </a:lnSpc>
              <a:spcBef>
                <a:spcPts val="75"/>
              </a:spcBef>
              <a:spcAft>
                <a:spcPts val="150"/>
              </a:spcAft>
              <a:buNone/>
              <a:defRPr sz="600" b="0">
                <a:solidFill>
                  <a:srgbClr val="D9D9D9"/>
                </a:solidFill>
              </a:defRPr>
            </a:lvl5pPr>
          </a:lstStyle>
          <a:p>
            <a:pPr lvl="0"/>
            <a:r>
              <a:rPr lang="en-US"/>
              <a:t>Click to edit Master text styles</a:t>
            </a:r>
          </a:p>
        </p:txBody>
      </p:sp>
      <p:sp>
        <p:nvSpPr>
          <p:cNvPr id="25" name="Text Placeholder 21"/>
          <p:cNvSpPr>
            <a:spLocks noGrp="1"/>
          </p:cNvSpPr>
          <p:nvPr>
            <p:ph type="body" sz="quarter" idx="120"/>
          </p:nvPr>
        </p:nvSpPr>
        <p:spPr>
          <a:xfrm>
            <a:off x="7102800" y="2432304"/>
            <a:ext cx="1584000" cy="365760"/>
          </a:xfrm>
          <a:prstGeom prst="rect">
            <a:avLst/>
          </a:prstGeom>
          <a:solidFill>
            <a:schemeClr val="bg1"/>
          </a:solidFill>
          <a:ln w="9525">
            <a:solidFill>
              <a:srgbClr val="C0C0C0"/>
            </a:solidFill>
          </a:ln>
          <a:effectLst/>
        </p:spPr>
        <p:txBody>
          <a:bodyPr wrap="none" lIns="0" tIns="0" rIns="0" bIns="0">
            <a:noAutofit/>
          </a:bodyPr>
          <a:lstStyle>
            <a:lvl1pPr marL="0" indent="0">
              <a:lnSpc>
                <a:spcPct val="100000"/>
              </a:lnSpc>
              <a:spcBef>
                <a:spcPts val="300"/>
              </a:spcBef>
              <a:buNone/>
              <a:defRPr sz="900" b="1">
                <a:solidFill>
                  <a:srgbClr val="FFFFFF"/>
                </a:solidFill>
              </a:defRPr>
            </a:lvl1pPr>
            <a:lvl2pPr marL="0" indent="0">
              <a:lnSpc>
                <a:spcPct val="100000"/>
              </a:lnSpc>
              <a:spcBef>
                <a:spcPts val="75"/>
              </a:spcBef>
              <a:spcAft>
                <a:spcPts val="150"/>
              </a:spcAft>
              <a:buNone/>
              <a:defRPr sz="600" b="0">
                <a:solidFill>
                  <a:srgbClr val="D9D9D9"/>
                </a:solidFill>
              </a:defRPr>
            </a:lvl2pPr>
            <a:lvl3pPr marL="0" indent="0">
              <a:lnSpc>
                <a:spcPct val="100000"/>
              </a:lnSpc>
              <a:spcBef>
                <a:spcPts val="75"/>
              </a:spcBef>
              <a:spcAft>
                <a:spcPts val="150"/>
              </a:spcAft>
              <a:buNone/>
              <a:defRPr sz="600" b="0">
                <a:solidFill>
                  <a:srgbClr val="D9D9D9"/>
                </a:solidFill>
              </a:defRPr>
            </a:lvl3pPr>
            <a:lvl4pPr marL="0" indent="0">
              <a:lnSpc>
                <a:spcPct val="100000"/>
              </a:lnSpc>
              <a:spcBef>
                <a:spcPts val="75"/>
              </a:spcBef>
              <a:spcAft>
                <a:spcPts val="150"/>
              </a:spcAft>
              <a:buNone/>
              <a:defRPr sz="600" b="0">
                <a:solidFill>
                  <a:srgbClr val="D9D9D9"/>
                </a:solidFill>
              </a:defRPr>
            </a:lvl4pPr>
            <a:lvl5pPr marL="0" indent="0">
              <a:lnSpc>
                <a:spcPct val="100000"/>
              </a:lnSpc>
              <a:spcBef>
                <a:spcPts val="75"/>
              </a:spcBef>
              <a:spcAft>
                <a:spcPts val="150"/>
              </a:spcAft>
              <a:buNone/>
              <a:defRPr sz="600" b="0">
                <a:solidFill>
                  <a:srgbClr val="D9D9D9"/>
                </a:solidFill>
              </a:defRPr>
            </a:lvl5pPr>
          </a:lstStyle>
          <a:p>
            <a:pPr lvl="0"/>
            <a:r>
              <a:rPr lang="en-US"/>
              <a:t>Click to edit Master text styles</a:t>
            </a:r>
          </a:p>
        </p:txBody>
      </p:sp>
      <p:sp>
        <p:nvSpPr>
          <p:cNvPr id="26" name="Text Placeholder 21"/>
          <p:cNvSpPr>
            <a:spLocks noGrp="1"/>
          </p:cNvSpPr>
          <p:nvPr>
            <p:ph type="body" sz="quarter" idx="121"/>
          </p:nvPr>
        </p:nvSpPr>
        <p:spPr>
          <a:xfrm>
            <a:off x="450850" y="4133088"/>
            <a:ext cx="1584000" cy="365760"/>
          </a:xfrm>
          <a:prstGeom prst="rect">
            <a:avLst/>
          </a:prstGeom>
          <a:solidFill>
            <a:schemeClr val="bg1"/>
          </a:solidFill>
          <a:ln w="9525">
            <a:solidFill>
              <a:srgbClr val="C0C0C0"/>
            </a:solidFill>
          </a:ln>
          <a:effectLst/>
        </p:spPr>
        <p:txBody>
          <a:bodyPr wrap="none" lIns="0" tIns="0" rIns="0" bIns="0">
            <a:noAutofit/>
          </a:bodyPr>
          <a:lstStyle>
            <a:lvl1pPr marL="0" indent="0">
              <a:lnSpc>
                <a:spcPct val="100000"/>
              </a:lnSpc>
              <a:spcBef>
                <a:spcPts val="300"/>
              </a:spcBef>
              <a:buNone/>
              <a:defRPr sz="900" b="1">
                <a:solidFill>
                  <a:srgbClr val="FFFFFF"/>
                </a:solidFill>
              </a:defRPr>
            </a:lvl1pPr>
            <a:lvl2pPr marL="0" indent="0">
              <a:lnSpc>
                <a:spcPct val="100000"/>
              </a:lnSpc>
              <a:spcBef>
                <a:spcPts val="75"/>
              </a:spcBef>
              <a:spcAft>
                <a:spcPts val="150"/>
              </a:spcAft>
              <a:buNone/>
              <a:defRPr sz="600" b="0">
                <a:solidFill>
                  <a:srgbClr val="D9D9D9"/>
                </a:solidFill>
              </a:defRPr>
            </a:lvl2pPr>
            <a:lvl3pPr marL="0" indent="0">
              <a:lnSpc>
                <a:spcPct val="100000"/>
              </a:lnSpc>
              <a:spcBef>
                <a:spcPts val="75"/>
              </a:spcBef>
              <a:spcAft>
                <a:spcPts val="150"/>
              </a:spcAft>
              <a:buNone/>
              <a:defRPr sz="600" b="0">
                <a:solidFill>
                  <a:srgbClr val="D9D9D9"/>
                </a:solidFill>
              </a:defRPr>
            </a:lvl3pPr>
            <a:lvl4pPr marL="0" indent="0">
              <a:lnSpc>
                <a:spcPct val="100000"/>
              </a:lnSpc>
              <a:spcBef>
                <a:spcPts val="75"/>
              </a:spcBef>
              <a:spcAft>
                <a:spcPts val="150"/>
              </a:spcAft>
              <a:buNone/>
              <a:defRPr sz="600" b="0">
                <a:solidFill>
                  <a:srgbClr val="D9D9D9"/>
                </a:solidFill>
              </a:defRPr>
            </a:lvl4pPr>
            <a:lvl5pPr marL="0" indent="0">
              <a:lnSpc>
                <a:spcPct val="100000"/>
              </a:lnSpc>
              <a:spcBef>
                <a:spcPts val="75"/>
              </a:spcBef>
              <a:spcAft>
                <a:spcPts val="150"/>
              </a:spcAft>
              <a:buNone/>
              <a:defRPr sz="600" b="0">
                <a:solidFill>
                  <a:srgbClr val="D9D9D9"/>
                </a:solidFill>
              </a:defRPr>
            </a:lvl5pPr>
          </a:lstStyle>
          <a:p>
            <a:pPr lvl="0"/>
            <a:r>
              <a:rPr lang="en-US"/>
              <a:t>Click to edit Master text styles</a:t>
            </a:r>
          </a:p>
        </p:txBody>
      </p:sp>
      <p:sp>
        <p:nvSpPr>
          <p:cNvPr id="27" name="Text Placeholder 21"/>
          <p:cNvSpPr>
            <a:spLocks noGrp="1"/>
          </p:cNvSpPr>
          <p:nvPr>
            <p:ph type="body" sz="quarter" idx="122"/>
          </p:nvPr>
        </p:nvSpPr>
        <p:spPr>
          <a:xfrm>
            <a:off x="2113837" y="4133088"/>
            <a:ext cx="1584000" cy="365760"/>
          </a:xfrm>
          <a:prstGeom prst="rect">
            <a:avLst/>
          </a:prstGeom>
          <a:solidFill>
            <a:schemeClr val="bg1"/>
          </a:solidFill>
          <a:ln w="9525">
            <a:solidFill>
              <a:srgbClr val="C0C0C0"/>
            </a:solidFill>
          </a:ln>
          <a:effectLst/>
        </p:spPr>
        <p:txBody>
          <a:bodyPr wrap="none" lIns="0" tIns="0" rIns="0" bIns="0">
            <a:noAutofit/>
          </a:bodyPr>
          <a:lstStyle>
            <a:lvl1pPr marL="0" indent="0">
              <a:lnSpc>
                <a:spcPct val="100000"/>
              </a:lnSpc>
              <a:spcBef>
                <a:spcPts val="300"/>
              </a:spcBef>
              <a:buNone/>
              <a:defRPr sz="900" b="1">
                <a:solidFill>
                  <a:srgbClr val="FFFFFF"/>
                </a:solidFill>
              </a:defRPr>
            </a:lvl1pPr>
            <a:lvl2pPr marL="0" indent="0">
              <a:lnSpc>
                <a:spcPct val="100000"/>
              </a:lnSpc>
              <a:spcBef>
                <a:spcPts val="75"/>
              </a:spcBef>
              <a:spcAft>
                <a:spcPts val="150"/>
              </a:spcAft>
              <a:buNone/>
              <a:defRPr sz="600" b="0">
                <a:solidFill>
                  <a:srgbClr val="D9D9D9"/>
                </a:solidFill>
              </a:defRPr>
            </a:lvl2pPr>
            <a:lvl3pPr marL="0" indent="0">
              <a:lnSpc>
                <a:spcPct val="100000"/>
              </a:lnSpc>
              <a:spcBef>
                <a:spcPts val="75"/>
              </a:spcBef>
              <a:spcAft>
                <a:spcPts val="150"/>
              </a:spcAft>
              <a:buNone/>
              <a:defRPr sz="600" b="0">
                <a:solidFill>
                  <a:srgbClr val="D9D9D9"/>
                </a:solidFill>
              </a:defRPr>
            </a:lvl3pPr>
            <a:lvl4pPr marL="0" indent="0">
              <a:lnSpc>
                <a:spcPct val="100000"/>
              </a:lnSpc>
              <a:spcBef>
                <a:spcPts val="75"/>
              </a:spcBef>
              <a:spcAft>
                <a:spcPts val="150"/>
              </a:spcAft>
              <a:buNone/>
              <a:defRPr sz="600" b="0">
                <a:solidFill>
                  <a:srgbClr val="D9D9D9"/>
                </a:solidFill>
              </a:defRPr>
            </a:lvl4pPr>
            <a:lvl5pPr marL="0" indent="0">
              <a:lnSpc>
                <a:spcPct val="100000"/>
              </a:lnSpc>
              <a:spcBef>
                <a:spcPts val="75"/>
              </a:spcBef>
              <a:spcAft>
                <a:spcPts val="150"/>
              </a:spcAft>
              <a:buNone/>
              <a:defRPr sz="600" b="0">
                <a:solidFill>
                  <a:srgbClr val="D9D9D9"/>
                </a:solidFill>
              </a:defRPr>
            </a:lvl5pPr>
          </a:lstStyle>
          <a:p>
            <a:pPr lvl="0"/>
            <a:r>
              <a:rPr lang="en-US"/>
              <a:t>Click to edit Master text styles</a:t>
            </a:r>
          </a:p>
        </p:txBody>
      </p:sp>
      <p:sp>
        <p:nvSpPr>
          <p:cNvPr id="28" name="Text Placeholder 21"/>
          <p:cNvSpPr>
            <a:spLocks noGrp="1"/>
          </p:cNvSpPr>
          <p:nvPr>
            <p:ph type="body" sz="quarter" idx="123"/>
          </p:nvPr>
        </p:nvSpPr>
        <p:spPr>
          <a:xfrm>
            <a:off x="3776824" y="4133088"/>
            <a:ext cx="1584000" cy="365760"/>
          </a:xfrm>
          <a:prstGeom prst="rect">
            <a:avLst/>
          </a:prstGeom>
          <a:solidFill>
            <a:schemeClr val="bg1"/>
          </a:solidFill>
          <a:ln w="9525">
            <a:solidFill>
              <a:srgbClr val="C0C0C0"/>
            </a:solidFill>
          </a:ln>
          <a:effectLst/>
        </p:spPr>
        <p:txBody>
          <a:bodyPr wrap="none" lIns="0" tIns="0" rIns="0" bIns="0">
            <a:noAutofit/>
          </a:bodyPr>
          <a:lstStyle>
            <a:lvl1pPr marL="0" indent="0">
              <a:lnSpc>
                <a:spcPct val="100000"/>
              </a:lnSpc>
              <a:spcBef>
                <a:spcPts val="300"/>
              </a:spcBef>
              <a:buNone/>
              <a:defRPr sz="900" b="1">
                <a:solidFill>
                  <a:srgbClr val="FFFFFF"/>
                </a:solidFill>
              </a:defRPr>
            </a:lvl1pPr>
            <a:lvl2pPr marL="0" indent="0">
              <a:lnSpc>
                <a:spcPct val="100000"/>
              </a:lnSpc>
              <a:spcBef>
                <a:spcPts val="75"/>
              </a:spcBef>
              <a:spcAft>
                <a:spcPts val="150"/>
              </a:spcAft>
              <a:buNone/>
              <a:defRPr sz="600" b="0">
                <a:solidFill>
                  <a:srgbClr val="D9D9D9"/>
                </a:solidFill>
              </a:defRPr>
            </a:lvl2pPr>
            <a:lvl3pPr marL="0" indent="0">
              <a:lnSpc>
                <a:spcPct val="100000"/>
              </a:lnSpc>
              <a:spcBef>
                <a:spcPts val="75"/>
              </a:spcBef>
              <a:spcAft>
                <a:spcPts val="150"/>
              </a:spcAft>
              <a:buNone/>
              <a:defRPr sz="600" b="0">
                <a:solidFill>
                  <a:srgbClr val="D9D9D9"/>
                </a:solidFill>
              </a:defRPr>
            </a:lvl3pPr>
            <a:lvl4pPr marL="0" indent="0">
              <a:lnSpc>
                <a:spcPct val="100000"/>
              </a:lnSpc>
              <a:spcBef>
                <a:spcPts val="75"/>
              </a:spcBef>
              <a:spcAft>
                <a:spcPts val="150"/>
              </a:spcAft>
              <a:buNone/>
              <a:defRPr sz="600" b="0">
                <a:solidFill>
                  <a:srgbClr val="D9D9D9"/>
                </a:solidFill>
              </a:defRPr>
            </a:lvl4pPr>
            <a:lvl5pPr marL="0" indent="0">
              <a:lnSpc>
                <a:spcPct val="100000"/>
              </a:lnSpc>
              <a:spcBef>
                <a:spcPts val="75"/>
              </a:spcBef>
              <a:spcAft>
                <a:spcPts val="150"/>
              </a:spcAft>
              <a:buNone/>
              <a:defRPr sz="600" b="0">
                <a:solidFill>
                  <a:srgbClr val="D9D9D9"/>
                </a:solidFill>
              </a:defRPr>
            </a:lvl5pPr>
          </a:lstStyle>
          <a:p>
            <a:pPr lvl="0"/>
            <a:r>
              <a:rPr lang="en-US"/>
              <a:t>Click to edit Master text styles</a:t>
            </a:r>
          </a:p>
        </p:txBody>
      </p:sp>
      <p:sp>
        <p:nvSpPr>
          <p:cNvPr id="29" name="Text Placeholder 21"/>
          <p:cNvSpPr>
            <a:spLocks noGrp="1"/>
          </p:cNvSpPr>
          <p:nvPr>
            <p:ph type="body" sz="quarter" idx="124"/>
          </p:nvPr>
        </p:nvSpPr>
        <p:spPr>
          <a:xfrm>
            <a:off x="5439811" y="4133088"/>
            <a:ext cx="1584000" cy="365760"/>
          </a:xfrm>
          <a:prstGeom prst="rect">
            <a:avLst/>
          </a:prstGeom>
          <a:solidFill>
            <a:schemeClr val="bg1"/>
          </a:solidFill>
          <a:ln w="9525">
            <a:solidFill>
              <a:srgbClr val="C0C0C0"/>
            </a:solidFill>
          </a:ln>
          <a:effectLst/>
        </p:spPr>
        <p:txBody>
          <a:bodyPr wrap="none" lIns="0" tIns="0" rIns="0" bIns="0">
            <a:noAutofit/>
          </a:bodyPr>
          <a:lstStyle>
            <a:lvl1pPr marL="0" indent="0">
              <a:lnSpc>
                <a:spcPct val="100000"/>
              </a:lnSpc>
              <a:spcBef>
                <a:spcPts val="300"/>
              </a:spcBef>
              <a:buNone/>
              <a:defRPr sz="900" b="1">
                <a:solidFill>
                  <a:srgbClr val="FFFFFF"/>
                </a:solidFill>
              </a:defRPr>
            </a:lvl1pPr>
            <a:lvl2pPr marL="0" indent="0">
              <a:lnSpc>
                <a:spcPct val="100000"/>
              </a:lnSpc>
              <a:spcBef>
                <a:spcPts val="75"/>
              </a:spcBef>
              <a:spcAft>
                <a:spcPts val="150"/>
              </a:spcAft>
              <a:buNone/>
              <a:defRPr sz="600" b="0">
                <a:solidFill>
                  <a:srgbClr val="D9D9D9"/>
                </a:solidFill>
              </a:defRPr>
            </a:lvl2pPr>
            <a:lvl3pPr marL="0" indent="0">
              <a:lnSpc>
                <a:spcPct val="100000"/>
              </a:lnSpc>
              <a:spcBef>
                <a:spcPts val="75"/>
              </a:spcBef>
              <a:spcAft>
                <a:spcPts val="150"/>
              </a:spcAft>
              <a:buNone/>
              <a:defRPr sz="600" b="0">
                <a:solidFill>
                  <a:srgbClr val="D9D9D9"/>
                </a:solidFill>
              </a:defRPr>
            </a:lvl3pPr>
            <a:lvl4pPr marL="0" indent="0">
              <a:lnSpc>
                <a:spcPct val="100000"/>
              </a:lnSpc>
              <a:spcBef>
                <a:spcPts val="75"/>
              </a:spcBef>
              <a:spcAft>
                <a:spcPts val="150"/>
              </a:spcAft>
              <a:buNone/>
              <a:defRPr sz="600" b="0">
                <a:solidFill>
                  <a:srgbClr val="D9D9D9"/>
                </a:solidFill>
              </a:defRPr>
            </a:lvl4pPr>
            <a:lvl5pPr marL="0" indent="0">
              <a:lnSpc>
                <a:spcPct val="100000"/>
              </a:lnSpc>
              <a:spcBef>
                <a:spcPts val="75"/>
              </a:spcBef>
              <a:spcAft>
                <a:spcPts val="150"/>
              </a:spcAft>
              <a:buNone/>
              <a:defRPr sz="600" b="0">
                <a:solidFill>
                  <a:srgbClr val="D9D9D9"/>
                </a:solidFill>
              </a:defRPr>
            </a:lvl5pPr>
          </a:lstStyle>
          <a:p>
            <a:pPr lvl="0"/>
            <a:r>
              <a:rPr lang="en-US"/>
              <a:t>Click to edit Master text styles</a:t>
            </a:r>
          </a:p>
        </p:txBody>
      </p:sp>
      <p:sp>
        <p:nvSpPr>
          <p:cNvPr id="30" name="Text Placeholder 21"/>
          <p:cNvSpPr>
            <a:spLocks noGrp="1"/>
          </p:cNvSpPr>
          <p:nvPr>
            <p:ph type="body" sz="quarter" idx="125"/>
          </p:nvPr>
        </p:nvSpPr>
        <p:spPr>
          <a:xfrm>
            <a:off x="7102800" y="4133088"/>
            <a:ext cx="1584000" cy="365760"/>
          </a:xfrm>
          <a:prstGeom prst="rect">
            <a:avLst/>
          </a:prstGeom>
          <a:solidFill>
            <a:schemeClr val="bg1"/>
          </a:solidFill>
          <a:ln w="9525">
            <a:solidFill>
              <a:srgbClr val="C0C0C0"/>
            </a:solidFill>
          </a:ln>
          <a:effectLst/>
        </p:spPr>
        <p:txBody>
          <a:bodyPr wrap="none" lIns="0" tIns="0" rIns="0" bIns="0">
            <a:noAutofit/>
          </a:bodyPr>
          <a:lstStyle>
            <a:lvl1pPr marL="0" indent="0">
              <a:lnSpc>
                <a:spcPct val="100000"/>
              </a:lnSpc>
              <a:spcBef>
                <a:spcPts val="300"/>
              </a:spcBef>
              <a:buNone/>
              <a:defRPr sz="900" b="1">
                <a:solidFill>
                  <a:srgbClr val="FFFFFF"/>
                </a:solidFill>
              </a:defRPr>
            </a:lvl1pPr>
            <a:lvl2pPr marL="0" indent="0">
              <a:lnSpc>
                <a:spcPct val="100000"/>
              </a:lnSpc>
              <a:spcBef>
                <a:spcPts val="75"/>
              </a:spcBef>
              <a:spcAft>
                <a:spcPts val="150"/>
              </a:spcAft>
              <a:buNone/>
              <a:defRPr sz="600" b="0">
                <a:solidFill>
                  <a:srgbClr val="D9D9D9"/>
                </a:solidFill>
              </a:defRPr>
            </a:lvl2pPr>
            <a:lvl3pPr marL="0" indent="0">
              <a:lnSpc>
                <a:spcPct val="100000"/>
              </a:lnSpc>
              <a:spcBef>
                <a:spcPts val="75"/>
              </a:spcBef>
              <a:spcAft>
                <a:spcPts val="150"/>
              </a:spcAft>
              <a:buNone/>
              <a:defRPr sz="600" b="0">
                <a:solidFill>
                  <a:srgbClr val="D9D9D9"/>
                </a:solidFill>
              </a:defRPr>
            </a:lvl3pPr>
            <a:lvl4pPr marL="0" indent="0">
              <a:lnSpc>
                <a:spcPct val="100000"/>
              </a:lnSpc>
              <a:spcBef>
                <a:spcPts val="75"/>
              </a:spcBef>
              <a:spcAft>
                <a:spcPts val="150"/>
              </a:spcAft>
              <a:buNone/>
              <a:defRPr sz="600" b="0">
                <a:solidFill>
                  <a:srgbClr val="D9D9D9"/>
                </a:solidFill>
              </a:defRPr>
            </a:lvl4pPr>
            <a:lvl5pPr marL="0" indent="0">
              <a:lnSpc>
                <a:spcPct val="100000"/>
              </a:lnSpc>
              <a:spcBef>
                <a:spcPts val="75"/>
              </a:spcBef>
              <a:spcAft>
                <a:spcPts val="150"/>
              </a:spcAft>
              <a:buNone/>
              <a:defRPr sz="600" b="0">
                <a:solidFill>
                  <a:srgbClr val="D9D9D9"/>
                </a:solidFill>
              </a:defRPr>
            </a:lvl5pPr>
          </a:lstStyle>
          <a:p>
            <a:pPr lvl="0"/>
            <a:r>
              <a:rPr lang="en-US"/>
              <a:t>Click to edit Master text styles</a:t>
            </a:r>
          </a:p>
        </p:txBody>
      </p:sp>
      <p:sp>
        <p:nvSpPr>
          <p:cNvPr id="31" name="Text Placeholder 21"/>
          <p:cNvSpPr>
            <a:spLocks noGrp="1"/>
          </p:cNvSpPr>
          <p:nvPr>
            <p:ph type="body" sz="quarter" idx="126"/>
          </p:nvPr>
        </p:nvSpPr>
        <p:spPr>
          <a:xfrm>
            <a:off x="450850" y="5843016"/>
            <a:ext cx="1584000" cy="365760"/>
          </a:xfrm>
          <a:prstGeom prst="rect">
            <a:avLst/>
          </a:prstGeom>
          <a:solidFill>
            <a:schemeClr val="bg1"/>
          </a:solidFill>
          <a:ln w="9525">
            <a:solidFill>
              <a:srgbClr val="C0C0C0"/>
            </a:solidFill>
          </a:ln>
          <a:effectLst/>
        </p:spPr>
        <p:txBody>
          <a:bodyPr wrap="none" lIns="0" tIns="0" rIns="0" bIns="0">
            <a:noAutofit/>
          </a:bodyPr>
          <a:lstStyle>
            <a:lvl1pPr marL="0" indent="0">
              <a:lnSpc>
                <a:spcPct val="100000"/>
              </a:lnSpc>
              <a:spcBef>
                <a:spcPts val="300"/>
              </a:spcBef>
              <a:buNone/>
              <a:defRPr sz="900" b="1">
                <a:solidFill>
                  <a:srgbClr val="FFFFFF"/>
                </a:solidFill>
              </a:defRPr>
            </a:lvl1pPr>
            <a:lvl2pPr marL="0" indent="0">
              <a:lnSpc>
                <a:spcPct val="100000"/>
              </a:lnSpc>
              <a:spcBef>
                <a:spcPts val="75"/>
              </a:spcBef>
              <a:spcAft>
                <a:spcPts val="150"/>
              </a:spcAft>
              <a:buNone/>
              <a:defRPr sz="600" b="0">
                <a:solidFill>
                  <a:srgbClr val="D9D9D9"/>
                </a:solidFill>
              </a:defRPr>
            </a:lvl2pPr>
            <a:lvl3pPr marL="0" indent="0">
              <a:lnSpc>
                <a:spcPct val="100000"/>
              </a:lnSpc>
              <a:spcBef>
                <a:spcPts val="75"/>
              </a:spcBef>
              <a:spcAft>
                <a:spcPts val="150"/>
              </a:spcAft>
              <a:buNone/>
              <a:defRPr sz="600" b="0">
                <a:solidFill>
                  <a:srgbClr val="D9D9D9"/>
                </a:solidFill>
              </a:defRPr>
            </a:lvl3pPr>
            <a:lvl4pPr marL="0" indent="0">
              <a:lnSpc>
                <a:spcPct val="100000"/>
              </a:lnSpc>
              <a:spcBef>
                <a:spcPts val="75"/>
              </a:spcBef>
              <a:spcAft>
                <a:spcPts val="150"/>
              </a:spcAft>
              <a:buNone/>
              <a:defRPr sz="600" b="0">
                <a:solidFill>
                  <a:srgbClr val="D9D9D9"/>
                </a:solidFill>
              </a:defRPr>
            </a:lvl4pPr>
            <a:lvl5pPr marL="0" indent="0">
              <a:lnSpc>
                <a:spcPct val="100000"/>
              </a:lnSpc>
              <a:spcBef>
                <a:spcPts val="75"/>
              </a:spcBef>
              <a:spcAft>
                <a:spcPts val="150"/>
              </a:spcAft>
              <a:buNone/>
              <a:defRPr sz="600" b="0">
                <a:solidFill>
                  <a:srgbClr val="D9D9D9"/>
                </a:solidFill>
              </a:defRPr>
            </a:lvl5pPr>
          </a:lstStyle>
          <a:p>
            <a:pPr lvl="0"/>
            <a:r>
              <a:rPr lang="en-US"/>
              <a:t>Click to edit Master text styles</a:t>
            </a:r>
          </a:p>
        </p:txBody>
      </p:sp>
      <p:sp>
        <p:nvSpPr>
          <p:cNvPr id="32" name="Text Placeholder 21"/>
          <p:cNvSpPr>
            <a:spLocks noGrp="1"/>
          </p:cNvSpPr>
          <p:nvPr>
            <p:ph type="body" sz="quarter" idx="127"/>
          </p:nvPr>
        </p:nvSpPr>
        <p:spPr>
          <a:xfrm>
            <a:off x="2113837" y="5843016"/>
            <a:ext cx="1584000" cy="365760"/>
          </a:xfrm>
          <a:prstGeom prst="rect">
            <a:avLst/>
          </a:prstGeom>
          <a:solidFill>
            <a:schemeClr val="bg1"/>
          </a:solidFill>
          <a:ln w="9525">
            <a:solidFill>
              <a:srgbClr val="C0C0C0"/>
            </a:solidFill>
          </a:ln>
          <a:effectLst/>
        </p:spPr>
        <p:txBody>
          <a:bodyPr wrap="none" lIns="0" tIns="0" rIns="0" bIns="0">
            <a:noAutofit/>
          </a:bodyPr>
          <a:lstStyle>
            <a:lvl1pPr marL="0" indent="0">
              <a:lnSpc>
                <a:spcPct val="100000"/>
              </a:lnSpc>
              <a:spcBef>
                <a:spcPts val="300"/>
              </a:spcBef>
              <a:buNone/>
              <a:defRPr sz="900" b="1">
                <a:solidFill>
                  <a:srgbClr val="FFFFFF"/>
                </a:solidFill>
              </a:defRPr>
            </a:lvl1pPr>
            <a:lvl2pPr marL="0" indent="0">
              <a:lnSpc>
                <a:spcPct val="100000"/>
              </a:lnSpc>
              <a:spcBef>
                <a:spcPts val="75"/>
              </a:spcBef>
              <a:spcAft>
                <a:spcPts val="150"/>
              </a:spcAft>
              <a:buNone/>
              <a:defRPr sz="600" b="0">
                <a:solidFill>
                  <a:srgbClr val="D9D9D9"/>
                </a:solidFill>
              </a:defRPr>
            </a:lvl2pPr>
            <a:lvl3pPr marL="0" indent="0">
              <a:lnSpc>
                <a:spcPct val="100000"/>
              </a:lnSpc>
              <a:spcBef>
                <a:spcPts val="75"/>
              </a:spcBef>
              <a:spcAft>
                <a:spcPts val="150"/>
              </a:spcAft>
              <a:buNone/>
              <a:defRPr sz="600" b="0">
                <a:solidFill>
                  <a:srgbClr val="D9D9D9"/>
                </a:solidFill>
              </a:defRPr>
            </a:lvl3pPr>
            <a:lvl4pPr marL="0" indent="0">
              <a:lnSpc>
                <a:spcPct val="100000"/>
              </a:lnSpc>
              <a:spcBef>
                <a:spcPts val="75"/>
              </a:spcBef>
              <a:spcAft>
                <a:spcPts val="150"/>
              </a:spcAft>
              <a:buNone/>
              <a:defRPr sz="600" b="0">
                <a:solidFill>
                  <a:srgbClr val="D9D9D9"/>
                </a:solidFill>
              </a:defRPr>
            </a:lvl4pPr>
            <a:lvl5pPr marL="0" indent="0">
              <a:lnSpc>
                <a:spcPct val="100000"/>
              </a:lnSpc>
              <a:spcBef>
                <a:spcPts val="75"/>
              </a:spcBef>
              <a:spcAft>
                <a:spcPts val="150"/>
              </a:spcAft>
              <a:buNone/>
              <a:defRPr sz="600" b="0">
                <a:solidFill>
                  <a:srgbClr val="D9D9D9"/>
                </a:solidFill>
              </a:defRPr>
            </a:lvl5pPr>
          </a:lstStyle>
          <a:p>
            <a:pPr lvl="0"/>
            <a:r>
              <a:rPr lang="en-US"/>
              <a:t>Click to edit Master text styles</a:t>
            </a:r>
          </a:p>
        </p:txBody>
      </p:sp>
      <p:sp>
        <p:nvSpPr>
          <p:cNvPr id="33" name="Text Placeholder 21"/>
          <p:cNvSpPr>
            <a:spLocks noGrp="1"/>
          </p:cNvSpPr>
          <p:nvPr>
            <p:ph type="body" sz="quarter" idx="128"/>
          </p:nvPr>
        </p:nvSpPr>
        <p:spPr>
          <a:xfrm>
            <a:off x="3776824" y="5843016"/>
            <a:ext cx="1584000" cy="365760"/>
          </a:xfrm>
          <a:prstGeom prst="rect">
            <a:avLst/>
          </a:prstGeom>
          <a:solidFill>
            <a:schemeClr val="bg1"/>
          </a:solidFill>
          <a:ln w="9525">
            <a:solidFill>
              <a:srgbClr val="C0C0C0"/>
            </a:solidFill>
          </a:ln>
          <a:effectLst/>
        </p:spPr>
        <p:txBody>
          <a:bodyPr wrap="none" lIns="0" tIns="0" rIns="0" bIns="0">
            <a:noAutofit/>
          </a:bodyPr>
          <a:lstStyle>
            <a:lvl1pPr marL="0" indent="0">
              <a:lnSpc>
                <a:spcPct val="100000"/>
              </a:lnSpc>
              <a:spcBef>
                <a:spcPts val="300"/>
              </a:spcBef>
              <a:buNone/>
              <a:defRPr sz="900" b="1">
                <a:solidFill>
                  <a:srgbClr val="FFFFFF"/>
                </a:solidFill>
              </a:defRPr>
            </a:lvl1pPr>
            <a:lvl2pPr marL="0" indent="0">
              <a:lnSpc>
                <a:spcPct val="100000"/>
              </a:lnSpc>
              <a:spcBef>
                <a:spcPts val="75"/>
              </a:spcBef>
              <a:spcAft>
                <a:spcPts val="150"/>
              </a:spcAft>
              <a:buNone/>
              <a:defRPr sz="600" b="0">
                <a:solidFill>
                  <a:srgbClr val="D9D9D9"/>
                </a:solidFill>
              </a:defRPr>
            </a:lvl2pPr>
            <a:lvl3pPr marL="0" indent="0">
              <a:lnSpc>
                <a:spcPct val="100000"/>
              </a:lnSpc>
              <a:spcBef>
                <a:spcPts val="75"/>
              </a:spcBef>
              <a:spcAft>
                <a:spcPts val="150"/>
              </a:spcAft>
              <a:buNone/>
              <a:defRPr sz="600" b="0">
                <a:solidFill>
                  <a:srgbClr val="D9D9D9"/>
                </a:solidFill>
              </a:defRPr>
            </a:lvl3pPr>
            <a:lvl4pPr marL="0" indent="0">
              <a:lnSpc>
                <a:spcPct val="100000"/>
              </a:lnSpc>
              <a:spcBef>
                <a:spcPts val="75"/>
              </a:spcBef>
              <a:spcAft>
                <a:spcPts val="150"/>
              </a:spcAft>
              <a:buNone/>
              <a:defRPr sz="600" b="0">
                <a:solidFill>
                  <a:srgbClr val="D9D9D9"/>
                </a:solidFill>
              </a:defRPr>
            </a:lvl4pPr>
            <a:lvl5pPr marL="0" indent="0">
              <a:lnSpc>
                <a:spcPct val="100000"/>
              </a:lnSpc>
              <a:spcBef>
                <a:spcPts val="75"/>
              </a:spcBef>
              <a:spcAft>
                <a:spcPts val="150"/>
              </a:spcAft>
              <a:buNone/>
              <a:defRPr sz="600" b="0">
                <a:solidFill>
                  <a:srgbClr val="D9D9D9"/>
                </a:solidFill>
              </a:defRPr>
            </a:lvl5pPr>
          </a:lstStyle>
          <a:p>
            <a:pPr lvl="0"/>
            <a:r>
              <a:rPr lang="en-US"/>
              <a:t>Click to edit Master text styles</a:t>
            </a:r>
          </a:p>
        </p:txBody>
      </p:sp>
      <p:sp>
        <p:nvSpPr>
          <p:cNvPr id="34" name="Text Placeholder 21"/>
          <p:cNvSpPr>
            <a:spLocks noGrp="1"/>
          </p:cNvSpPr>
          <p:nvPr>
            <p:ph type="body" sz="quarter" idx="129"/>
          </p:nvPr>
        </p:nvSpPr>
        <p:spPr>
          <a:xfrm>
            <a:off x="5439811" y="5843016"/>
            <a:ext cx="1584000" cy="365760"/>
          </a:xfrm>
          <a:prstGeom prst="rect">
            <a:avLst/>
          </a:prstGeom>
          <a:solidFill>
            <a:schemeClr val="bg1"/>
          </a:solidFill>
          <a:ln w="9525">
            <a:solidFill>
              <a:srgbClr val="C0C0C0"/>
            </a:solidFill>
          </a:ln>
          <a:effectLst/>
        </p:spPr>
        <p:txBody>
          <a:bodyPr wrap="none" lIns="0" tIns="0" rIns="0" bIns="0">
            <a:noAutofit/>
          </a:bodyPr>
          <a:lstStyle>
            <a:lvl1pPr marL="0" indent="0">
              <a:lnSpc>
                <a:spcPct val="100000"/>
              </a:lnSpc>
              <a:spcBef>
                <a:spcPts val="300"/>
              </a:spcBef>
              <a:buNone/>
              <a:defRPr sz="900" b="1">
                <a:solidFill>
                  <a:srgbClr val="FFFFFF"/>
                </a:solidFill>
              </a:defRPr>
            </a:lvl1pPr>
            <a:lvl2pPr marL="0" indent="0">
              <a:lnSpc>
                <a:spcPct val="100000"/>
              </a:lnSpc>
              <a:spcBef>
                <a:spcPts val="75"/>
              </a:spcBef>
              <a:spcAft>
                <a:spcPts val="150"/>
              </a:spcAft>
              <a:buNone/>
              <a:defRPr sz="600" b="0">
                <a:solidFill>
                  <a:srgbClr val="D9D9D9"/>
                </a:solidFill>
              </a:defRPr>
            </a:lvl2pPr>
            <a:lvl3pPr marL="0" indent="0">
              <a:lnSpc>
                <a:spcPct val="100000"/>
              </a:lnSpc>
              <a:spcBef>
                <a:spcPts val="75"/>
              </a:spcBef>
              <a:spcAft>
                <a:spcPts val="150"/>
              </a:spcAft>
              <a:buNone/>
              <a:defRPr sz="600" b="0">
                <a:solidFill>
                  <a:srgbClr val="D9D9D9"/>
                </a:solidFill>
              </a:defRPr>
            </a:lvl3pPr>
            <a:lvl4pPr marL="0" indent="0">
              <a:lnSpc>
                <a:spcPct val="100000"/>
              </a:lnSpc>
              <a:spcBef>
                <a:spcPts val="75"/>
              </a:spcBef>
              <a:spcAft>
                <a:spcPts val="150"/>
              </a:spcAft>
              <a:buNone/>
              <a:defRPr sz="600" b="0">
                <a:solidFill>
                  <a:srgbClr val="D9D9D9"/>
                </a:solidFill>
              </a:defRPr>
            </a:lvl4pPr>
            <a:lvl5pPr marL="0" indent="0">
              <a:lnSpc>
                <a:spcPct val="100000"/>
              </a:lnSpc>
              <a:spcBef>
                <a:spcPts val="75"/>
              </a:spcBef>
              <a:spcAft>
                <a:spcPts val="150"/>
              </a:spcAft>
              <a:buNone/>
              <a:defRPr sz="600" b="0">
                <a:solidFill>
                  <a:srgbClr val="D9D9D9"/>
                </a:solidFill>
              </a:defRPr>
            </a:lvl5pPr>
          </a:lstStyle>
          <a:p>
            <a:pPr lvl="0"/>
            <a:r>
              <a:rPr lang="en-US"/>
              <a:t>Click to edit Master text styles</a:t>
            </a:r>
          </a:p>
        </p:txBody>
      </p:sp>
      <p:sp>
        <p:nvSpPr>
          <p:cNvPr id="35" name="Text Placeholder 21"/>
          <p:cNvSpPr>
            <a:spLocks noGrp="1"/>
          </p:cNvSpPr>
          <p:nvPr>
            <p:ph type="body" sz="quarter" idx="130"/>
          </p:nvPr>
        </p:nvSpPr>
        <p:spPr>
          <a:xfrm>
            <a:off x="7102800" y="5843016"/>
            <a:ext cx="1584000" cy="365760"/>
          </a:xfrm>
          <a:prstGeom prst="rect">
            <a:avLst/>
          </a:prstGeom>
          <a:solidFill>
            <a:schemeClr val="bg1"/>
          </a:solidFill>
          <a:ln w="9525">
            <a:solidFill>
              <a:srgbClr val="C0C0C0"/>
            </a:solidFill>
          </a:ln>
          <a:effectLst/>
        </p:spPr>
        <p:txBody>
          <a:bodyPr wrap="none" lIns="0" tIns="0" rIns="0" bIns="0">
            <a:noAutofit/>
          </a:bodyPr>
          <a:lstStyle>
            <a:lvl1pPr marL="0" indent="0">
              <a:lnSpc>
                <a:spcPct val="100000"/>
              </a:lnSpc>
              <a:spcBef>
                <a:spcPts val="300"/>
              </a:spcBef>
              <a:buNone/>
              <a:defRPr sz="900" b="1">
                <a:solidFill>
                  <a:srgbClr val="FFFFFF"/>
                </a:solidFill>
              </a:defRPr>
            </a:lvl1pPr>
            <a:lvl2pPr marL="0" indent="0">
              <a:lnSpc>
                <a:spcPct val="100000"/>
              </a:lnSpc>
              <a:spcBef>
                <a:spcPts val="75"/>
              </a:spcBef>
              <a:spcAft>
                <a:spcPts val="150"/>
              </a:spcAft>
              <a:buNone/>
              <a:defRPr sz="600" b="0">
                <a:solidFill>
                  <a:srgbClr val="D9D9D9"/>
                </a:solidFill>
              </a:defRPr>
            </a:lvl2pPr>
            <a:lvl3pPr marL="0" indent="0">
              <a:lnSpc>
                <a:spcPct val="100000"/>
              </a:lnSpc>
              <a:spcBef>
                <a:spcPts val="75"/>
              </a:spcBef>
              <a:spcAft>
                <a:spcPts val="150"/>
              </a:spcAft>
              <a:buNone/>
              <a:defRPr sz="600" b="0">
                <a:solidFill>
                  <a:srgbClr val="D9D9D9"/>
                </a:solidFill>
              </a:defRPr>
            </a:lvl3pPr>
            <a:lvl4pPr marL="0" indent="0">
              <a:lnSpc>
                <a:spcPct val="100000"/>
              </a:lnSpc>
              <a:spcBef>
                <a:spcPts val="75"/>
              </a:spcBef>
              <a:spcAft>
                <a:spcPts val="150"/>
              </a:spcAft>
              <a:buNone/>
              <a:defRPr sz="600" b="0">
                <a:solidFill>
                  <a:srgbClr val="D9D9D9"/>
                </a:solidFill>
              </a:defRPr>
            </a:lvl4pPr>
            <a:lvl5pPr marL="0" indent="0">
              <a:lnSpc>
                <a:spcPct val="100000"/>
              </a:lnSpc>
              <a:spcBef>
                <a:spcPts val="75"/>
              </a:spcBef>
              <a:spcAft>
                <a:spcPts val="150"/>
              </a:spcAft>
              <a:buNone/>
              <a:defRPr sz="600" b="0">
                <a:solidFill>
                  <a:srgbClr val="D9D9D9"/>
                </a:solidFill>
              </a:defRPr>
            </a:lvl5pPr>
          </a:lstStyle>
          <a:p>
            <a:pPr lvl="0"/>
            <a:r>
              <a:rPr lang="en-US"/>
              <a:t>Click to edit Master text styles</a:t>
            </a:r>
          </a:p>
        </p:txBody>
      </p:sp>
      <p:sp>
        <p:nvSpPr>
          <p:cNvPr id="37" name="Rectangle 2"/>
          <p:cNvSpPr>
            <a:spLocks noGrp="1" noChangeArrowheads="1"/>
          </p:cNvSpPr>
          <p:nvPr>
            <p:ph type="title"/>
          </p:nvPr>
        </p:nvSpPr>
        <p:spPr bwMode="gray">
          <a:xfrm>
            <a:off x="447676" y="2"/>
            <a:ext cx="8239125" cy="898525"/>
          </a:xfrm>
          <a:prstGeom prst="rect">
            <a:avLst/>
          </a:prstGeom>
          <a:noFill/>
          <a:ln w="9525">
            <a:noFill/>
            <a:miter lim="800000"/>
            <a:headEnd/>
            <a:tailEnd/>
          </a:ln>
        </p:spPr>
        <p:txBody>
          <a:bodyPr vert="horz" wrap="square" lIns="0" tIns="0" rIns="0" bIns="0" numCol="1" anchor="b" anchorCtr="0" compatLnSpc="1">
            <a:prstTxWarp prst="textNoShape">
              <a:avLst/>
            </a:prstTxWarp>
          </a:bodyPr>
          <a:lstStyle>
            <a:lvl1pPr algn="l">
              <a:defRPr sz="1650"/>
            </a:lvl1pPr>
          </a:lstStyle>
          <a:p>
            <a:pPr lvl="0"/>
            <a:r>
              <a:rPr lang="en-US"/>
              <a:t>Click to edit Master title style</a:t>
            </a:r>
            <a:endParaRPr lang="en-US" dirty="0"/>
          </a:p>
        </p:txBody>
      </p:sp>
      <p:sp>
        <p:nvSpPr>
          <p:cNvPr id="36" name="Slide Number Placeholder 9"/>
          <p:cNvSpPr>
            <a:spLocks noGrp="1"/>
          </p:cNvSpPr>
          <p:nvPr>
            <p:ph type="sldNum" sz="quarter" idx="131"/>
          </p:nvPr>
        </p:nvSpPr>
        <p:spPr/>
        <p:txBody>
          <a:bodyPr/>
          <a:lstStyle>
            <a:lvl1pPr>
              <a:defRPr/>
            </a:lvl1pPr>
          </a:lstStyle>
          <a:p>
            <a:fld id="{90FE7E78-F63E-6945-90BC-87516667A720}" type="slidenum">
              <a:rPr lang="en-US" altLang="en-US"/>
              <a:pPr/>
              <a:t>‹#›</a:t>
            </a:fld>
            <a:endParaRPr lang="en-US" altLang="en-US"/>
          </a:p>
        </p:txBody>
      </p:sp>
      <p:sp>
        <p:nvSpPr>
          <p:cNvPr id="38" name="Footer Placeholder 12"/>
          <p:cNvSpPr>
            <a:spLocks noGrp="1"/>
          </p:cNvSpPr>
          <p:nvPr>
            <p:ph type="ftr" sz="quarter" idx="132"/>
          </p:nvPr>
        </p:nvSpPr>
        <p:spPr/>
        <p:txBody>
          <a:bodyPr/>
          <a:lstStyle>
            <a:lvl1pPr>
              <a:defRPr/>
            </a:lvl1pPr>
          </a:lstStyle>
          <a:p>
            <a:pPr>
              <a:defRPr/>
            </a:pPr>
            <a:r>
              <a:rPr lang="en-US"/>
              <a:t>Ethical Debates, Econ Theories, Real-World Impacts</a:t>
            </a:r>
          </a:p>
        </p:txBody>
      </p:sp>
    </p:spTree>
  </p:cSld>
  <p:clrMapOvr>
    <a:masterClrMapping/>
  </p:clrMapOvr>
</p:sldLayout>
</file>

<file path=ppt/slideLayouts/slideLayout54.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685800" y="152400"/>
            <a:ext cx="7772400" cy="609600"/>
          </a:xfrm>
          <a:prstGeom prst="rect">
            <a:avLst/>
          </a:prstGeom>
        </p:spPr>
        <p:txBody>
          <a:bodyPr/>
          <a:lstStyle/>
          <a:p>
            <a:r>
              <a:rPr lang="en-US"/>
              <a:t>Click to edit Master title style</a:t>
            </a:r>
          </a:p>
        </p:txBody>
      </p:sp>
      <p:sp>
        <p:nvSpPr>
          <p:cNvPr id="3" name="Content Placeholder 2"/>
          <p:cNvSpPr>
            <a:spLocks noGrp="1"/>
          </p:cNvSpPr>
          <p:nvPr>
            <p:ph idx="1"/>
          </p:nvPr>
        </p:nvSpPr>
        <p:spPr>
          <a:xfrm>
            <a:off x="685800" y="914400"/>
            <a:ext cx="7772400" cy="5410200"/>
          </a:xfrm>
          <a:prstGeom prst="rect">
            <a:avLst/>
          </a:prstGeo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Rectangle 3"/>
          <p:cNvSpPr>
            <a:spLocks noGrp="1" noChangeArrowheads="1"/>
          </p:cNvSpPr>
          <p:nvPr>
            <p:ph type="ftr" sz="quarter" idx="10"/>
          </p:nvPr>
        </p:nvSpPr>
        <p:spPr/>
        <p:txBody>
          <a:bodyPr/>
          <a:lstStyle>
            <a:lvl1pPr>
              <a:defRPr b="0"/>
            </a:lvl1pPr>
          </a:lstStyle>
          <a:p>
            <a:r>
              <a:rPr lang="en-US"/>
              <a:t>Ethical Debates, Econ Theories, Real-World Impacts</a:t>
            </a:r>
            <a:endParaRPr lang="en-US" dirty="0"/>
          </a:p>
        </p:txBody>
      </p:sp>
      <p:sp>
        <p:nvSpPr>
          <p:cNvPr id="5" name="Rectangle 4"/>
          <p:cNvSpPr>
            <a:spLocks noGrp="1" noChangeArrowheads="1"/>
          </p:cNvSpPr>
          <p:nvPr>
            <p:ph type="sldNum" sz="quarter" idx="11"/>
          </p:nvPr>
        </p:nvSpPr>
        <p:spPr/>
        <p:txBody>
          <a:bodyPr/>
          <a:lstStyle>
            <a:lvl1pPr>
              <a:defRPr/>
            </a:lvl1pPr>
          </a:lstStyle>
          <a:p>
            <a:endParaRPr lang="en-US" dirty="0">
              <a:latin typeface="Calibri"/>
            </a:endParaRPr>
          </a:p>
          <a:p>
            <a:fld id="{32A47CA8-1D40-3C49-82CF-CF2201A41E4F}" type="slidenum">
              <a:rPr lang="en-US" smtClean="0">
                <a:latin typeface="Calibri"/>
              </a:rPr>
              <a:pPr/>
              <a:t>‹#›</a:t>
            </a:fld>
            <a:endParaRPr lang="en-US" dirty="0">
              <a:latin typeface="Calibri"/>
            </a:endParaRPr>
          </a:p>
        </p:txBody>
      </p:sp>
    </p:spTree>
  </p:cSld>
  <p:clrMapOvr>
    <a:masterClrMapping/>
  </p:clrMapOvr>
</p:sldLayout>
</file>

<file path=ppt/slideLayouts/slideLayout55.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143000" y="1122363"/>
            <a:ext cx="6858000" cy="2387600"/>
          </a:xfrm>
          <a:prstGeom prst="rect">
            <a:avLst/>
          </a:prstGeom>
        </p:spPr>
        <p:txBody>
          <a:bodyPr anchor="b"/>
          <a:lstStyle>
            <a:lvl1pPr algn="ctr">
              <a:defRPr sz="4500"/>
            </a:lvl1pPr>
          </a:lstStyle>
          <a:p>
            <a:r>
              <a:rPr lang="en-US"/>
              <a:t>Click to edit Master title style</a:t>
            </a:r>
          </a:p>
        </p:txBody>
      </p:sp>
      <p:sp>
        <p:nvSpPr>
          <p:cNvPr id="3" name="Subtitle 2"/>
          <p:cNvSpPr>
            <a:spLocks noGrp="1"/>
          </p:cNvSpPr>
          <p:nvPr>
            <p:ph type="subTitle" idx="1"/>
          </p:nvPr>
        </p:nvSpPr>
        <p:spPr>
          <a:xfrm>
            <a:off x="1143000" y="3602038"/>
            <a:ext cx="6858000" cy="1655762"/>
          </a:xfrm>
          <a:prstGeom prst="rect">
            <a:avLst/>
          </a:prstGeom>
        </p:spPr>
        <p:txBody>
          <a:bodyPr/>
          <a:lstStyle>
            <a:lvl1pPr marL="0" indent="0" algn="ctr">
              <a:buNone/>
              <a:defRPr sz="1800"/>
            </a:lvl1pPr>
            <a:lvl2pPr marL="342900" indent="0" algn="ctr">
              <a:buNone/>
              <a:defRPr sz="1500"/>
            </a:lvl2pPr>
            <a:lvl3pPr marL="685800" indent="0" algn="ctr">
              <a:buNone/>
              <a:defRPr sz="1350"/>
            </a:lvl3pPr>
            <a:lvl4pPr marL="1028700" indent="0" algn="ctr">
              <a:buNone/>
              <a:defRPr sz="1200"/>
            </a:lvl4pPr>
            <a:lvl5pPr marL="1371600" indent="0" algn="ctr">
              <a:buNone/>
              <a:defRPr sz="1200"/>
            </a:lvl5pPr>
            <a:lvl6pPr marL="1714500" indent="0" algn="ctr">
              <a:buNone/>
              <a:defRPr sz="1200"/>
            </a:lvl6pPr>
            <a:lvl7pPr marL="2057400" indent="0" algn="ctr">
              <a:buNone/>
              <a:defRPr sz="1200"/>
            </a:lvl7pPr>
            <a:lvl8pPr marL="2400300" indent="0" algn="ctr">
              <a:buNone/>
              <a:defRPr sz="1200"/>
            </a:lvl8pPr>
            <a:lvl9pPr marL="2743200" indent="0" algn="ctr">
              <a:buNone/>
              <a:defRPr sz="1200"/>
            </a:lvl9pPr>
          </a:lstStyle>
          <a:p>
            <a:r>
              <a:rPr lang="en-US"/>
              <a:t>Click to edit Master subtitle style</a:t>
            </a:r>
          </a:p>
        </p:txBody>
      </p:sp>
      <p:sp>
        <p:nvSpPr>
          <p:cNvPr id="5" name="Footer Placeholder 4"/>
          <p:cNvSpPr>
            <a:spLocks noGrp="1"/>
          </p:cNvSpPr>
          <p:nvPr>
            <p:ph type="ftr" sz="quarter" idx="11"/>
          </p:nvPr>
        </p:nvSpPr>
        <p:spPr/>
        <p:txBody>
          <a:bodyPr/>
          <a:lstStyle/>
          <a:p>
            <a:r>
              <a:rPr lang="en-US"/>
              <a:t>Ethical Debates, Econ Theories, Real-World Impacts</a:t>
            </a:r>
          </a:p>
        </p:txBody>
      </p:sp>
      <p:sp>
        <p:nvSpPr>
          <p:cNvPr id="6" name="Slide Number Placeholder 5"/>
          <p:cNvSpPr>
            <a:spLocks noGrp="1"/>
          </p:cNvSpPr>
          <p:nvPr>
            <p:ph type="sldNum" sz="quarter" idx="12"/>
          </p:nvPr>
        </p:nvSpPr>
        <p:spPr/>
        <p:txBody>
          <a:bodyPr/>
          <a:lstStyle/>
          <a:p>
            <a:fld id="{96D85B43-D788-46F7-A773-91C165729B06}" type="slidenum">
              <a:rPr lang="en-US" smtClean="0"/>
              <a:t>‹#›</a:t>
            </a:fld>
            <a:endParaRPr lang="en-US"/>
          </a:p>
        </p:txBody>
      </p:sp>
    </p:spTree>
  </p:cSld>
  <p:clrMapOvr>
    <a:masterClrMapping/>
  </p:clrMapOvr>
</p:sldLayout>
</file>

<file path=ppt/slideLayouts/slideLayout56.xml><?xml version="1.0" encoding="utf-8"?>
<p:sldLayout xmlns:a="http://schemas.openxmlformats.org/drawingml/2006/main" xmlns:r="http://schemas.openxmlformats.org/officeDocument/2006/relationships" xmlns:p="http://schemas.openxmlformats.org/presentationml/2006/main" type="txAndObj">
  <p:cSld name="Title, Text,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228600" y="152400"/>
            <a:ext cx="8458200" cy="609600"/>
          </a:xfrm>
          <a:prstGeom prst="rect">
            <a:avLst/>
          </a:prstGeom>
        </p:spPr>
        <p:txBody>
          <a:bodyPr/>
          <a:lstStyle/>
          <a:p>
            <a:r>
              <a:rPr lang="en-US"/>
              <a:t>Click to edit Master title style</a:t>
            </a:r>
          </a:p>
        </p:txBody>
      </p:sp>
      <p:sp>
        <p:nvSpPr>
          <p:cNvPr id="3" name="Text Placeholder 2"/>
          <p:cNvSpPr>
            <a:spLocks noGrp="1"/>
          </p:cNvSpPr>
          <p:nvPr>
            <p:ph type="body" sz="half" idx="1"/>
          </p:nvPr>
        </p:nvSpPr>
        <p:spPr>
          <a:xfrm>
            <a:off x="228600" y="838200"/>
            <a:ext cx="4152900" cy="5410200"/>
          </a:xfrm>
          <a:prstGeom prst="rect">
            <a:avLst/>
          </a:prstGeo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533900" y="838200"/>
            <a:ext cx="4152900" cy="5410200"/>
          </a:xfrm>
          <a:prstGeom prst="rect">
            <a:avLst/>
          </a:prstGeo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Rectangle 5"/>
          <p:cNvSpPr>
            <a:spLocks noGrp="1" noChangeArrowheads="1"/>
          </p:cNvSpPr>
          <p:nvPr>
            <p:ph type="ftr" sz="quarter" idx="10"/>
          </p:nvPr>
        </p:nvSpPr>
        <p:spPr>
          <a:ln/>
        </p:spPr>
        <p:txBody>
          <a:bodyPr/>
          <a:lstStyle>
            <a:lvl1pPr>
              <a:defRPr/>
            </a:lvl1pPr>
          </a:lstStyle>
          <a:p>
            <a:r>
              <a:rPr lang="en-US"/>
              <a:t>Ethical Debates, Econ Theories, Real-World Impacts</a:t>
            </a:r>
          </a:p>
        </p:txBody>
      </p:sp>
      <p:sp>
        <p:nvSpPr>
          <p:cNvPr id="6" name="Rectangle 6"/>
          <p:cNvSpPr>
            <a:spLocks noGrp="1" noChangeArrowheads="1"/>
          </p:cNvSpPr>
          <p:nvPr>
            <p:ph type="sldNum" sz="quarter" idx="11"/>
          </p:nvPr>
        </p:nvSpPr>
        <p:spPr>
          <a:ln/>
        </p:spPr>
        <p:txBody>
          <a:bodyPr/>
          <a:lstStyle>
            <a:lvl1pPr>
              <a:defRPr/>
            </a:lvl1pPr>
          </a:lstStyle>
          <a:p>
            <a:fld id="{1C809E66-74DF-0C42-A43A-AEFFC49125CF}" type="slidenum">
              <a:rPr lang="en-US"/>
              <a:pPr/>
              <a:t>‹#›</a:t>
            </a:fld>
            <a:endParaRPr lang="en-US"/>
          </a:p>
        </p:txBody>
      </p:sp>
    </p:spTree>
    <p:extLst>
      <p:ext uri="{BB962C8B-B14F-4D97-AF65-F5344CB8AC3E}">
        <p14:creationId xmlns:p14="http://schemas.microsoft.com/office/powerpoint/2010/main" val="1395968254"/>
      </p:ext>
    </p:extLst>
  </p:cSld>
  <p:clrMapOvr>
    <a:masterClrMapping/>
  </p:clrMapOvr>
</p:sldLayout>
</file>

<file path=ppt/slideLayouts/slideLayout57.xml><?xml version="1.0" encoding="utf-8"?>
<p:sldLayout xmlns:a="http://schemas.openxmlformats.org/drawingml/2006/main" xmlns:r="http://schemas.openxmlformats.org/officeDocument/2006/relationships" xmlns:p="http://schemas.openxmlformats.org/presentationml/2006/main" type="txOverObj">
  <p:cSld name="Title and Text over Content">
    <p:spTree>
      <p:nvGrpSpPr>
        <p:cNvPr id="1" name=""/>
        <p:cNvGrpSpPr/>
        <p:nvPr/>
      </p:nvGrpSpPr>
      <p:grpSpPr>
        <a:xfrm>
          <a:off x="0" y="0"/>
          <a:ext cx="0" cy="0"/>
          <a:chOff x="0" y="0"/>
          <a:chExt cx="0" cy="0"/>
        </a:xfrm>
      </p:grpSpPr>
      <p:sp>
        <p:nvSpPr>
          <p:cNvPr id="2" name="Title 1"/>
          <p:cNvSpPr>
            <a:spLocks noGrp="1"/>
          </p:cNvSpPr>
          <p:nvPr>
            <p:ph type="title"/>
          </p:nvPr>
        </p:nvSpPr>
        <p:spPr>
          <a:xfrm>
            <a:off x="228600" y="152400"/>
            <a:ext cx="8458200" cy="609600"/>
          </a:xfrm>
          <a:prstGeom prst="rect">
            <a:avLst/>
          </a:prstGeom>
        </p:spPr>
        <p:txBody>
          <a:bodyPr/>
          <a:lstStyle/>
          <a:p>
            <a:r>
              <a:rPr lang="en-US"/>
              <a:t>Click to edit Master title style</a:t>
            </a:r>
          </a:p>
        </p:txBody>
      </p:sp>
      <p:sp>
        <p:nvSpPr>
          <p:cNvPr id="3" name="Text Placeholder 2"/>
          <p:cNvSpPr>
            <a:spLocks noGrp="1"/>
          </p:cNvSpPr>
          <p:nvPr>
            <p:ph type="body" sz="half" idx="1"/>
          </p:nvPr>
        </p:nvSpPr>
        <p:spPr>
          <a:xfrm>
            <a:off x="228600" y="838200"/>
            <a:ext cx="8458200" cy="2628900"/>
          </a:xfrm>
          <a:prstGeom prst="rect">
            <a:avLst/>
          </a:prstGeo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228600" y="3619500"/>
            <a:ext cx="8458200" cy="2628900"/>
          </a:xfrm>
          <a:prstGeom prst="rect">
            <a:avLst/>
          </a:prstGeo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Rectangle 5"/>
          <p:cNvSpPr>
            <a:spLocks noGrp="1" noChangeArrowheads="1"/>
          </p:cNvSpPr>
          <p:nvPr>
            <p:ph type="ftr" sz="quarter" idx="10"/>
          </p:nvPr>
        </p:nvSpPr>
        <p:spPr>
          <a:ln/>
        </p:spPr>
        <p:txBody>
          <a:bodyPr/>
          <a:lstStyle>
            <a:lvl1pPr>
              <a:defRPr/>
            </a:lvl1pPr>
          </a:lstStyle>
          <a:p>
            <a:r>
              <a:rPr lang="en-US"/>
              <a:t>Ethical Debates, Econ Theories, Real-World Impacts</a:t>
            </a:r>
          </a:p>
        </p:txBody>
      </p:sp>
      <p:sp>
        <p:nvSpPr>
          <p:cNvPr id="6" name="Rectangle 6"/>
          <p:cNvSpPr>
            <a:spLocks noGrp="1" noChangeArrowheads="1"/>
          </p:cNvSpPr>
          <p:nvPr>
            <p:ph type="sldNum" sz="quarter" idx="11"/>
          </p:nvPr>
        </p:nvSpPr>
        <p:spPr>
          <a:ln/>
        </p:spPr>
        <p:txBody>
          <a:bodyPr/>
          <a:lstStyle>
            <a:lvl1pPr>
              <a:defRPr/>
            </a:lvl1pPr>
          </a:lstStyle>
          <a:p>
            <a:fld id="{1F6B9BC8-751C-6A46-B5B7-840FAB6C1A54}" type="slidenum">
              <a:rPr lang="en-US"/>
              <a:pPr/>
              <a:t>‹#›</a:t>
            </a:fld>
            <a:endParaRPr lang="en-US"/>
          </a:p>
        </p:txBody>
      </p:sp>
    </p:spTree>
    <p:extLst>
      <p:ext uri="{BB962C8B-B14F-4D97-AF65-F5344CB8AC3E}">
        <p14:creationId xmlns:p14="http://schemas.microsoft.com/office/powerpoint/2010/main" val="779601503"/>
      </p:ext>
    </p:extLst>
  </p:cSld>
  <p:clrMapOvr>
    <a:masterClrMapping/>
  </p:clrMapOvr>
</p:sldLayout>
</file>

<file path=ppt/slideLayouts/slideLayout58.xml><?xml version="1.0" encoding="utf-8"?>
<p:sldLayout xmlns:a="http://schemas.openxmlformats.org/drawingml/2006/main" xmlns:r="http://schemas.openxmlformats.org/officeDocument/2006/relationships" xmlns:p="http://schemas.openxmlformats.org/presentationml/2006/main" type="tbl">
  <p:cSld name="Title and Table">
    <p:spTree>
      <p:nvGrpSpPr>
        <p:cNvPr id="1" name=""/>
        <p:cNvGrpSpPr/>
        <p:nvPr/>
      </p:nvGrpSpPr>
      <p:grpSpPr>
        <a:xfrm>
          <a:off x="0" y="0"/>
          <a:ext cx="0" cy="0"/>
          <a:chOff x="0" y="0"/>
          <a:chExt cx="0" cy="0"/>
        </a:xfrm>
      </p:grpSpPr>
      <p:sp>
        <p:nvSpPr>
          <p:cNvPr id="2" name="Title 1"/>
          <p:cNvSpPr>
            <a:spLocks noGrp="1"/>
          </p:cNvSpPr>
          <p:nvPr>
            <p:ph type="title"/>
          </p:nvPr>
        </p:nvSpPr>
        <p:spPr>
          <a:xfrm>
            <a:off x="228600" y="152400"/>
            <a:ext cx="8458200" cy="609600"/>
          </a:xfrm>
          <a:prstGeom prst="rect">
            <a:avLst/>
          </a:prstGeom>
        </p:spPr>
        <p:txBody>
          <a:bodyPr/>
          <a:lstStyle/>
          <a:p>
            <a:r>
              <a:rPr lang="en-US"/>
              <a:t>Click to edit Master title style</a:t>
            </a:r>
          </a:p>
        </p:txBody>
      </p:sp>
      <p:sp>
        <p:nvSpPr>
          <p:cNvPr id="3" name="Table Placeholder 2"/>
          <p:cNvSpPr>
            <a:spLocks noGrp="1"/>
          </p:cNvSpPr>
          <p:nvPr>
            <p:ph type="tbl" idx="1"/>
          </p:nvPr>
        </p:nvSpPr>
        <p:spPr>
          <a:xfrm>
            <a:off x="228600" y="838200"/>
            <a:ext cx="8458200" cy="5410200"/>
          </a:xfrm>
          <a:prstGeom prst="rect">
            <a:avLst/>
          </a:prstGeom>
        </p:spPr>
        <p:txBody>
          <a:bodyPr/>
          <a:lstStyle/>
          <a:p>
            <a:pPr lvl="0"/>
            <a:endParaRPr lang="en-US" noProof="0"/>
          </a:p>
        </p:txBody>
      </p:sp>
      <p:sp>
        <p:nvSpPr>
          <p:cNvPr id="4" name="Rectangle 5"/>
          <p:cNvSpPr>
            <a:spLocks noGrp="1" noChangeArrowheads="1"/>
          </p:cNvSpPr>
          <p:nvPr>
            <p:ph type="ftr" sz="quarter" idx="10"/>
          </p:nvPr>
        </p:nvSpPr>
        <p:spPr>
          <a:ln/>
        </p:spPr>
        <p:txBody>
          <a:bodyPr/>
          <a:lstStyle>
            <a:lvl1pPr>
              <a:defRPr/>
            </a:lvl1pPr>
          </a:lstStyle>
          <a:p>
            <a:r>
              <a:rPr lang="en-US"/>
              <a:t>Ethical Debates, Econ Theories, Real-World Impacts</a:t>
            </a:r>
          </a:p>
        </p:txBody>
      </p:sp>
      <p:sp>
        <p:nvSpPr>
          <p:cNvPr id="5" name="Rectangle 6"/>
          <p:cNvSpPr>
            <a:spLocks noGrp="1" noChangeArrowheads="1"/>
          </p:cNvSpPr>
          <p:nvPr>
            <p:ph type="sldNum" sz="quarter" idx="11"/>
          </p:nvPr>
        </p:nvSpPr>
        <p:spPr>
          <a:ln/>
        </p:spPr>
        <p:txBody>
          <a:bodyPr/>
          <a:lstStyle>
            <a:lvl1pPr>
              <a:defRPr/>
            </a:lvl1pPr>
          </a:lstStyle>
          <a:p>
            <a:fld id="{FFFC3B70-B114-674E-8EFF-281092C9D65E}" type="slidenum">
              <a:rPr lang="en-US"/>
              <a:pPr/>
              <a:t>‹#›</a:t>
            </a:fld>
            <a:endParaRPr lang="en-US"/>
          </a:p>
        </p:txBody>
      </p:sp>
    </p:spTree>
    <p:extLst>
      <p:ext uri="{BB962C8B-B14F-4D97-AF65-F5344CB8AC3E}">
        <p14:creationId xmlns:p14="http://schemas.microsoft.com/office/powerpoint/2010/main" val="964730574"/>
      </p:ext>
    </p:extLst>
  </p:cSld>
  <p:clrMapOvr>
    <a:masterClrMapping/>
  </p:clrMapOvr>
</p:sldLayout>
</file>

<file path=ppt/slideMasters/_rels/slideMaster1.xml.rels><?xml version="1.0" encoding="UTF-8" standalone="yes"?>
<Relationships xmlns="http://schemas.openxmlformats.org/package/2006/relationships"><Relationship Id="rId13" Type="http://schemas.openxmlformats.org/officeDocument/2006/relationships/slideLayout" Target="../slideLayouts/slideLayout13.xml"/><Relationship Id="rId18" Type="http://schemas.openxmlformats.org/officeDocument/2006/relationships/slideLayout" Target="../slideLayouts/slideLayout18.xml"/><Relationship Id="rId26" Type="http://schemas.openxmlformats.org/officeDocument/2006/relationships/slideLayout" Target="../slideLayouts/slideLayout26.xml"/><Relationship Id="rId39" Type="http://schemas.openxmlformats.org/officeDocument/2006/relationships/slideLayout" Target="../slideLayouts/slideLayout39.xml"/><Relationship Id="rId21" Type="http://schemas.openxmlformats.org/officeDocument/2006/relationships/slideLayout" Target="../slideLayouts/slideLayout21.xml"/><Relationship Id="rId34" Type="http://schemas.openxmlformats.org/officeDocument/2006/relationships/slideLayout" Target="../slideLayouts/slideLayout34.xml"/><Relationship Id="rId42" Type="http://schemas.openxmlformats.org/officeDocument/2006/relationships/slideLayout" Target="../slideLayouts/slideLayout42.xml"/><Relationship Id="rId47" Type="http://schemas.openxmlformats.org/officeDocument/2006/relationships/slideLayout" Target="../slideLayouts/slideLayout47.xml"/><Relationship Id="rId50" Type="http://schemas.openxmlformats.org/officeDocument/2006/relationships/slideLayout" Target="../slideLayouts/slideLayout50.xml"/><Relationship Id="rId55" Type="http://schemas.openxmlformats.org/officeDocument/2006/relationships/slideLayout" Target="../slideLayouts/slideLayout55.xml"/><Relationship Id="rId7" Type="http://schemas.openxmlformats.org/officeDocument/2006/relationships/slideLayout" Target="../slideLayouts/slideLayout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9" Type="http://schemas.openxmlformats.org/officeDocument/2006/relationships/slideLayout" Target="../slideLayouts/slideLayout29.xml"/><Relationship Id="rId11" Type="http://schemas.openxmlformats.org/officeDocument/2006/relationships/slideLayout" Target="../slideLayouts/slideLayout11.xml"/><Relationship Id="rId24" Type="http://schemas.openxmlformats.org/officeDocument/2006/relationships/slideLayout" Target="../slideLayouts/slideLayout24.xml"/><Relationship Id="rId32" Type="http://schemas.openxmlformats.org/officeDocument/2006/relationships/slideLayout" Target="../slideLayouts/slideLayout32.xml"/><Relationship Id="rId37" Type="http://schemas.openxmlformats.org/officeDocument/2006/relationships/slideLayout" Target="../slideLayouts/slideLayout37.xml"/><Relationship Id="rId40" Type="http://schemas.openxmlformats.org/officeDocument/2006/relationships/slideLayout" Target="../slideLayouts/slideLayout40.xml"/><Relationship Id="rId45" Type="http://schemas.openxmlformats.org/officeDocument/2006/relationships/slideLayout" Target="../slideLayouts/slideLayout45.xml"/><Relationship Id="rId53" Type="http://schemas.openxmlformats.org/officeDocument/2006/relationships/slideLayout" Target="../slideLayouts/slideLayout53.xml"/><Relationship Id="rId58" Type="http://schemas.openxmlformats.org/officeDocument/2006/relationships/slideLayout" Target="../slideLayouts/slideLayout58.xml"/><Relationship Id="rId5" Type="http://schemas.openxmlformats.org/officeDocument/2006/relationships/slideLayout" Target="../slideLayouts/slideLayout5.xml"/><Relationship Id="rId19" Type="http://schemas.openxmlformats.org/officeDocument/2006/relationships/slideLayout" Target="../slideLayouts/slideLayout19.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slideLayout" Target="../slideLayouts/slideLayout22.xml"/><Relationship Id="rId27" Type="http://schemas.openxmlformats.org/officeDocument/2006/relationships/slideLayout" Target="../slideLayouts/slideLayout27.xml"/><Relationship Id="rId30" Type="http://schemas.openxmlformats.org/officeDocument/2006/relationships/slideLayout" Target="../slideLayouts/slideLayout30.xml"/><Relationship Id="rId35" Type="http://schemas.openxmlformats.org/officeDocument/2006/relationships/slideLayout" Target="../slideLayouts/slideLayout35.xml"/><Relationship Id="rId43" Type="http://schemas.openxmlformats.org/officeDocument/2006/relationships/slideLayout" Target="../slideLayouts/slideLayout43.xml"/><Relationship Id="rId48" Type="http://schemas.openxmlformats.org/officeDocument/2006/relationships/slideLayout" Target="../slideLayouts/slideLayout48.xml"/><Relationship Id="rId56" Type="http://schemas.openxmlformats.org/officeDocument/2006/relationships/slideLayout" Target="../slideLayouts/slideLayout56.xml"/><Relationship Id="rId8" Type="http://schemas.openxmlformats.org/officeDocument/2006/relationships/slideLayout" Target="../slideLayouts/slideLayout8.xml"/><Relationship Id="rId51" Type="http://schemas.openxmlformats.org/officeDocument/2006/relationships/slideLayout" Target="../slideLayouts/slideLayout51.xml"/><Relationship Id="rId3" Type="http://schemas.openxmlformats.org/officeDocument/2006/relationships/slideLayout" Target="../slideLayouts/slideLayout3.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5" Type="http://schemas.openxmlformats.org/officeDocument/2006/relationships/slideLayout" Target="../slideLayouts/slideLayout25.xml"/><Relationship Id="rId33" Type="http://schemas.openxmlformats.org/officeDocument/2006/relationships/slideLayout" Target="../slideLayouts/slideLayout33.xml"/><Relationship Id="rId38" Type="http://schemas.openxmlformats.org/officeDocument/2006/relationships/slideLayout" Target="../slideLayouts/slideLayout38.xml"/><Relationship Id="rId46" Type="http://schemas.openxmlformats.org/officeDocument/2006/relationships/slideLayout" Target="../slideLayouts/slideLayout46.xml"/><Relationship Id="rId59" Type="http://schemas.openxmlformats.org/officeDocument/2006/relationships/theme" Target="../theme/theme1.xml"/><Relationship Id="rId20" Type="http://schemas.openxmlformats.org/officeDocument/2006/relationships/slideLayout" Target="../slideLayouts/slideLayout20.xml"/><Relationship Id="rId41" Type="http://schemas.openxmlformats.org/officeDocument/2006/relationships/slideLayout" Target="../slideLayouts/slideLayout41.xml"/><Relationship Id="rId54" Type="http://schemas.openxmlformats.org/officeDocument/2006/relationships/slideLayout" Target="../slideLayouts/slideLayout54.xml"/><Relationship Id="rId1" Type="http://schemas.openxmlformats.org/officeDocument/2006/relationships/slideLayout" Target="../slideLayouts/slideLayout1.xml"/><Relationship Id="rId6" Type="http://schemas.openxmlformats.org/officeDocument/2006/relationships/slideLayout" Target="../slideLayouts/slideLayout6.xml"/><Relationship Id="rId15" Type="http://schemas.openxmlformats.org/officeDocument/2006/relationships/slideLayout" Target="../slideLayouts/slideLayout15.xml"/><Relationship Id="rId23" Type="http://schemas.openxmlformats.org/officeDocument/2006/relationships/slideLayout" Target="../slideLayouts/slideLayout23.xml"/><Relationship Id="rId28" Type="http://schemas.openxmlformats.org/officeDocument/2006/relationships/slideLayout" Target="../slideLayouts/slideLayout28.xml"/><Relationship Id="rId36" Type="http://schemas.openxmlformats.org/officeDocument/2006/relationships/slideLayout" Target="../slideLayouts/slideLayout36.xml"/><Relationship Id="rId49" Type="http://schemas.openxmlformats.org/officeDocument/2006/relationships/slideLayout" Target="../slideLayouts/slideLayout49.xml"/><Relationship Id="rId57" Type="http://schemas.openxmlformats.org/officeDocument/2006/relationships/slideLayout" Target="../slideLayouts/slideLayout57.xml"/><Relationship Id="rId10" Type="http://schemas.openxmlformats.org/officeDocument/2006/relationships/slideLayout" Target="../slideLayouts/slideLayout10.xml"/><Relationship Id="rId31" Type="http://schemas.openxmlformats.org/officeDocument/2006/relationships/slideLayout" Target="../slideLayouts/slideLayout31.xml"/><Relationship Id="rId44" Type="http://schemas.openxmlformats.org/officeDocument/2006/relationships/slideLayout" Target="../slideLayouts/slideLayout44.xml"/><Relationship Id="rId52" Type="http://schemas.openxmlformats.org/officeDocument/2006/relationships/slideLayout" Target="../slideLayouts/slideLayout52.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1028" name="Line 88"/>
          <p:cNvSpPr>
            <a:spLocks noChangeShapeType="1"/>
          </p:cNvSpPr>
          <p:nvPr/>
        </p:nvSpPr>
        <p:spPr bwMode="gray">
          <a:xfrm>
            <a:off x="0" y="6423027"/>
            <a:ext cx="9144000" cy="0"/>
          </a:xfrm>
          <a:prstGeom prst="line">
            <a:avLst/>
          </a:prstGeom>
          <a:noFill/>
          <a:ln w="15875">
            <a:solidFill>
              <a:schemeClr val="accent1"/>
            </a:solidFill>
            <a:round/>
            <a:headEnd/>
            <a:tailEnd/>
          </a:ln>
          <a:extLst>
            <a:ext uri="{909E8E84-426E-40DD-AFC4-6F175D3DCCD1}">
              <a14:hiddenFill xmlns:a14="http://schemas.microsoft.com/office/drawing/2010/main">
                <a:noFill/>
              </a14:hiddenFill>
            </a:ext>
          </a:extLst>
        </p:spPr>
        <p:txBody>
          <a:bodyPr/>
          <a:lstStyle/>
          <a:p>
            <a:endParaRPr lang="en-US" sz="1350"/>
          </a:p>
        </p:txBody>
      </p:sp>
      <p:sp>
        <p:nvSpPr>
          <p:cNvPr id="10" name="Slide Number Placeholder 9"/>
          <p:cNvSpPr>
            <a:spLocks noGrp="1"/>
          </p:cNvSpPr>
          <p:nvPr>
            <p:ph type="sldNum" sz="quarter" idx="4"/>
          </p:nvPr>
        </p:nvSpPr>
        <p:spPr>
          <a:xfrm>
            <a:off x="8610600" y="6436635"/>
            <a:ext cx="457200" cy="365125"/>
          </a:xfrm>
          <a:prstGeom prst="rect">
            <a:avLst/>
          </a:prstGeom>
        </p:spPr>
        <p:txBody>
          <a:bodyPr vert="horz" wrap="square" lIns="91440" tIns="45720" rIns="91440" bIns="45720" numCol="1" anchor="ctr" anchorCtr="0" compatLnSpc="1">
            <a:prstTxWarp prst="textNoShape">
              <a:avLst/>
            </a:prstTxWarp>
          </a:bodyPr>
          <a:lstStyle>
            <a:lvl1pPr>
              <a:defRPr sz="800" b="0">
                <a:solidFill>
                  <a:schemeClr val="tx1">
                    <a:lumMod val="50000"/>
                    <a:lumOff val="50000"/>
                  </a:schemeClr>
                </a:solidFill>
                <a:latin typeface="+mn-lt"/>
              </a:defRPr>
            </a:lvl1pPr>
          </a:lstStyle>
          <a:p>
            <a:pPr algn="r"/>
            <a:fld id="{D9D5F7EB-196B-A148-8812-2A4F7A2FBBD6}" type="slidenum">
              <a:rPr lang="en-US" altLang="en-US" smtClean="0"/>
              <a:pPr algn="r"/>
              <a:t>‹#›</a:t>
            </a:fld>
            <a:endParaRPr lang="en-US" altLang="en-US" sz="800" dirty="0"/>
          </a:p>
        </p:txBody>
      </p:sp>
      <p:sp>
        <p:nvSpPr>
          <p:cNvPr id="13" name="Footer Placeholder 12"/>
          <p:cNvSpPr>
            <a:spLocks noGrp="1"/>
          </p:cNvSpPr>
          <p:nvPr>
            <p:ph type="ftr" sz="quarter" idx="3"/>
          </p:nvPr>
        </p:nvSpPr>
        <p:spPr>
          <a:xfrm>
            <a:off x="3124200" y="6442488"/>
            <a:ext cx="2895600" cy="365125"/>
          </a:xfrm>
          <a:prstGeom prst="rect">
            <a:avLst/>
          </a:prstGeom>
        </p:spPr>
        <p:txBody>
          <a:bodyPr vert="horz" wrap="square" lIns="91440" tIns="45720" rIns="91440" bIns="45720" numCol="1" anchor="ctr" anchorCtr="0" compatLnSpc="1">
            <a:prstTxWarp prst="textNoShape">
              <a:avLst/>
            </a:prstTxWarp>
          </a:bodyPr>
          <a:lstStyle>
            <a:lvl1pPr algn="ctr">
              <a:defRPr sz="1000" b="1" smtClean="0">
                <a:solidFill>
                  <a:srgbClr val="898989"/>
                </a:solidFill>
                <a:latin typeface="+mn-lt"/>
                <a:ea typeface="+mn-ea"/>
              </a:defRPr>
            </a:lvl1pPr>
          </a:lstStyle>
          <a:p>
            <a:pPr>
              <a:defRPr/>
            </a:pPr>
            <a:r>
              <a:rPr lang="en-US" dirty="0"/>
              <a:t>Ethical Debates, Econ Theories, Real-World Impacts</a:t>
            </a:r>
          </a:p>
        </p:txBody>
      </p:sp>
      <p:sp>
        <p:nvSpPr>
          <p:cNvPr id="9" name="Footer Placeholder 3"/>
          <p:cNvSpPr txBox="1">
            <a:spLocks/>
          </p:cNvSpPr>
          <p:nvPr userDrawn="1"/>
        </p:nvSpPr>
        <p:spPr>
          <a:xfrm>
            <a:off x="72409" y="6423029"/>
            <a:ext cx="2362200" cy="365125"/>
          </a:xfrm>
          <a:prstGeom prst="rect">
            <a:avLst/>
          </a:prstGeom>
        </p:spPr>
        <p:txBody>
          <a:bodyPr vert="horz" wrap="square" lIns="68580" tIns="34290" rIns="68580" bIns="34290" numCol="1" anchor="ctr" anchorCtr="0" compatLnSpc="1">
            <a:prstTxWarp prst="textNoShape">
              <a:avLst/>
            </a:prstTxWarp>
          </a:bodyPr>
          <a:lstStyle>
            <a:defPPr>
              <a:defRPr lang="en-US"/>
            </a:defPPr>
            <a:lvl1pPr algn="ctr" rtl="0" fontAlgn="base">
              <a:spcBef>
                <a:spcPct val="0"/>
              </a:spcBef>
              <a:spcAft>
                <a:spcPct val="0"/>
              </a:spcAft>
              <a:defRPr sz="1200" kern="1200" smtClean="0">
                <a:solidFill>
                  <a:srgbClr val="898989"/>
                </a:solidFill>
                <a:latin typeface="Arial" charset="0"/>
                <a:ea typeface="+mn-ea"/>
                <a:cs typeface="Arial" charset="0"/>
              </a:defRPr>
            </a:lvl1pPr>
            <a:lvl2pPr marL="457200" algn="l" rtl="0" fontAlgn="base">
              <a:spcBef>
                <a:spcPct val="0"/>
              </a:spcBef>
              <a:spcAft>
                <a:spcPct val="0"/>
              </a:spcAft>
              <a:defRPr kern="1200">
                <a:solidFill>
                  <a:schemeClr val="tx1"/>
                </a:solidFill>
                <a:latin typeface="Calibri" charset="0"/>
                <a:ea typeface="Arial" charset="0"/>
                <a:cs typeface="Arial" charset="0"/>
              </a:defRPr>
            </a:lvl2pPr>
            <a:lvl3pPr marL="914400" algn="l" rtl="0" fontAlgn="base">
              <a:spcBef>
                <a:spcPct val="0"/>
              </a:spcBef>
              <a:spcAft>
                <a:spcPct val="0"/>
              </a:spcAft>
              <a:defRPr kern="1200">
                <a:solidFill>
                  <a:schemeClr val="tx1"/>
                </a:solidFill>
                <a:latin typeface="Calibri" charset="0"/>
                <a:ea typeface="Arial" charset="0"/>
                <a:cs typeface="Arial" charset="0"/>
              </a:defRPr>
            </a:lvl3pPr>
            <a:lvl4pPr marL="1371600" algn="l" rtl="0" fontAlgn="base">
              <a:spcBef>
                <a:spcPct val="0"/>
              </a:spcBef>
              <a:spcAft>
                <a:spcPct val="0"/>
              </a:spcAft>
              <a:defRPr kern="1200">
                <a:solidFill>
                  <a:schemeClr val="tx1"/>
                </a:solidFill>
                <a:latin typeface="Calibri" charset="0"/>
                <a:ea typeface="Arial" charset="0"/>
                <a:cs typeface="Arial" charset="0"/>
              </a:defRPr>
            </a:lvl4pPr>
            <a:lvl5pPr marL="1828800" algn="l" rtl="0" fontAlgn="base">
              <a:spcBef>
                <a:spcPct val="0"/>
              </a:spcBef>
              <a:spcAft>
                <a:spcPct val="0"/>
              </a:spcAft>
              <a:defRPr kern="1200">
                <a:solidFill>
                  <a:schemeClr val="tx1"/>
                </a:solidFill>
                <a:latin typeface="Calibri" charset="0"/>
                <a:ea typeface="Arial" charset="0"/>
                <a:cs typeface="Arial" charset="0"/>
              </a:defRPr>
            </a:lvl5pPr>
            <a:lvl6pPr marL="2286000" algn="l" defTabSz="914400" rtl="0" eaLnBrk="1" latinLnBrk="0" hangingPunct="1">
              <a:defRPr kern="1200">
                <a:solidFill>
                  <a:schemeClr val="tx1"/>
                </a:solidFill>
                <a:latin typeface="Calibri" charset="0"/>
                <a:ea typeface="Arial" charset="0"/>
                <a:cs typeface="Arial" charset="0"/>
              </a:defRPr>
            </a:lvl6pPr>
            <a:lvl7pPr marL="2743200" algn="l" defTabSz="914400" rtl="0" eaLnBrk="1" latinLnBrk="0" hangingPunct="1">
              <a:defRPr kern="1200">
                <a:solidFill>
                  <a:schemeClr val="tx1"/>
                </a:solidFill>
                <a:latin typeface="Calibri" charset="0"/>
                <a:ea typeface="Arial" charset="0"/>
                <a:cs typeface="Arial" charset="0"/>
              </a:defRPr>
            </a:lvl7pPr>
            <a:lvl8pPr marL="3200400" algn="l" defTabSz="914400" rtl="0" eaLnBrk="1" latinLnBrk="0" hangingPunct="1">
              <a:defRPr kern="1200">
                <a:solidFill>
                  <a:schemeClr val="tx1"/>
                </a:solidFill>
                <a:latin typeface="Calibri" charset="0"/>
                <a:ea typeface="Arial" charset="0"/>
                <a:cs typeface="Arial" charset="0"/>
              </a:defRPr>
            </a:lvl8pPr>
            <a:lvl9pPr marL="3657600" algn="l" defTabSz="914400" rtl="0" eaLnBrk="1" latinLnBrk="0" hangingPunct="1">
              <a:defRPr kern="1200">
                <a:solidFill>
                  <a:schemeClr val="tx1"/>
                </a:solidFill>
                <a:latin typeface="Calibri" charset="0"/>
                <a:ea typeface="Arial" charset="0"/>
                <a:cs typeface="Arial" charset="0"/>
              </a:defRPr>
            </a:lvl9pPr>
          </a:lstStyle>
          <a:p>
            <a:pPr algn="l">
              <a:defRPr/>
            </a:pPr>
            <a:r>
              <a:rPr lang="en-US" sz="800" baseline="0" dirty="0">
                <a:latin typeface="+mn-lt"/>
              </a:rPr>
              <a:t>FIT_EthDebate_2026S</a:t>
            </a:r>
            <a:endParaRPr lang="en-US" sz="800" dirty="0">
              <a:latin typeface="+mn-lt"/>
            </a:endParaRPr>
          </a:p>
        </p:txBody>
      </p:sp>
    </p:spTree>
    <p:extLst>
      <p:ext uri="{BB962C8B-B14F-4D97-AF65-F5344CB8AC3E}">
        <p14:creationId xmlns:p14="http://schemas.microsoft.com/office/powerpoint/2010/main" val="603858000"/>
      </p:ext>
    </p:extLst>
  </p:cSld>
  <p:clrMap bg1="lt1" tx1="dk1" bg2="lt2" tx2="dk2" accent1="accent1" accent2="accent2" accent3="accent3" accent4="accent4" accent5="accent5" accent6="accent6" hlink="hlink" folHlink="folHlink"/>
  <p:sldLayoutIdLst>
    <p:sldLayoutId id="2147483676" r:id="rId1"/>
    <p:sldLayoutId id="2147483677" r:id="rId2"/>
    <p:sldLayoutId id="2147483678" r:id="rId3"/>
    <p:sldLayoutId id="2147483679" r:id="rId4"/>
    <p:sldLayoutId id="2147483680" r:id="rId5"/>
    <p:sldLayoutId id="2147483681" r:id="rId6"/>
    <p:sldLayoutId id="2147483682" r:id="rId7"/>
    <p:sldLayoutId id="2147483683" r:id="rId8"/>
    <p:sldLayoutId id="2147483684" r:id="rId9"/>
    <p:sldLayoutId id="2147483685" r:id="rId10"/>
    <p:sldLayoutId id="2147483686" r:id="rId11"/>
    <p:sldLayoutId id="2147483687" r:id="rId12"/>
    <p:sldLayoutId id="2147483688" r:id="rId13"/>
    <p:sldLayoutId id="2147483689" r:id="rId14"/>
    <p:sldLayoutId id="2147483690" r:id="rId15"/>
    <p:sldLayoutId id="2147483691" r:id="rId16"/>
    <p:sldLayoutId id="2147483692" r:id="rId17"/>
    <p:sldLayoutId id="2147483693" r:id="rId18"/>
    <p:sldLayoutId id="2147483694" r:id="rId19"/>
    <p:sldLayoutId id="2147483695" r:id="rId20"/>
    <p:sldLayoutId id="2147483696" r:id="rId21"/>
    <p:sldLayoutId id="2147483697" r:id="rId22"/>
    <p:sldLayoutId id="2147483698" r:id="rId23"/>
    <p:sldLayoutId id="2147483699" r:id="rId24"/>
    <p:sldLayoutId id="2147483700" r:id="rId25"/>
    <p:sldLayoutId id="2147483701" r:id="rId26"/>
    <p:sldLayoutId id="2147483702" r:id="rId27"/>
    <p:sldLayoutId id="2147483703" r:id="rId28"/>
    <p:sldLayoutId id="2147483704" r:id="rId29"/>
    <p:sldLayoutId id="2147483705" r:id="rId30"/>
    <p:sldLayoutId id="2147483706" r:id="rId31"/>
    <p:sldLayoutId id="2147483707" r:id="rId32"/>
    <p:sldLayoutId id="2147483708" r:id="rId33"/>
    <p:sldLayoutId id="2147483709" r:id="rId34"/>
    <p:sldLayoutId id="2147483710" r:id="rId35"/>
    <p:sldLayoutId id="2147483711" r:id="rId36"/>
    <p:sldLayoutId id="2147483712" r:id="rId37"/>
    <p:sldLayoutId id="2147483713" r:id="rId38"/>
    <p:sldLayoutId id="2147483714" r:id="rId39"/>
    <p:sldLayoutId id="2147483715" r:id="rId40"/>
    <p:sldLayoutId id="2147483716" r:id="rId41"/>
    <p:sldLayoutId id="2147483717" r:id="rId42"/>
    <p:sldLayoutId id="2147483718" r:id="rId43"/>
    <p:sldLayoutId id="2147483719" r:id="rId44"/>
    <p:sldLayoutId id="2147483720" r:id="rId45"/>
    <p:sldLayoutId id="2147483721" r:id="rId46"/>
    <p:sldLayoutId id="2147483722" r:id="rId47"/>
    <p:sldLayoutId id="2147483723" r:id="rId48"/>
    <p:sldLayoutId id="2147483724" r:id="rId49"/>
    <p:sldLayoutId id="2147483725" r:id="rId50"/>
    <p:sldLayoutId id="2147483726" r:id="rId51"/>
    <p:sldLayoutId id="2147483727" r:id="rId52"/>
    <p:sldLayoutId id="2147483728" r:id="rId53"/>
    <p:sldLayoutId id="2147483729" r:id="rId54"/>
    <p:sldLayoutId id="2147483730" r:id="rId55"/>
    <p:sldLayoutId id="2147483731" r:id="rId56"/>
    <p:sldLayoutId id="2147483732" r:id="rId57"/>
    <p:sldLayoutId id="2147483733" r:id="rId58"/>
  </p:sldLayoutIdLst>
  <p:hf hdr="0" dt="0"/>
  <p:txStyles>
    <p:titleStyle>
      <a:lvl1pPr algn="ctr" rtl="0" eaLnBrk="1" fontAlgn="base" hangingPunct="1">
        <a:spcBef>
          <a:spcPct val="0"/>
        </a:spcBef>
        <a:spcAft>
          <a:spcPct val="0"/>
        </a:spcAft>
        <a:defRPr sz="3300" kern="1200">
          <a:solidFill>
            <a:schemeClr val="tx1"/>
          </a:solidFill>
          <a:latin typeface="+mj-lt"/>
          <a:ea typeface="+mj-ea"/>
          <a:cs typeface="+mj-cs"/>
        </a:defRPr>
      </a:lvl1pPr>
      <a:lvl2pPr algn="ctr" rtl="0" eaLnBrk="1" fontAlgn="base" hangingPunct="1">
        <a:spcBef>
          <a:spcPct val="0"/>
        </a:spcBef>
        <a:spcAft>
          <a:spcPct val="0"/>
        </a:spcAft>
        <a:defRPr sz="3300">
          <a:solidFill>
            <a:schemeClr val="tx1"/>
          </a:solidFill>
          <a:latin typeface="Arial" charset="0"/>
        </a:defRPr>
      </a:lvl2pPr>
      <a:lvl3pPr algn="ctr" rtl="0" eaLnBrk="1" fontAlgn="base" hangingPunct="1">
        <a:spcBef>
          <a:spcPct val="0"/>
        </a:spcBef>
        <a:spcAft>
          <a:spcPct val="0"/>
        </a:spcAft>
        <a:defRPr sz="3300">
          <a:solidFill>
            <a:schemeClr val="tx1"/>
          </a:solidFill>
          <a:latin typeface="Arial" charset="0"/>
        </a:defRPr>
      </a:lvl3pPr>
      <a:lvl4pPr algn="ctr" rtl="0" eaLnBrk="1" fontAlgn="base" hangingPunct="1">
        <a:spcBef>
          <a:spcPct val="0"/>
        </a:spcBef>
        <a:spcAft>
          <a:spcPct val="0"/>
        </a:spcAft>
        <a:defRPr sz="3300">
          <a:solidFill>
            <a:schemeClr val="tx1"/>
          </a:solidFill>
          <a:latin typeface="Arial" charset="0"/>
        </a:defRPr>
      </a:lvl4pPr>
      <a:lvl5pPr algn="ctr" rtl="0" eaLnBrk="1" fontAlgn="base" hangingPunct="1">
        <a:spcBef>
          <a:spcPct val="0"/>
        </a:spcBef>
        <a:spcAft>
          <a:spcPct val="0"/>
        </a:spcAft>
        <a:defRPr sz="3300">
          <a:solidFill>
            <a:schemeClr val="tx1"/>
          </a:solidFill>
          <a:latin typeface="Arial" charset="0"/>
        </a:defRPr>
      </a:lvl5pPr>
      <a:lvl6pPr marL="342900" algn="ctr" rtl="0" eaLnBrk="1" fontAlgn="base" hangingPunct="1">
        <a:spcBef>
          <a:spcPct val="0"/>
        </a:spcBef>
        <a:spcAft>
          <a:spcPct val="0"/>
        </a:spcAft>
        <a:defRPr sz="3300">
          <a:solidFill>
            <a:schemeClr val="tx1"/>
          </a:solidFill>
          <a:latin typeface="Arial" charset="0"/>
        </a:defRPr>
      </a:lvl6pPr>
      <a:lvl7pPr marL="685800" algn="ctr" rtl="0" eaLnBrk="1" fontAlgn="base" hangingPunct="1">
        <a:spcBef>
          <a:spcPct val="0"/>
        </a:spcBef>
        <a:spcAft>
          <a:spcPct val="0"/>
        </a:spcAft>
        <a:defRPr sz="3300">
          <a:solidFill>
            <a:schemeClr val="tx1"/>
          </a:solidFill>
          <a:latin typeface="Arial" charset="0"/>
        </a:defRPr>
      </a:lvl7pPr>
      <a:lvl8pPr marL="1028700" algn="ctr" rtl="0" eaLnBrk="1" fontAlgn="base" hangingPunct="1">
        <a:spcBef>
          <a:spcPct val="0"/>
        </a:spcBef>
        <a:spcAft>
          <a:spcPct val="0"/>
        </a:spcAft>
        <a:defRPr sz="3300">
          <a:solidFill>
            <a:schemeClr val="tx1"/>
          </a:solidFill>
          <a:latin typeface="Arial" charset="0"/>
        </a:defRPr>
      </a:lvl8pPr>
      <a:lvl9pPr marL="1371600" algn="ctr" rtl="0" eaLnBrk="1" fontAlgn="base" hangingPunct="1">
        <a:spcBef>
          <a:spcPct val="0"/>
        </a:spcBef>
        <a:spcAft>
          <a:spcPct val="0"/>
        </a:spcAft>
        <a:defRPr sz="3300">
          <a:solidFill>
            <a:schemeClr val="tx1"/>
          </a:solidFill>
          <a:latin typeface="Arial" charset="0"/>
        </a:defRPr>
      </a:lvl9pPr>
    </p:titleStyle>
    <p:bodyStyle>
      <a:lvl1pPr marL="257175" indent="-257175" algn="l" rtl="0" eaLnBrk="1" fontAlgn="base" hangingPunct="1">
        <a:spcBef>
          <a:spcPct val="20000"/>
        </a:spcBef>
        <a:spcAft>
          <a:spcPct val="0"/>
        </a:spcAft>
        <a:buFont typeface="Arial" charset="0"/>
        <a:buChar char="•"/>
        <a:defRPr sz="2400" kern="1200">
          <a:solidFill>
            <a:schemeClr val="tx1"/>
          </a:solidFill>
          <a:latin typeface="+mn-lt"/>
          <a:ea typeface="+mn-ea"/>
          <a:cs typeface="+mn-cs"/>
        </a:defRPr>
      </a:lvl1pPr>
      <a:lvl2pPr marL="557213" indent="-214313" algn="l" rtl="0" eaLnBrk="1" fontAlgn="base" hangingPunct="1">
        <a:spcBef>
          <a:spcPct val="20000"/>
        </a:spcBef>
        <a:spcAft>
          <a:spcPct val="0"/>
        </a:spcAft>
        <a:buFont typeface="Arial" charset="0"/>
        <a:buChar char="–"/>
        <a:defRPr sz="2100" kern="1200">
          <a:solidFill>
            <a:schemeClr val="tx1"/>
          </a:solidFill>
          <a:latin typeface="+mn-lt"/>
          <a:ea typeface="+mn-ea"/>
          <a:cs typeface="+mn-cs"/>
        </a:defRPr>
      </a:lvl2pPr>
      <a:lvl3pPr marL="857250" indent="-171450" algn="l" rtl="0" eaLnBrk="1" fontAlgn="base" hangingPunct="1">
        <a:spcBef>
          <a:spcPct val="20000"/>
        </a:spcBef>
        <a:spcAft>
          <a:spcPct val="0"/>
        </a:spcAft>
        <a:buFont typeface="Arial" charset="0"/>
        <a:buChar char="•"/>
        <a:defRPr sz="1800" kern="1200">
          <a:solidFill>
            <a:schemeClr val="tx1"/>
          </a:solidFill>
          <a:latin typeface="+mn-lt"/>
          <a:ea typeface="+mn-ea"/>
          <a:cs typeface="+mn-cs"/>
        </a:defRPr>
      </a:lvl3pPr>
      <a:lvl4pPr marL="1200150" indent="-171450" algn="l" rtl="0" eaLnBrk="1" fontAlgn="base" hangingPunct="1">
        <a:spcBef>
          <a:spcPct val="20000"/>
        </a:spcBef>
        <a:spcAft>
          <a:spcPct val="0"/>
        </a:spcAft>
        <a:buFont typeface="Arial" charset="0"/>
        <a:buChar char="–"/>
        <a:defRPr sz="1500" kern="1200">
          <a:solidFill>
            <a:schemeClr val="tx1"/>
          </a:solidFill>
          <a:latin typeface="+mn-lt"/>
          <a:ea typeface="+mn-ea"/>
          <a:cs typeface="+mn-cs"/>
        </a:defRPr>
      </a:lvl4pPr>
      <a:lvl5pPr marL="1543050" indent="-171450" algn="l" rtl="0" eaLnBrk="1" fontAlgn="base" hangingPunct="1">
        <a:spcBef>
          <a:spcPct val="20000"/>
        </a:spcBef>
        <a:spcAft>
          <a:spcPct val="0"/>
        </a:spcAft>
        <a:buFont typeface="Arial" charset="0"/>
        <a:buChar char="»"/>
        <a:defRPr sz="1500" kern="1200">
          <a:solidFill>
            <a:schemeClr val="tx1"/>
          </a:solidFill>
          <a:latin typeface="+mn-lt"/>
          <a:ea typeface="+mn-ea"/>
          <a:cs typeface="+mn-cs"/>
        </a:defRPr>
      </a:lvl5pPr>
      <a:lvl6pPr marL="1885950" indent="-171450" algn="l" defTabSz="685800" rtl="0" eaLnBrk="1" latinLnBrk="0" hangingPunct="1">
        <a:spcBef>
          <a:spcPct val="20000"/>
        </a:spcBef>
        <a:buFont typeface="Arial" pitchFamily="34" charset="0"/>
        <a:buChar char="•"/>
        <a:defRPr sz="1500" kern="1200">
          <a:solidFill>
            <a:schemeClr val="tx1"/>
          </a:solidFill>
          <a:latin typeface="+mn-lt"/>
          <a:ea typeface="+mn-ea"/>
          <a:cs typeface="+mn-cs"/>
        </a:defRPr>
      </a:lvl6pPr>
      <a:lvl7pPr marL="2228850" indent="-171450" algn="l" defTabSz="685800" rtl="0" eaLnBrk="1" latinLnBrk="0" hangingPunct="1">
        <a:spcBef>
          <a:spcPct val="20000"/>
        </a:spcBef>
        <a:buFont typeface="Arial" pitchFamily="34" charset="0"/>
        <a:buChar char="•"/>
        <a:defRPr sz="1500" kern="1200">
          <a:solidFill>
            <a:schemeClr val="tx1"/>
          </a:solidFill>
          <a:latin typeface="+mn-lt"/>
          <a:ea typeface="+mn-ea"/>
          <a:cs typeface="+mn-cs"/>
        </a:defRPr>
      </a:lvl7pPr>
      <a:lvl8pPr marL="2571750" indent="-171450" algn="l" defTabSz="685800" rtl="0" eaLnBrk="1" latinLnBrk="0" hangingPunct="1">
        <a:spcBef>
          <a:spcPct val="20000"/>
        </a:spcBef>
        <a:buFont typeface="Arial" pitchFamily="34" charset="0"/>
        <a:buChar char="•"/>
        <a:defRPr sz="1500" kern="1200">
          <a:solidFill>
            <a:schemeClr val="tx1"/>
          </a:solidFill>
          <a:latin typeface="+mn-lt"/>
          <a:ea typeface="+mn-ea"/>
          <a:cs typeface="+mn-cs"/>
        </a:defRPr>
      </a:lvl8pPr>
      <a:lvl9pPr marL="2914650" indent="-171450" algn="l" defTabSz="685800" rtl="0" eaLnBrk="1" latinLnBrk="0" hangingPunct="1">
        <a:spcBef>
          <a:spcPct val="20000"/>
        </a:spcBef>
        <a:buFont typeface="Arial" pitchFamily="34" charset="0"/>
        <a:buChar char="•"/>
        <a:defRPr sz="1500" kern="1200">
          <a:solidFill>
            <a:schemeClr val="tx1"/>
          </a:solidFill>
          <a:latin typeface="+mn-lt"/>
          <a:ea typeface="+mn-ea"/>
          <a:cs typeface="+mn-cs"/>
        </a:defRPr>
      </a:lvl9pPr>
    </p:bodyStyle>
    <p:otherStyle>
      <a:defPPr>
        <a:defRPr lang="en-US"/>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55.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1.emf"/><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hyperlink" Target="https://fred.stlouisfed.org/graph/?g=1Y1VX" TargetMode="External"/><Relationship Id="rId2" Type="http://schemas.openxmlformats.org/officeDocument/2006/relationships/image" Target="../media/image3.png"/><Relationship Id="rId1" Type="http://schemas.openxmlformats.org/officeDocument/2006/relationships/slideLayout" Target="../slideLayouts/slideLayout2.xml"/><Relationship Id="rId4" Type="http://schemas.openxmlformats.org/officeDocument/2006/relationships/image" Target="../media/image4.jpg"/></Relationships>
</file>

<file path=ppt/slides/_rels/slide8.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6.jpg"/><Relationship Id="rId2" Type="http://schemas.openxmlformats.org/officeDocument/2006/relationships/hyperlink" Target="https://fred.stlouisfed.org/graph/?g=1Y1W7" TargetMode="Externa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image" Target="../media/image13.png"/><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prstGeom prst="rect">
            <a:avLst/>
          </a:prstGeom>
        </p:spPr>
        <p:txBody>
          <a:bodyPr/>
          <a:lstStyle/>
          <a:p>
            <a:r>
              <a:rPr lang="en-US" dirty="0"/>
              <a:t>Federal Income Taxation</a:t>
            </a:r>
            <a:br>
              <a:rPr lang="en-US" dirty="0"/>
            </a:br>
            <a:r>
              <a:rPr lang="en-US" sz="3600" i="1" dirty="0"/>
              <a:t>Ethical Debates, Economic Theories, Real-World Impacts</a:t>
            </a:r>
            <a:endParaRPr lang="en-US" dirty="0"/>
          </a:p>
        </p:txBody>
      </p:sp>
      <p:sp>
        <p:nvSpPr>
          <p:cNvPr id="3" name="Subtitle 2"/>
          <p:cNvSpPr>
            <a:spLocks noGrp="1"/>
          </p:cNvSpPr>
          <p:nvPr>
            <p:ph type="subTitle" idx="1"/>
          </p:nvPr>
        </p:nvSpPr>
        <p:spPr>
          <a:xfrm>
            <a:off x="1134533" y="5013325"/>
            <a:ext cx="6858000" cy="609600"/>
          </a:xfrm>
          <a:prstGeom prst="rect">
            <a:avLst/>
          </a:prstGeom>
        </p:spPr>
        <p:txBody>
          <a:bodyPr>
            <a:normAutofit fontScale="85000" lnSpcReduction="20000"/>
          </a:bodyPr>
          <a:lstStyle/>
          <a:p>
            <a:r>
              <a:rPr lang="en-US" sz="2100" b="1" dirty="0"/>
              <a:t>Prof. Colon</a:t>
            </a:r>
          </a:p>
          <a:p>
            <a:r>
              <a:rPr lang="en-US" sz="2100" b="1" dirty="0"/>
              <a:t>Spring 2026</a:t>
            </a:r>
          </a:p>
        </p:txBody>
      </p:sp>
      <p:sp>
        <p:nvSpPr>
          <p:cNvPr id="6" name="Footer Placeholder 5">
            <a:extLst>
              <a:ext uri="{FF2B5EF4-FFF2-40B4-BE49-F238E27FC236}">
                <a16:creationId xmlns:a16="http://schemas.microsoft.com/office/drawing/2014/main" id="{D8D80FCD-05A6-764D-BFDB-63AA23C975A4}"/>
              </a:ext>
            </a:extLst>
          </p:cNvPr>
          <p:cNvSpPr>
            <a:spLocks noGrp="1"/>
          </p:cNvSpPr>
          <p:nvPr>
            <p:ph type="ftr" sz="quarter" idx="11"/>
          </p:nvPr>
        </p:nvSpPr>
        <p:spPr/>
        <p:txBody>
          <a:bodyPr/>
          <a:lstStyle/>
          <a:p>
            <a:r>
              <a:rPr lang="en-US"/>
              <a:t>Ethical Debates, Econ Theories, Real-World Impacts</a:t>
            </a:r>
            <a:endParaRPr lang="en-US" dirty="0"/>
          </a:p>
        </p:txBody>
      </p:sp>
      <p:sp>
        <p:nvSpPr>
          <p:cNvPr id="7" name="Slide Number Placeholder 6">
            <a:extLst>
              <a:ext uri="{FF2B5EF4-FFF2-40B4-BE49-F238E27FC236}">
                <a16:creationId xmlns:a16="http://schemas.microsoft.com/office/drawing/2014/main" id="{17EAF7C4-7F9E-D84A-9606-10CB55E9141B}"/>
              </a:ext>
            </a:extLst>
          </p:cNvPr>
          <p:cNvSpPr>
            <a:spLocks noGrp="1"/>
          </p:cNvSpPr>
          <p:nvPr>
            <p:ph type="sldNum" sz="quarter" idx="12"/>
          </p:nvPr>
        </p:nvSpPr>
        <p:spPr/>
        <p:txBody>
          <a:bodyPr/>
          <a:lstStyle/>
          <a:p>
            <a:fld id="{96D85B43-D788-46F7-A773-91C165729B06}" type="slidenum">
              <a:rPr lang="en-US" smtClean="0"/>
              <a:t>1</a:t>
            </a:fld>
            <a:endParaRPr lang="en-US"/>
          </a:p>
        </p:txBody>
      </p:sp>
    </p:spTree>
    <p:extLst>
      <p:ext uri="{BB962C8B-B14F-4D97-AF65-F5344CB8AC3E}">
        <p14:creationId xmlns:p14="http://schemas.microsoft.com/office/powerpoint/2010/main" val="123558849"/>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B0D53A33-2EE0-228F-CD26-1C038AA6459C}"/>
              </a:ext>
            </a:extLst>
          </p:cNvPr>
          <p:cNvSpPr>
            <a:spLocks noGrp="1"/>
          </p:cNvSpPr>
          <p:nvPr>
            <p:ph idx="1"/>
          </p:nvPr>
        </p:nvSpPr>
        <p:spPr/>
        <p:txBody>
          <a:bodyPr/>
          <a:lstStyle/>
          <a:p>
            <a:r>
              <a:rPr lang="en-US" sz="2800" dirty="0"/>
              <a:t>Historical background of the US income tax</a:t>
            </a:r>
          </a:p>
          <a:p>
            <a:r>
              <a:rPr lang="en-US" sz="2800" dirty="0"/>
              <a:t>Source of tax revenues and outlays</a:t>
            </a:r>
          </a:p>
          <a:p>
            <a:r>
              <a:rPr lang="en-US" sz="2800" dirty="0"/>
              <a:t>Brief look at deficits</a:t>
            </a:r>
          </a:p>
          <a:p>
            <a:r>
              <a:rPr lang="en-US" sz="2800" dirty="0"/>
              <a:t>Tax Expenditures</a:t>
            </a:r>
          </a:p>
          <a:p>
            <a:endParaRPr lang="en-US" sz="2400" dirty="0"/>
          </a:p>
          <a:p>
            <a:endParaRPr lang="en-US" sz="2400" dirty="0"/>
          </a:p>
          <a:p>
            <a:endParaRPr lang="en-US" dirty="0"/>
          </a:p>
        </p:txBody>
      </p:sp>
      <p:sp>
        <p:nvSpPr>
          <p:cNvPr id="3" name="Title 2">
            <a:extLst>
              <a:ext uri="{FF2B5EF4-FFF2-40B4-BE49-F238E27FC236}">
                <a16:creationId xmlns:a16="http://schemas.microsoft.com/office/drawing/2014/main" id="{C77ACB0E-14CC-6CAB-02C2-B03F8E356141}"/>
              </a:ext>
            </a:extLst>
          </p:cNvPr>
          <p:cNvSpPr>
            <a:spLocks noGrp="1"/>
          </p:cNvSpPr>
          <p:nvPr>
            <p:ph type="title"/>
          </p:nvPr>
        </p:nvSpPr>
        <p:spPr/>
        <p:txBody>
          <a:bodyPr/>
          <a:lstStyle/>
          <a:p>
            <a:r>
              <a:rPr lang="en-US" dirty="0"/>
              <a:t>Tax Policy Issues</a:t>
            </a:r>
          </a:p>
        </p:txBody>
      </p:sp>
      <p:sp>
        <p:nvSpPr>
          <p:cNvPr id="4" name="Slide Number Placeholder 3">
            <a:extLst>
              <a:ext uri="{FF2B5EF4-FFF2-40B4-BE49-F238E27FC236}">
                <a16:creationId xmlns:a16="http://schemas.microsoft.com/office/drawing/2014/main" id="{C705C187-DA54-3240-4238-59ED7575CD09}"/>
              </a:ext>
            </a:extLst>
          </p:cNvPr>
          <p:cNvSpPr>
            <a:spLocks noGrp="1"/>
          </p:cNvSpPr>
          <p:nvPr>
            <p:ph type="sldNum" sz="quarter" idx="10"/>
          </p:nvPr>
        </p:nvSpPr>
        <p:spPr/>
        <p:txBody>
          <a:bodyPr/>
          <a:lstStyle/>
          <a:p>
            <a:fld id="{7B3E355C-57B9-BC4B-95D8-406A1F834537}" type="slidenum">
              <a:rPr lang="en-US" altLang="en-US" smtClean="0"/>
              <a:pPr/>
              <a:t>2</a:t>
            </a:fld>
            <a:endParaRPr lang="en-US" altLang="en-US" dirty="0"/>
          </a:p>
        </p:txBody>
      </p:sp>
      <p:sp>
        <p:nvSpPr>
          <p:cNvPr id="5" name="Footer Placeholder 4">
            <a:extLst>
              <a:ext uri="{FF2B5EF4-FFF2-40B4-BE49-F238E27FC236}">
                <a16:creationId xmlns:a16="http://schemas.microsoft.com/office/drawing/2014/main" id="{D77E2408-6747-8FDC-B716-9A6B41A220D1}"/>
              </a:ext>
            </a:extLst>
          </p:cNvPr>
          <p:cNvSpPr>
            <a:spLocks noGrp="1"/>
          </p:cNvSpPr>
          <p:nvPr>
            <p:ph type="ftr" sz="quarter" idx="11"/>
          </p:nvPr>
        </p:nvSpPr>
        <p:spPr/>
        <p:txBody>
          <a:bodyPr/>
          <a:lstStyle/>
          <a:p>
            <a:pPr>
              <a:defRPr/>
            </a:pPr>
            <a:r>
              <a:rPr lang="en-US"/>
              <a:t>Ethical Debates, Econ Theories, Real-World Impacts</a:t>
            </a:r>
            <a:endParaRPr lang="en-US" dirty="0"/>
          </a:p>
        </p:txBody>
      </p:sp>
    </p:spTree>
    <p:extLst>
      <p:ext uri="{BB962C8B-B14F-4D97-AF65-F5344CB8AC3E}">
        <p14:creationId xmlns:p14="http://schemas.microsoft.com/office/powerpoint/2010/main" val="194458569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2">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2">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2">
                                            <p:txEl>
                                              <p:pRg st="3" end="3"/>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normAutofit fontScale="92500"/>
          </a:bodyPr>
          <a:lstStyle/>
          <a:p>
            <a:r>
              <a:rPr lang="en-US" sz="2800" dirty="0"/>
              <a:t>U.S. Constitution</a:t>
            </a:r>
          </a:p>
          <a:p>
            <a:pPr lvl="1"/>
            <a:r>
              <a:rPr lang="en-US" sz="2400" dirty="0"/>
              <a:t>Art. 1, Sec. 8, Cl. 1: “Congress shall have the power to lay and collect </a:t>
            </a:r>
            <a:r>
              <a:rPr lang="en-US" sz="2400" b="1" dirty="0"/>
              <a:t>Taxes, </a:t>
            </a:r>
            <a:r>
              <a:rPr lang="en-US" sz="2400" b="1" dirty="0">
                <a:solidFill>
                  <a:srgbClr val="FF0000"/>
                </a:solidFill>
              </a:rPr>
              <a:t>Duties</a:t>
            </a:r>
            <a:r>
              <a:rPr lang="en-US" sz="2400" b="1" dirty="0"/>
              <a:t>, Imposts, and Excises</a:t>
            </a:r>
            <a:r>
              <a:rPr lang="en-US" sz="2400" dirty="0"/>
              <a:t>”; subject to the </a:t>
            </a:r>
            <a:r>
              <a:rPr lang="en-US" sz="2400" b="1" dirty="0"/>
              <a:t>uniformity clause</a:t>
            </a:r>
            <a:r>
              <a:rPr lang="en-US" sz="2400" dirty="0"/>
              <a:t>.</a:t>
            </a:r>
          </a:p>
          <a:p>
            <a:pPr lvl="2"/>
            <a:r>
              <a:rPr lang="en-US" sz="2400" dirty="0"/>
              <a:t>Indirect tax: excise tax, import tax, sales tax</a:t>
            </a:r>
          </a:p>
          <a:p>
            <a:pPr lvl="1"/>
            <a:r>
              <a:rPr lang="en-US" sz="2400" dirty="0"/>
              <a:t>Art. 1, Sec. 9, Cl. 4: No capitation or other </a:t>
            </a:r>
            <a:r>
              <a:rPr lang="en-US" sz="2400" b="1" dirty="0"/>
              <a:t>direct tax </a:t>
            </a:r>
            <a:r>
              <a:rPr lang="en-US" sz="2400" dirty="0"/>
              <a:t>shall be laid unless in </a:t>
            </a:r>
            <a:r>
              <a:rPr lang="en-US" sz="2400" b="1" dirty="0"/>
              <a:t>proportion</a:t>
            </a:r>
            <a:r>
              <a:rPr lang="en-US" sz="2400" dirty="0"/>
              <a:t> to the census.</a:t>
            </a:r>
          </a:p>
          <a:p>
            <a:pPr lvl="2"/>
            <a:r>
              <a:rPr lang="en-US" sz="2400" dirty="0"/>
              <a:t>What’s a direct tax? </a:t>
            </a:r>
          </a:p>
          <a:p>
            <a:pPr lvl="3"/>
            <a:r>
              <a:rPr lang="en-US" sz="2250" dirty="0"/>
              <a:t>Capitation tax (head tax), Property tax, … vs. transaction tax (sales tax) </a:t>
            </a:r>
          </a:p>
          <a:p>
            <a:pPr lvl="2"/>
            <a:r>
              <a:rPr lang="en-US" sz="2400" dirty="0"/>
              <a:t>Income tax of 1894 held to be a direct tax.  </a:t>
            </a:r>
            <a:r>
              <a:rPr lang="en-US" sz="2400" i="1" dirty="0"/>
              <a:t>Pollack v. Farmers’ Loan &amp; Trust Co.</a:t>
            </a:r>
            <a:r>
              <a:rPr lang="en-US" sz="2400" dirty="0"/>
              <a:t>, 157 U.S. 429 (1895).</a:t>
            </a:r>
          </a:p>
          <a:p>
            <a:r>
              <a:rPr lang="en-US" sz="2800" dirty="0"/>
              <a:t>16</a:t>
            </a:r>
            <a:r>
              <a:rPr lang="en-US" sz="2800" baseline="30000" dirty="0"/>
              <a:t>th</a:t>
            </a:r>
            <a:r>
              <a:rPr lang="en-US" sz="2800" dirty="0"/>
              <a:t> Amendment (1913): </a:t>
            </a:r>
            <a:r>
              <a:rPr lang="en-US" sz="2400" dirty="0"/>
              <a:t>The Congress shall have power to lay and collect </a:t>
            </a:r>
            <a:r>
              <a:rPr lang="en-US" sz="2400" b="1" dirty="0"/>
              <a:t>taxes on incomes, from whatever source derived, without apportionment </a:t>
            </a:r>
            <a:r>
              <a:rPr lang="en-US" sz="2400" dirty="0"/>
              <a:t>among the several States, and without regard to any census or enumeration.</a:t>
            </a:r>
            <a:endParaRPr lang="en-US" dirty="0"/>
          </a:p>
        </p:txBody>
      </p:sp>
      <p:sp>
        <p:nvSpPr>
          <p:cNvPr id="2" name="Title 1"/>
          <p:cNvSpPr>
            <a:spLocks noGrp="1"/>
          </p:cNvSpPr>
          <p:nvPr>
            <p:ph type="title"/>
          </p:nvPr>
        </p:nvSpPr>
        <p:spPr/>
        <p:txBody>
          <a:bodyPr/>
          <a:lstStyle/>
          <a:p>
            <a:r>
              <a:rPr lang="en-US" dirty="0"/>
              <a:t>U.S. Income Tax: Historical Background</a:t>
            </a:r>
          </a:p>
        </p:txBody>
      </p:sp>
      <p:sp>
        <p:nvSpPr>
          <p:cNvPr id="4" name="Footer Placeholder 3">
            <a:extLst>
              <a:ext uri="{FF2B5EF4-FFF2-40B4-BE49-F238E27FC236}">
                <a16:creationId xmlns:a16="http://schemas.microsoft.com/office/drawing/2014/main" id="{3BC994BC-370D-8744-8817-454367DE418F}"/>
              </a:ext>
            </a:extLst>
          </p:cNvPr>
          <p:cNvSpPr>
            <a:spLocks noGrp="1"/>
          </p:cNvSpPr>
          <p:nvPr>
            <p:ph type="ftr" sz="quarter" idx="11"/>
          </p:nvPr>
        </p:nvSpPr>
        <p:spPr/>
        <p:txBody>
          <a:bodyPr/>
          <a:lstStyle/>
          <a:p>
            <a:pPr>
              <a:defRPr/>
            </a:pPr>
            <a:r>
              <a:rPr lang="en-US"/>
              <a:t>Ethical Debates, Econ Theories, Real-World Impacts</a:t>
            </a:r>
            <a:endParaRPr lang="en-US" dirty="0"/>
          </a:p>
        </p:txBody>
      </p:sp>
      <p:sp>
        <p:nvSpPr>
          <p:cNvPr id="5" name="Slide Number Placeholder 4">
            <a:extLst>
              <a:ext uri="{FF2B5EF4-FFF2-40B4-BE49-F238E27FC236}">
                <a16:creationId xmlns:a16="http://schemas.microsoft.com/office/drawing/2014/main" id="{B8D18B2C-48F4-7D4E-879C-C36FE9E1C482}"/>
              </a:ext>
            </a:extLst>
          </p:cNvPr>
          <p:cNvSpPr>
            <a:spLocks noGrp="1"/>
          </p:cNvSpPr>
          <p:nvPr>
            <p:ph type="sldNum" sz="quarter" idx="10"/>
          </p:nvPr>
        </p:nvSpPr>
        <p:spPr/>
        <p:txBody>
          <a:bodyPr/>
          <a:lstStyle/>
          <a:p>
            <a:fld id="{7B3E355C-57B9-BC4B-95D8-406A1F834537}" type="slidenum">
              <a:rPr lang="en-US" altLang="en-US" smtClean="0"/>
              <a:pPr/>
              <a:t>3</a:t>
            </a:fld>
            <a:endParaRPr lang="en-US" altLang="en-US" dirty="0"/>
          </a:p>
        </p:txBody>
      </p:sp>
    </p:spTree>
    <p:extLst>
      <p:ext uri="{BB962C8B-B14F-4D97-AF65-F5344CB8AC3E}">
        <p14:creationId xmlns:p14="http://schemas.microsoft.com/office/powerpoint/2010/main" val="379052368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nodeType="clickEffect">
                                  <p:stCondLst>
                                    <p:cond delay="0"/>
                                  </p:stCondLst>
                                  <p:childTnLst>
                                    <p:set>
                                      <p:cBhvr>
                                        <p:cTn id="34" dur="1" fill="hold">
                                          <p:stCondLst>
                                            <p:cond delay="0"/>
                                          </p:stCondLst>
                                        </p:cTn>
                                        <p:tgtEl>
                                          <p:spTgt spid="3">
                                            <p:txEl>
                                              <p:pRg st="7" end="7"/>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064B9FAC-1DDA-6D12-C2D1-013894EFA093}"/>
              </a:ext>
            </a:extLst>
          </p:cNvPr>
          <p:cNvSpPr>
            <a:spLocks noGrp="1"/>
          </p:cNvSpPr>
          <p:nvPr>
            <p:ph type="title"/>
          </p:nvPr>
        </p:nvSpPr>
        <p:spPr/>
        <p:txBody>
          <a:bodyPr/>
          <a:lstStyle/>
          <a:p>
            <a:r>
              <a:rPr lang="en-US" dirty="0"/>
              <a:t>First Form 1040</a:t>
            </a:r>
          </a:p>
        </p:txBody>
      </p:sp>
      <p:sp>
        <p:nvSpPr>
          <p:cNvPr id="4" name="Slide Number Placeholder 3">
            <a:extLst>
              <a:ext uri="{FF2B5EF4-FFF2-40B4-BE49-F238E27FC236}">
                <a16:creationId xmlns:a16="http://schemas.microsoft.com/office/drawing/2014/main" id="{E183E555-8099-3F3B-E4D3-55B29F43ABEE}"/>
              </a:ext>
            </a:extLst>
          </p:cNvPr>
          <p:cNvSpPr>
            <a:spLocks noGrp="1"/>
          </p:cNvSpPr>
          <p:nvPr>
            <p:ph type="sldNum" sz="quarter" idx="10"/>
          </p:nvPr>
        </p:nvSpPr>
        <p:spPr/>
        <p:txBody>
          <a:bodyPr/>
          <a:lstStyle/>
          <a:p>
            <a:fld id="{7B3E355C-57B9-BC4B-95D8-406A1F834537}" type="slidenum">
              <a:rPr lang="en-US" altLang="en-US" smtClean="0"/>
              <a:pPr/>
              <a:t>4</a:t>
            </a:fld>
            <a:endParaRPr lang="en-US" altLang="en-US" dirty="0"/>
          </a:p>
        </p:txBody>
      </p:sp>
      <p:sp>
        <p:nvSpPr>
          <p:cNvPr id="5" name="Footer Placeholder 4">
            <a:extLst>
              <a:ext uri="{FF2B5EF4-FFF2-40B4-BE49-F238E27FC236}">
                <a16:creationId xmlns:a16="http://schemas.microsoft.com/office/drawing/2014/main" id="{9175DDB4-B46A-FCF0-6CB3-D82E3B50BD72}"/>
              </a:ext>
            </a:extLst>
          </p:cNvPr>
          <p:cNvSpPr>
            <a:spLocks noGrp="1"/>
          </p:cNvSpPr>
          <p:nvPr>
            <p:ph type="ftr" sz="quarter" idx="11"/>
          </p:nvPr>
        </p:nvSpPr>
        <p:spPr/>
        <p:txBody>
          <a:bodyPr/>
          <a:lstStyle/>
          <a:p>
            <a:pPr>
              <a:defRPr/>
            </a:pPr>
            <a:r>
              <a:rPr lang="en-US"/>
              <a:t>Ethical Debates, Econ Theories, Real-World Impacts</a:t>
            </a:r>
            <a:endParaRPr lang="en-US" dirty="0"/>
          </a:p>
        </p:txBody>
      </p:sp>
      <p:pic>
        <p:nvPicPr>
          <p:cNvPr id="6" name="Content Placeholder 6">
            <a:extLst>
              <a:ext uri="{FF2B5EF4-FFF2-40B4-BE49-F238E27FC236}">
                <a16:creationId xmlns:a16="http://schemas.microsoft.com/office/drawing/2014/main" id="{2E73249E-189C-5566-BBA1-B0A65F1D64A0}"/>
              </a:ext>
            </a:extLst>
          </p:cNvPr>
          <p:cNvPicPr>
            <a:picLocks noChangeAspect="1"/>
          </p:cNvPicPr>
          <p:nvPr/>
        </p:nvPicPr>
        <p:blipFill>
          <a:blip r:embed="rId2"/>
          <a:stretch>
            <a:fillRect/>
          </a:stretch>
        </p:blipFill>
        <p:spPr>
          <a:xfrm>
            <a:off x="533400" y="566738"/>
            <a:ext cx="7772400" cy="5788025"/>
          </a:xfrm>
          <a:prstGeom prst="rect">
            <a:avLst/>
          </a:prstGeom>
          <a:noFill/>
        </p:spPr>
      </p:pic>
    </p:spTree>
    <p:extLst>
      <p:ext uri="{BB962C8B-B14F-4D97-AF65-F5344CB8AC3E}">
        <p14:creationId xmlns:p14="http://schemas.microsoft.com/office/powerpoint/2010/main" val="3254286026"/>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Content Placeholder 6" descr="A graph showing the amount of income&#10;&#10;Description automatically generated">
            <a:extLst>
              <a:ext uri="{FF2B5EF4-FFF2-40B4-BE49-F238E27FC236}">
                <a16:creationId xmlns:a16="http://schemas.microsoft.com/office/drawing/2014/main" id="{591A5109-A667-B7EA-FF4B-F91AE9057E0C}"/>
              </a:ext>
            </a:extLst>
          </p:cNvPr>
          <p:cNvPicPr>
            <a:picLocks noGrp="1" noChangeAspect="1"/>
          </p:cNvPicPr>
          <p:nvPr>
            <p:ph idx="1"/>
          </p:nvPr>
        </p:nvPicPr>
        <p:blipFill>
          <a:blip r:embed="rId2"/>
          <a:stretch>
            <a:fillRect/>
          </a:stretch>
        </p:blipFill>
        <p:spPr>
          <a:xfrm>
            <a:off x="307975" y="609600"/>
            <a:ext cx="8458200" cy="5638800"/>
          </a:xfrm>
        </p:spPr>
      </p:pic>
      <p:sp>
        <p:nvSpPr>
          <p:cNvPr id="3" name="Title 2">
            <a:extLst>
              <a:ext uri="{FF2B5EF4-FFF2-40B4-BE49-F238E27FC236}">
                <a16:creationId xmlns:a16="http://schemas.microsoft.com/office/drawing/2014/main" id="{D43C0853-D848-8479-BE20-882B1F4C7716}"/>
              </a:ext>
            </a:extLst>
          </p:cNvPr>
          <p:cNvSpPr>
            <a:spLocks noGrp="1"/>
          </p:cNvSpPr>
          <p:nvPr>
            <p:ph type="title"/>
          </p:nvPr>
        </p:nvSpPr>
        <p:spPr/>
        <p:txBody>
          <a:bodyPr/>
          <a:lstStyle/>
          <a:p>
            <a:r>
              <a:rPr lang="en-US" dirty="0"/>
              <a:t>Historical MTRs of Individuals and Corporations</a:t>
            </a:r>
          </a:p>
        </p:txBody>
      </p:sp>
      <p:sp>
        <p:nvSpPr>
          <p:cNvPr id="4" name="Slide Number Placeholder 3">
            <a:extLst>
              <a:ext uri="{FF2B5EF4-FFF2-40B4-BE49-F238E27FC236}">
                <a16:creationId xmlns:a16="http://schemas.microsoft.com/office/drawing/2014/main" id="{4F014381-752D-42C0-F8B4-908FA9EDF70E}"/>
              </a:ext>
            </a:extLst>
          </p:cNvPr>
          <p:cNvSpPr>
            <a:spLocks noGrp="1"/>
          </p:cNvSpPr>
          <p:nvPr>
            <p:ph type="sldNum" sz="quarter" idx="10"/>
          </p:nvPr>
        </p:nvSpPr>
        <p:spPr/>
        <p:txBody>
          <a:bodyPr/>
          <a:lstStyle/>
          <a:p>
            <a:fld id="{7B3E355C-57B9-BC4B-95D8-406A1F834537}" type="slidenum">
              <a:rPr lang="en-US" altLang="en-US" smtClean="0"/>
              <a:pPr/>
              <a:t>5</a:t>
            </a:fld>
            <a:endParaRPr lang="en-US" altLang="en-US" dirty="0"/>
          </a:p>
        </p:txBody>
      </p:sp>
      <p:sp>
        <p:nvSpPr>
          <p:cNvPr id="5" name="Footer Placeholder 4">
            <a:extLst>
              <a:ext uri="{FF2B5EF4-FFF2-40B4-BE49-F238E27FC236}">
                <a16:creationId xmlns:a16="http://schemas.microsoft.com/office/drawing/2014/main" id="{C1DA8B65-10C1-A164-1F7C-7D1EDE981A2C}"/>
              </a:ext>
            </a:extLst>
          </p:cNvPr>
          <p:cNvSpPr>
            <a:spLocks noGrp="1"/>
          </p:cNvSpPr>
          <p:nvPr>
            <p:ph type="ftr" sz="quarter" idx="11"/>
          </p:nvPr>
        </p:nvSpPr>
        <p:spPr/>
        <p:txBody>
          <a:bodyPr/>
          <a:lstStyle/>
          <a:p>
            <a:pPr>
              <a:defRPr/>
            </a:pPr>
            <a:r>
              <a:rPr lang="en-US"/>
              <a:t>Ethical Debates, Econ Theories, Real-World Impacts</a:t>
            </a:r>
            <a:endParaRPr lang="en-US" dirty="0"/>
          </a:p>
        </p:txBody>
      </p:sp>
    </p:spTree>
    <p:extLst>
      <p:ext uri="{BB962C8B-B14F-4D97-AF65-F5344CB8AC3E}">
        <p14:creationId xmlns:p14="http://schemas.microsoft.com/office/powerpoint/2010/main" val="3964887208"/>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67D66A62-432E-B274-ADC3-83DA53DDC0B5}"/>
              </a:ext>
            </a:extLst>
          </p:cNvPr>
          <p:cNvSpPr>
            <a:spLocks noGrp="1"/>
          </p:cNvSpPr>
          <p:nvPr>
            <p:ph idx="1"/>
          </p:nvPr>
        </p:nvSpPr>
        <p:spPr/>
        <p:txBody>
          <a:bodyPr/>
          <a:lstStyle/>
          <a:p>
            <a:r>
              <a:rPr lang="en-US" sz="2400" b="1" dirty="0"/>
              <a:t>7.65%</a:t>
            </a:r>
            <a:r>
              <a:rPr lang="en-US" sz="2400" dirty="0"/>
              <a:t> [6.2% (OASDI) + 1.45% (Medicare)] </a:t>
            </a:r>
            <a:r>
              <a:rPr lang="en-US" sz="2400" b="1" dirty="0"/>
              <a:t>to</a:t>
            </a:r>
            <a:r>
              <a:rPr lang="en-US" sz="2400" dirty="0"/>
              <a:t> $184,500 (2026) (employers </a:t>
            </a:r>
            <a:r>
              <a:rPr lang="en-US" sz="2400" b="1" dirty="0"/>
              <a:t>&amp;</a:t>
            </a:r>
            <a:r>
              <a:rPr lang="en-US" sz="2400" dirty="0"/>
              <a:t> employees, each). </a:t>
            </a:r>
            <a:r>
              <a:rPr lang="en-US" altLang="en-US" sz="2400" dirty="0"/>
              <a:t>§§3101(a) and (b)(1); 3111(a) and (b).</a:t>
            </a:r>
            <a:endParaRPr lang="en-US" altLang="en-US" sz="2100" dirty="0"/>
          </a:p>
          <a:p>
            <a:endParaRPr lang="en-US" sz="2400" dirty="0"/>
          </a:p>
          <a:p>
            <a:r>
              <a:rPr lang="en-US" sz="2400" b="1" dirty="0"/>
              <a:t>1.45%</a:t>
            </a:r>
            <a:r>
              <a:rPr lang="en-US" sz="2400" dirty="0"/>
              <a:t>  (employer </a:t>
            </a:r>
            <a:r>
              <a:rPr lang="en-US" sz="2400" b="1" dirty="0"/>
              <a:t>&amp;</a:t>
            </a:r>
            <a:r>
              <a:rPr lang="en-US" sz="2400" dirty="0"/>
              <a:t> employee) on earned income </a:t>
            </a:r>
            <a:r>
              <a:rPr lang="en-US" sz="2400" b="1" dirty="0"/>
              <a:t>&gt;</a:t>
            </a:r>
            <a:r>
              <a:rPr lang="en-US" sz="2400" dirty="0"/>
              <a:t> $184,500 (2026). </a:t>
            </a:r>
            <a:r>
              <a:rPr lang="en-US" altLang="en-US" sz="2400" dirty="0"/>
              <a:t>§§</a:t>
            </a:r>
            <a:r>
              <a:rPr lang="en-US" sz="2400" dirty="0"/>
              <a:t>3101(b)(1) and 3111(b). </a:t>
            </a:r>
          </a:p>
          <a:p>
            <a:endParaRPr lang="en-US" sz="2400" dirty="0"/>
          </a:p>
          <a:p>
            <a:r>
              <a:rPr lang="en-US" sz="2400" b="1" dirty="0"/>
              <a:t>0.9% </a:t>
            </a:r>
            <a:r>
              <a:rPr lang="en-US" sz="2400" dirty="0"/>
              <a:t>Additional Medicare tax (employee) on earned income </a:t>
            </a:r>
            <a:r>
              <a:rPr lang="en-US" sz="2400" b="1" dirty="0"/>
              <a:t>&gt;</a:t>
            </a:r>
            <a:r>
              <a:rPr lang="en-US" sz="2400" dirty="0"/>
              <a:t> $200,000 (single); 250,000 (joint). </a:t>
            </a:r>
            <a:r>
              <a:rPr lang="en-US" altLang="en-US" sz="2400" dirty="0"/>
              <a:t>§3101(b)(2)</a:t>
            </a:r>
          </a:p>
          <a:p>
            <a:endParaRPr lang="en-US" altLang="en-US" sz="2400" dirty="0"/>
          </a:p>
          <a:p>
            <a:r>
              <a:rPr lang="en-US" sz="2400" b="1" dirty="0"/>
              <a:t>Total: </a:t>
            </a:r>
          </a:p>
          <a:p>
            <a:pPr lvl="1"/>
            <a:r>
              <a:rPr lang="en-US" sz="2400" b="1" dirty="0"/>
              <a:t>15.3% up to 184.5K (OASDI + Medicare)</a:t>
            </a:r>
          </a:p>
          <a:p>
            <a:pPr lvl="1"/>
            <a:r>
              <a:rPr lang="en-US" sz="2400" b="1" dirty="0"/>
              <a:t>2.9% &gt; 184.5K to 200K/250K (Medicare)</a:t>
            </a:r>
          </a:p>
          <a:p>
            <a:pPr lvl="1"/>
            <a:r>
              <a:rPr lang="en-US" sz="2400" b="1" dirty="0"/>
              <a:t>3.8% &gt; 200K/250K (Medicare)</a:t>
            </a:r>
          </a:p>
          <a:p>
            <a:endParaRPr lang="en-US" dirty="0"/>
          </a:p>
        </p:txBody>
      </p:sp>
      <p:sp>
        <p:nvSpPr>
          <p:cNvPr id="3" name="Title 2">
            <a:extLst>
              <a:ext uri="{FF2B5EF4-FFF2-40B4-BE49-F238E27FC236}">
                <a16:creationId xmlns:a16="http://schemas.microsoft.com/office/drawing/2014/main" id="{0A6274FE-B546-C96A-E5C5-E1614950B7FF}"/>
              </a:ext>
            </a:extLst>
          </p:cNvPr>
          <p:cNvSpPr>
            <a:spLocks noGrp="1"/>
          </p:cNvSpPr>
          <p:nvPr>
            <p:ph type="title"/>
          </p:nvPr>
        </p:nvSpPr>
        <p:spPr/>
        <p:txBody>
          <a:bodyPr/>
          <a:lstStyle/>
          <a:p>
            <a:r>
              <a:rPr lang="en-US" dirty="0"/>
              <a:t>Social Security Taxes on Wages</a:t>
            </a:r>
          </a:p>
        </p:txBody>
      </p:sp>
      <p:sp>
        <p:nvSpPr>
          <p:cNvPr id="4" name="Slide Number Placeholder 3">
            <a:extLst>
              <a:ext uri="{FF2B5EF4-FFF2-40B4-BE49-F238E27FC236}">
                <a16:creationId xmlns:a16="http://schemas.microsoft.com/office/drawing/2014/main" id="{7C523BC3-092C-4BFA-B461-99BAC65EA399}"/>
              </a:ext>
            </a:extLst>
          </p:cNvPr>
          <p:cNvSpPr>
            <a:spLocks noGrp="1"/>
          </p:cNvSpPr>
          <p:nvPr>
            <p:ph type="sldNum" sz="quarter" idx="10"/>
          </p:nvPr>
        </p:nvSpPr>
        <p:spPr/>
        <p:txBody>
          <a:bodyPr/>
          <a:lstStyle/>
          <a:p>
            <a:fld id="{7B3E355C-57B9-BC4B-95D8-406A1F834537}" type="slidenum">
              <a:rPr lang="en-US" altLang="en-US" smtClean="0"/>
              <a:pPr/>
              <a:t>6</a:t>
            </a:fld>
            <a:endParaRPr lang="en-US" altLang="en-US" dirty="0"/>
          </a:p>
        </p:txBody>
      </p:sp>
      <p:sp>
        <p:nvSpPr>
          <p:cNvPr id="5" name="Footer Placeholder 4">
            <a:extLst>
              <a:ext uri="{FF2B5EF4-FFF2-40B4-BE49-F238E27FC236}">
                <a16:creationId xmlns:a16="http://schemas.microsoft.com/office/drawing/2014/main" id="{91950413-05CC-C086-BF4C-812A25B3AB6B}"/>
              </a:ext>
            </a:extLst>
          </p:cNvPr>
          <p:cNvSpPr>
            <a:spLocks noGrp="1"/>
          </p:cNvSpPr>
          <p:nvPr>
            <p:ph type="ftr" sz="quarter" idx="11"/>
          </p:nvPr>
        </p:nvSpPr>
        <p:spPr/>
        <p:txBody>
          <a:bodyPr/>
          <a:lstStyle/>
          <a:p>
            <a:pPr>
              <a:defRPr/>
            </a:pPr>
            <a:r>
              <a:rPr lang="en-US"/>
              <a:t>Ethical Debates, Econ Theories, Real-World Impacts</a:t>
            </a:r>
            <a:endParaRPr lang="en-US" dirty="0"/>
          </a:p>
        </p:txBody>
      </p:sp>
    </p:spTree>
    <p:extLst>
      <p:ext uri="{BB962C8B-B14F-4D97-AF65-F5344CB8AC3E}">
        <p14:creationId xmlns:p14="http://schemas.microsoft.com/office/powerpoint/2010/main" val="214445427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2">
                                            <p:txEl>
                                              <p:pRg st="2" end="2"/>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2">
                                            <p:txEl>
                                              <p:pRg st="4" end="4"/>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2">
                                            <p:txEl>
                                              <p:pRg st="6" end="6"/>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2">
                                            <p:txEl>
                                              <p:pRg st="7" end="7"/>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2">
                                            <p:txEl>
                                              <p:pRg st="8" end="8"/>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2">
                                            <p:txEl>
                                              <p:pRg st="9" end="9"/>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761C853C-FEBA-C4AC-886D-50791D07512F}"/>
              </a:ext>
            </a:extLst>
          </p:cNvPr>
          <p:cNvSpPr>
            <a:spLocks noGrp="1"/>
          </p:cNvSpPr>
          <p:nvPr>
            <p:ph type="title"/>
          </p:nvPr>
        </p:nvSpPr>
        <p:spPr/>
        <p:txBody>
          <a:bodyPr/>
          <a:lstStyle/>
          <a:p>
            <a:r>
              <a:rPr lang="en-US" dirty="0"/>
              <a:t>Source of Federal Revenue as a Share of GDP</a:t>
            </a:r>
          </a:p>
        </p:txBody>
      </p:sp>
      <p:sp>
        <p:nvSpPr>
          <p:cNvPr id="4" name="Slide Number Placeholder 3">
            <a:extLst>
              <a:ext uri="{FF2B5EF4-FFF2-40B4-BE49-F238E27FC236}">
                <a16:creationId xmlns:a16="http://schemas.microsoft.com/office/drawing/2014/main" id="{9F61B6C7-11C2-D0B9-1D4B-92D850BEB0AD}"/>
              </a:ext>
            </a:extLst>
          </p:cNvPr>
          <p:cNvSpPr>
            <a:spLocks noGrp="1"/>
          </p:cNvSpPr>
          <p:nvPr>
            <p:ph type="sldNum" sz="quarter" idx="10"/>
          </p:nvPr>
        </p:nvSpPr>
        <p:spPr/>
        <p:txBody>
          <a:bodyPr/>
          <a:lstStyle/>
          <a:p>
            <a:fld id="{7B3E355C-57B9-BC4B-95D8-406A1F834537}" type="slidenum">
              <a:rPr lang="en-US" altLang="en-US" smtClean="0"/>
              <a:pPr/>
              <a:t>7</a:t>
            </a:fld>
            <a:endParaRPr lang="en-US" altLang="en-US" dirty="0"/>
          </a:p>
        </p:txBody>
      </p:sp>
      <p:sp>
        <p:nvSpPr>
          <p:cNvPr id="5" name="Footer Placeholder 4">
            <a:extLst>
              <a:ext uri="{FF2B5EF4-FFF2-40B4-BE49-F238E27FC236}">
                <a16:creationId xmlns:a16="http://schemas.microsoft.com/office/drawing/2014/main" id="{8AA08E3C-F692-C8DF-02A2-2CBC43DE572D}"/>
              </a:ext>
            </a:extLst>
          </p:cNvPr>
          <p:cNvSpPr>
            <a:spLocks noGrp="1"/>
          </p:cNvSpPr>
          <p:nvPr>
            <p:ph type="ftr" sz="quarter" idx="11"/>
          </p:nvPr>
        </p:nvSpPr>
        <p:spPr/>
        <p:txBody>
          <a:bodyPr/>
          <a:lstStyle/>
          <a:p>
            <a:pPr>
              <a:defRPr/>
            </a:pPr>
            <a:r>
              <a:rPr lang="en-US"/>
              <a:t>Ethical Debates, Econ Theories, Real-World Impacts</a:t>
            </a:r>
            <a:endParaRPr lang="en-US" dirty="0"/>
          </a:p>
        </p:txBody>
      </p:sp>
      <p:pic>
        <p:nvPicPr>
          <p:cNvPr id="11" name="Content Placeholder 10" descr="A graph of growth and revenue&#10;&#10;Description automatically generated with medium confidence">
            <a:extLst>
              <a:ext uri="{FF2B5EF4-FFF2-40B4-BE49-F238E27FC236}">
                <a16:creationId xmlns:a16="http://schemas.microsoft.com/office/drawing/2014/main" id="{13A60910-DD2C-871F-6A36-2913A16950DC}"/>
              </a:ext>
            </a:extLst>
          </p:cNvPr>
          <p:cNvPicPr>
            <a:picLocks noGrp="1" noChangeAspect="1"/>
          </p:cNvPicPr>
          <p:nvPr>
            <p:ph idx="1"/>
          </p:nvPr>
        </p:nvPicPr>
        <p:blipFill>
          <a:blip r:embed="rId2"/>
          <a:stretch>
            <a:fillRect/>
          </a:stretch>
        </p:blipFill>
        <p:spPr>
          <a:xfrm>
            <a:off x="384048" y="533400"/>
            <a:ext cx="8458200" cy="3140076"/>
          </a:xfrm>
        </p:spPr>
      </p:pic>
      <p:pic>
        <p:nvPicPr>
          <p:cNvPr id="2" name="FRED Graph Chart" descr="FRED Graph">
            <a:hlinkClick r:id="rId3" tooltip="View this chart in your browser. "/>
            <a:extLst>
              <a:ext uri="{FF2B5EF4-FFF2-40B4-BE49-F238E27FC236}">
                <a16:creationId xmlns:a16="http://schemas.microsoft.com/office/drawing/2014/main" id="{84E56C63-FC6F-A2B7-2541-3E99A87B6826}"/>
              </a:ext>
            </a:extLst>
          </p:cNvPr>
          <p:cNvPicPr>
            <a:picLocks noChangeAspect="1"/>
          </p:cNvPicPr>
          <p:nvPr/>
        </p:nvPicPr>
        <p:blipFill>
          <a:blip r:embed="rId4"/>
          <a:stretch>
            <a:fillRect/>
          </a:stretch>
        </p:blipFill>
        <p:spPr>
          <a:xfrm>
            <a:off x="384048" y="3799814"/>
            <a:ext cx="8191500" cy="2576817"/>
          </a:xfrm>
          <a:prstGeom prst="rect">
            <a:avLst/>
          </a:prstGeom>
        </p:spPr>
      </p:pic>
    </p:spTree>
    <p:extLst>
      <p:ext uri="{BB962C8B-B14F-4D97-AF65-F5344CB8AC3E}">
        <p14:creationId xmlns:p14="http://schemas.microsoft.com/office/powerpoint/2010/main" val="352581790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1"/>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8" name="Picture 7">
            <a:extLst>
              <a:ext uri="{FF2B5EF4-FFF2-40B4-BE49-F238E27FC236}">
                <a16:creationId xmlns:a16="http://schemas.microsoft.com/office/drawing/2014/main" id="{9D6FF56D-39BC-AFD2-D1D6-7207F44D5714}"/>
              </a:ext>
            </a:extLst>
          </p:cNvPr>
          <p:cNvPicPr>
            <a:picLocks noChangeAspect="1"/>
          </p:cNvPicPr>
          <p:nvPr/>
        </p:nvPicPr>
        <p:blipFill>
          <a:blip r:embed="rId2"/>
          <a:stretch>
            <a:fillRect/>
          </a:stretch>
        </p:blipFill>
        <p:spPr>
          <a:xfrm>
            <a:off x="384048" y="609600"/>
            <a:ext cx="8458200" cy="5715000"/>
          </a:xfrm>
          <a:prstGeom prst="rect">
            <a:avLst/>
          </a:prstGeom>
          <a:noFill/>
        </p:spPr>
      </p:pic>
      <p:sp>
        <p:nvSpPr>
          <p:cNvPr id="3" name="Title 2">
            <a:extLst>
              <a:ext uri="{FF2B5EF4-FFF2-40B4-BE49-F238E27FC236}">
                <a16:creationId xmlns:a16="http://schemas.microsoft.com/office/drawing/2014/main" id="{4EE11A7C-0619-4A47-2B03-B43B65B27A1A}"/>
              </a:ext>
            </a:extLst>
          </p:cNvPr>
          <p:cNvSpPr>
            <a:spLocks noGrp="1"/>
          </p:cNvSpPr>
          <p:nvPr>
            <p:ph type="title"/>
          </p:nvPr>
        </p:nvSpPr>
        <p:spPr>
          <a:xfrm>
            <a:off x="384048" y="41934"/>
            <a:ext cx="8458200" cy="365127"/>
          </a:xfrm>
        </p:spPr>
        <p:txBody>
          <a:bodyPr wrap="square" anchor="b">
            <a:normAutofit/>
          </a:bodyPr>
          <a:lstStyle/>
          <a:p>
            <a:r>
              <a:rPr lang="en-US" dirty="0"/>
              <a:t>Sources of Federal Revenue</a:t>
            </a:r>
          </a:p>
        </p:txBody>
      </p:sp>
      <p:sp>
        <p:nvSpPr>
          <p:cNvPr id="4" name="Slide Number Placeholder 3">
            <a:extLst>
              <a:ext uri="{FF2B5EF4-FFF2-40B4-BE49-F238E27FC236}">
                <a16:creationId xmlns:a16="http://schemas.microsoft.com/office/drawing/2014/main" id="{869A7375-734A-A2F8-1F6B-D378E8E47388}"/>
              </a:ext>
            </a:extLst>
          </p:cNvPr>
          <p:cNvSpPr>
            <a:spLocks noGrp="1"/>
          </p:cNvSpPr>
          <p:nvPr>
            <p:ph type="sldNum" sz="quarter" idx="10"/>
          </p:nvPr>
        </p:nvSpPr>
        <p:spPr>
          <a:xfrm>
            <a:off x="8385048" y="6471106"/>
            <a:ext cx="457200" cy="365125"/>
          </a:xfrm>
        </p:spPr>
        <p:txBody>
          <a:bodyPr wrap="square" anchor="ctr">
            <a:normAutofit/>
          </a:bodyPr>
          <a:lstStyle/>
          <a:p>
            <a:pPr>
              <a:spcAft>
                <a:spcPts val="600"/>
              </a:spcAft>
            </a:pPr>
            <a:fld id="{7B3E355C-57B9-BC4B-95D8-406A1F834537}" type="slidenum">
              <a:rPr lang="en-US" altLang="en-US" smtClean="0"/>
              <a:pPr>
                <a:spcAft>
                  <a:spcPts val="600"/>
                </a:spcAft>
              </a:pPr>
              <a:t>8</a:t>
            </a:fld>
            <a:endParaRPr lang="en-US" altLang="en-US"/>
          </a:p>
        </p:txBody>
      </p:sp>
      <p:sp>
        <p:nvSpPr>
          <p:cNvPr id="5" name="Footer Placeholder 4">
            <a:extLst>
              <a:ext uri="{FF2B5EF4-FFF2-40B4-BE49-F238E27FC236}">
                <a16:creationId xmlns:a16="http://schemas.microsoft.com/office/drawing/2014/main" id="{1FB6F6F3-CDBF-83A1-BBFA-78E7F7913D8C}"/>
              </a:ext>
            </a:extLst>
          </p:cNvPr>
          <p:cNvSpPr>
            <a:spLocks noGrp="1"/>
          </p:cNvSpPr>
          <p:nvPr>
            <p:ph type="ftr" sz="quarter" idx="11"/>
          </p:nvPr>
        </p:nvSpPr>
        <p:spPr>
          <a:xfrm>
            <a:off x="3124200" y="6442488"/>
            <a:ext cx="2895600" cy="365125"/>
          </a:xfrm>
        </p:spPr>
        <p:txBody>
          <a:bodyPr wrap="square" anchor="ctr">
            <a:normAutofit/>
          </a:bodyPr>
          <a:lstStyle/>
          <a:p>
            <a:pPr>
              <a:spcAft>
                <a:spcPts val="600"/>
              </a:spcAft>
              <a:defRPr/>
            </a:pPr>
            <a:r>
              <a:rPr lang="en-US"/>
              <a:t>Ethical Debates, Econ Theories, Real-World Impacts</a:t>
            </a:r>
          </a:p>
        </p:txBody>
      </p:sp>
    </p:spTree>
    <p:extLst>
      <p:ext uri="{BB962C8B-B14F-4D97-AF65-F5344CB8AC3E}">
        <p14:creationId xmlns:p14="http://schemas.microsoft.com/office/powerpoint/2010/main" val="4017613505"/>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5C155499-4599-14C2-325F-1E741FC5D066}"/>
              </a:ext>
            </a:extLst>
          </p:cNvPr>
          <p:cNvSpPr>
            <a:spLocks noGrp="1"/>
          </p:cNvSpPr>
          <p:nvPr>
            <p:ph type="title"/>
          </p:nvPr>
        </p:nvSpPr>
        <p:spPr/>
        <p:txBody>
          <a:bodyPr/>
          <a:lstStyle/>
          <a:p>
            <a:r>
              <a:rPr lang="en-US" dirty="0"/>
              <a:t>Total Federal Revenue and Corporate Tax Receipts</a:t>
            </a:r>
          </a:p>
        </p:txBody>
      </p:sp>
      <p:sp>
        <p:nvSpPr>
          <p:cNvPr id="4" name="Slide Number Placeholder 3">
            <a:extLst>
              <a:ext uri="{FF2B5EF4-FFF2-40B4-BE49-F238E27FC236}">
                <a16:creationId xmlns:a16="http://schemas.microsoft.com/office/drawing/2014/main" id="{A84FC917-4B6D-7146-A24A-E4A2EE99DEAA}"/>
              </a:ext>
            </a:extLst>
          </p:cNvPr>
          <p:cNvSpPr>
            <a:spLocks noGrp="1"/>
          </p:cNvSpPr>
          <p:nvPr>
            <p:ph type="sldNum" sz="quarter" idx="10"/>
          </p:nvPr>
        </p:nvSpPr>
        <p:spPr/>
        <p:txBody>
          <a:bodyPr/>
          <a:lstStyle/>
          <a:p>
            <a:fld id="{7B3E355C-57B9-BC4B-95D8-406A1F834537}" type="slidenum">
              <a:rPr lang="en-US" altLang="en-US" smtClean="0"/>
              <a:pPr/>
              <a:t>9</a:t>
            </a:fld>
            <a:endParaRPr lang="en-US" altLang="en-US" dirty="0"/>
          </a:p>
        </p:txBody>
      </p:sp>
      <p:sp>
        <p:nvSpPr>
          <p:cNvPr id="5" name="Footer Placeholder 4">
            <a:extLst>
              <a:ext uri="{FF2B5EF4-FFF2-40B4-BE49-F238E27FC236}">
                <a16:creationId xmlns:a16="http://schemas.microsoft.com/office/drawing/2014/main" id="{170A0E7D-B5B4-AC99-B3C7-0D2A2561C921}"/>
              </a:ext>
            </a:extLst>
          </p:cNvPr>
          <p:cNvSpPr>
            <a:spLocks noGrp="1"/>
          </p:cNvSpPr>
          <p:nvPr>
            <p:ph type="ftr" sz="quarter" idx="11"/>
          </p:nvPr>
        </p:nvSpPr>
        <p:spPr/>
        <p:txBody>
          <a:bodyPr/>
          <a:lstStyle/>
          <a:p>
            <a:pPr>
              <a:defRPr/>
            </a:pPr>
            <a:r>
              <a:rPr lang="en-US"/>
              <a:t>Ethical Debates, Econ Theories, Real-World Impacts</a:t>
            </a:r>
            <a:endParaRPr lang="en-US" dirty="0"/>
          </a:p>
        </p:txBody>
      </p:sp>
      <p:pic>
        <p:nvPicPr>
          <p:cNvPr id="6" name="FRED Graph Chart" descr="FRED Graph">
            <a:hlinkClick r:id="rId2" tooltip="View this chart in your browser. "/>
            <a:extLst>
              <a:ext uri="{FF2B5EF4-FFF2-40B4-BE49-F238E27FC236}">
                <a16:creationId xmlns:a16="http://schemas.microsoft.com/office/drawing/2014/main" id="{4A124819-1C60-513C-B763-DF5E8D419516}"/>
              </a:ext>
            </a:extLst>
          </p:cNvPr>
          <p:cNvPicPr>
            <a:picLocks noChangeAspect="1"/>
          </p:cNvPicPr>
          <p:nvPr/>
        </p:nvPicPr>
        <p:blipFill>
          <a:blip r:embed="rId3"/>
          <a:stretch>
            <a:fillRect/>
          </a:stretch>
        </p:blipFill>
        <p:spPr>
          <a:xfrm>
            <a:off x="397266" y="609600"/>
            <a:ext cx="8444982" cy="5562600"/>
          </a:xfrm>
          <a:prstGeom prst="rect">
            <a:avLst/>
          </a:prstGeom>
        </p:spPr>
      </p:pic>
    </p:spTree>
    <p:extLst>
      <p:ext uri="{BB962C8B-B14F-4D97-AF65-F5344CB8AC3E}">
        <p14:creationId xmlns:p14="http://schemas.microsoft.com/office/powerpoint/2010/main" val="1711932847"/>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97B69623-7C15-B084-3454-3741012EEC54}"/>
              </a:ext>
            </a:extLst>
          </p:cNvPr>
          <p:cNvSpPr>
            <a:spLocks noGrp="1"/>
          </p:cNvSpPr>
          <p:nvPr>
            <p:ph type="title"/>
          </p:nvPr>
        </p:nvSpPr>
        <p:spPr/>
        <p:txBody>
          <a:bodyPr/>
          <a:lstStyle/>
          <a:p>
            <a:r>
              <a:rPr lang="en-US" dirty="0"/>
              <a:t>Total Federal Revenues and Outlays as a Percentage of GDP</a:t>
            </a:r>
          </a:p>
        </p:txBody>
      </p:sp>
      <p:sp>
        <p:nvSpPr>
          <p:cNvPr id="4" name="Slide Number Placeholder 3">
            <a:extLst>
              <a:ext uri="{FF2B5EF4-FFF2-40B4-BE49-F238E27FC236}">
                <a16:creationId xmlns:a16="http://schemas.microsoft.com/office/drawing/2014/main" id="{2865622A-0473-42CE-691E-24B9B5ED947E}"/>
              </a:ext>
            </a:extLst>
          </p:cNvPr>
          <p:cNvSpPr>
            <a:spLocks noGrp="1"/>
          </p:cNvSpPr>
          <p:nvPr>
            <p:ph type="sldNum" sz="quarter" idx="10"/>
          </p:nvPr>
        </p:nvSpPr>
        <p:spPr/>
        <p:txBody>
          <a:bodyPr/>
          <a:lstStyle/>
          <a:p>
            <a:fld id="{7B3E355C-57B9-BC4B-95D8-406A1F834537}" type="slidenum">
              <a:rPr lang="en-US" altLang="en-US" smtClean="0"/>
              <a:pPr/>
              <a:t>10</a:t>
            </a:fld>
            <a:endParaRPr lang="en-US" altLang="en-US" dirty="0"/>
          </a:p>
        </p:txBody>
      </p:sp>
      <p:sp>
        <p:nvSpPr>
          <p:cNvPr id="5" name="Footer Placeholder 4">
            <a:extLst>
              <a:ext uri="{FF2B5EF4-FFF2-40B4-BE49-F238E27FC236}">
                <a16:creationId xmlns:a16="http://schemas.microsoft.com/office/drawing/2014/main" id="{EB799F99-97A4-04FF-9955-B22C9FCDD944}"/>
              </a:ext>
            </a:extLst>
          </p:cNvPr>
          <p:cNvSpPr>
            <a:spLocks noGrp="1"/>
          </p:cNvSpPr>
          <p:nvPr>
            <p:ph type="ftr" sz="quarter" idx="11"/>
          </p:nvPr>
        </p:nvSpPr>
        <p:spPr/>
        <p:txBody>
          <a:bodyPr/>
          <a:lstStyle/>
          <a:p>
            <a:pPr>
              <a:defRPr/>
            </a:pPr>
            <a:r>
              <a:rPr lang="en-US"/>
              <a:t>Ethical Debates, Econ Theories, Real-World Impacts</a:t>
            </a:r>
            <a:endParaRPr lang="en-US" dirty="0"/>
          </a:p>
        </p:txBody>
      </p:sp>
      <p:sp>
        <p:nvSpPr>
          <p:cNvPr id="8" name="TextBox 7">
            <a:extLst>
              <a:ext uri="{FF2B5EF4-FFF2-40B4-BE49-F238E27FC236}">
                <a16:creationId xmlns:a16="http://schemas.microsoft.com/office/drawing/2014/main" id="{6E876F0C-1D72-3BE1-0D38-B0928B8866D4}"/>
              </a:ext>
            </a:extLst>
          </p:cNvPr>
          <p:cNvSpPr txBox="1"/>
          <p:nvPr/>
        </p:nvSpPr>
        <p:spPr>
          <a:xfrm>
            <a:off x="3195661" y="6172200"/>
            <a:ext cx="2752677" cy="215444"/>
          </a:xfrm>
          <a:prstGeom prst="rect">
            <a:avLst/>
          </a:prstGeom>
          <a:noFill/>
        </p:spPr>
        <p:txBody>
          <a:bodyPr wrap="none" rtlCol="0">
            <a:spAutoFit/>
          </a:bodyPr>
          <a:lstStyle/>
          <a:p>
            <a:r>
              <a:rPr lang="en-US" sz="800" dirty="0"/>
              <a:t>The Budget and Economic Outlook: 2026 to 2036</a:t>
            </a:r>
          </a:p>
        </p:txBody>
      </p:sp>
      <p:pic>
        <p:nvPicPr>
          <p:cNvPr id="6" name="Picture 5">
            <a:extLst>
              <a:ext uri="{FF2B5EF4-FFF2-40B4-BE49-F238E27FC236}">
                <a16:creationId xmlns:a16="http://schemas.microsoft.com/office/drawing/2014/main" id="{5DA586F6-9D29-BF24-7273-8516C784C49E}"/>
              </a:ext>
            </a:extLst>
          </p:cNvPr>
          <p:cNvPicPr>
            <a:picLocks noChangeAspect="1"/>
          </p:cNvPicPr>
          <p:nvPr/>
        </p:nvPicPr>
        <p:blipFill>
          <a:blip r:embed="rId2"/>
          <a:stretch>
            <a:fillRect/>
          </a:stretch>
        </p:blipFill>
        <p:spPr>
          <a:xfrm>
            <a:off x="413544" y="609600"/>
            <a:ext cx="8428703" cy="5334000"/>
          </a:xfrm>
          <a:prstGeom prst="rect">
            <a:avLst/>
          </a:prstGeom>
        </p:spPr>
      </p:pic>
    </p:spTree>
    <p:extLst>
      <p:ext uri="{BB962C8B-B14F-4D97-AF65-F5344CB8AC3E}">
        <p14:creationId xmlns:p14="http://schemas.microsoft.com/office/powerpoint/2010/main" val="3810730203"/>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Content Placeholder 6" descr="A graph of a number of people&#10;&#10;AI-generated content may be incorrect.">
            <a:extLst>
              <a:ext uri="{FF2B5EF4-FFF2-40B4-BE49-F238E27FC236}">
                <a16:creationId xmlns:a16="http://schemas.microsoft.com/office/drawing/2014/main" id="{D01B962A-824C-B6C1-5EE6-7930ECDD6EAD}"/>
              </a:ext>
            </a:extLst>
          </p:cNvPr>
          <p:cNvPicPr>
            <a:picLocks noGrp="1" noChangeAspect="1"/>
          </p:cNvPicPr>
          <p:nvPr>
            <p:ph idx="1"/>
          </p:nvPr>
        </p:nvPicPr>
        <p:blipFill>
          <a:blip r:embed="rId2"/>
          <a:stretch>
            <a:fillRect/>
          </a:stretch>
        </p:blipFill>
        <p:spPr>
          <a:xfrm>
            <a:off x="483087" y="533164"/>
            <a:ext cx="8177826" cy="5811838"/>
          </a:xfrm>
        </p:spPr>
      </p:pic>
      <p:sp>
        <p:nvSpPr>
          <p:cNvPr id="3" name="Title 2">
            <a:extLst>
              <a:ext uri="{FF2B5EF4-FFF2-40B4-BE49-F238E27FC236}">
                <a16:creationId xmlns:a16="http://schemas.microsoft.com/office/drawing/2014/main" id="{D85511C1-9F19-EE19-D8C7-7DA4BAA2F0DD}"/>
              </a:ext>
            </a:extLst>
          </p:cNvPr>
          <p:cNvSpPr>
            <a:spLocks noGrp="1"/>
          </p:cNvSpPr>
          <p:nvPr>
            <p:ph type="title"/>
          </p:nvPr>
        </p:nvSpPr>
        <p:spPr/>
        <p:txBody>
          <a:bodyPr/>
          <a:lstStyle/>
          <a:p>
            <a:r>
              <a:rPr lang="en-US" dirty="0"/>
              <a:t>Tax to GDP Ratio</a:t>
            </a:r>
          </a:p>
        </p:txBody>
      </p:sp>
      <p:sp>
        <p:nvSpPr>
          <p:cNvPr id="4" name="Slide Number Placeholder 3">
            <a:extLst>
              <a:ext uri="{FF2B5EF4-FFF2-40B4-BE49-F238E27FC236}">
                <a16:creationId xmlns:a16="http://schemas.microsoft.com/office/drawing/2014/main" id="{D294162E-BA14-60F7-670E-CEC03A13E9F6}"/>
              </a:ext>
            </a:extLst>
          </p:cNvPr>
          <p:cNvSpPr>
            <a:spLocks noGrp="1"/>
          </p:cNvSpPr>
          <p:nvPr>
            <p:ph type="sldNum" sz="quarter" idx="10"/>
          </p:nvPr>
        </p:nvSpPr>
        <p:spPr/>
        <p:txBody>
          <a:bodyPr/>
          <a:lstStyle/>
          <a:p>
            <a:fld id="{7B3E355C-57B9-BC4B-95D8-406A1F834537}" type="slidenum">
              <a:rPr lang="en-US" altLang="en-US" smtClean="0"/>
              <a:pPr/>
              <a:t>11</a:t>
            </a:fld>
            <a:endParaRPr lang="en-US" altLang="en-US" dirty="0"/>
          </a:p>
        </p:txBody>
      </p:sp>
      <p:sp>
        <p:nvSpPr>
          <p:cNvPr id="5" name="Footer Placeholder 4">
            <a:extLst>
              <a:ext uri="{FF2B5EF4-FFF2-40B4-BE49-F238E27FC236}">
                <a16:creationId xmlns:a16="http://schemas.microsoft.com/office/drawing/2014/main" id="{4B187CEF-AAF4-7157-33B6-B63B8DCFD32A}"/>
              </a:ext>
            </a:extLst>
          </p:cNvPr>
          <p:cNvSpPr>
            <a:spLocks noGrp="1"/>
          </p:cNvSpPr>
          <p:nvPr>
            <p:ph type="ftr" sz="quarter" idx="11"/>
          </p:nvPr>
        </p:nvSpPr>
        <p:spPr/>
        <p:txBody>
          <a:bodyPr/>
          <a:lstStyle/>
          <a:p>
            <a:pPr>
              <a:defRPr/>
            </a:pPr>
            <a:r>
              <a:rPr lang="en-US"/>
              <a:t>Ethical Debates, Econ Theories, Real-World Impacts</a:t>
            </a:r>
            <a:endParaRPr lang="en-US" dirty="0"/>
          </a:p>
        </p:txBody>
      </p:sp>
      <p:cxnSp>
        <p:nvCxnSpPr>
          <p:cNvPr id="9" name="Straight Arrow Connector 8">
            <a:extLst>
              <a:ext uri="{FF2B5EF4-FFF2-40B4-BE49-F238E27FC236}">
                <a16:creationId xmlns:a16="http://schemas.microsoft.com/office/drawing/2014/main" id="{E2338E69-418F-6CFC-270B-2255914D2BE3}"/>
              </a:ext>
            </a:extLst>
          </p:cNvPr>
          <p:cNvCxnSpPr/>
          <p:nvPr/>
        </p:nvCxnSpPr>
        <p:spPr>
          <a:xfrm flipH="1">
            <a:off x="7086600" y="1905000"/>
            <a:ext cx="609600" cy="152400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524500942"/>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47F1496F-78CC-C419-63CA-160D1E633DA5}"/>
              </a:ext>
            </a:extLst>
          </p:cNvPr>
          <p:cNvSpPr>
            <a:spLocks noGrp="1"/>
          </p:cNvSpPr>
          <p:nvPr>
            <p:ph type="title"/>
          </p:nvPr>
        </p:nvSpPr>
        <p:spPr/>
        <p:txBody>
          <a:bodyPr/>
          <a:lstStyle/>
          <a:p>
            <a:r>
              <a:rPr lang="en-US" dirty="0"/>
              <a:t>U.S. Deficits: Total, Primary, and Net Interest Outlays</a:t>
            </a:r>
          </a:p>
        </p:txBody>
      </p:sp>
      <p:sp>
        <p:nvSpPr>
          <p:cNvPr id="4" name="Slide Number Placeholder 3">
            <a:extLst>
              <a:ext uri="{FF2B5EF4-FFF2-40B4-BE49-F238E27FC236}">
                <a16:creationId xmlns:a16="http://schemas.microsoft.com/office/drawing/2014/main" id="{F2682255-3447-437A-F8DC-E9C025C9736A}"/>
              </a:ext>
            </a:extLst>
          </p:cNvPr>
          <p:cNvSpPr>
            <a:spLocks noGrp="1"/>
          </p:cNvSpPr>
          <p:nvPr>
            <p:ph type="sldNum" sz="quarter" idx="10"/>
          </p:nvPr>
        </p:nvSpPr>
        <p:spPr/>
        <p:txBody>
          <a:bodyPr/>
          <a:lstStyle/>
          <a:p>
            <a:fld id="{7B3E355C-57B9-BC4B-95D8-406A1F834537}" type="slidenum">
              <a:rPr lang="en-US" altLang="en-US" smtClean="0"/>
              <a:pPr/>
              <a:t>12</a:t>
            </a:fld>
            <a:endParaRPr lang="en-US" altLang="en-US" dirty="0"/>
          </a:p>
        </p:txBody>
      </p:sp>
      <p:sp>
        <p:nvSpPr>
          <p:cNvPr id="5" name="Footer Placeholder 4">
            <a:extLst>
              <a:ext uri="{FF2B5EF4-FFF2-40B4-BE49-F238E27FC236}">
                <a16:creationId xmlns:a16="http://schemas.microsoft.com/office/drawing/2014/main" id="{D04D8B43-5870-09C0-28CF-6F76A628BD13}"/>
              </a:ext>
            </a:extLst>
          </p:cNvPr>
          <p:cNvSpPr>
            <a:spLocks noGrp="1"/>
          </p:cNvSpPr>
          <p:nvPr>
            <p:ph type="ftr" sz="quarter" idx="11"/>
          </p:nvPr>
        </p:nvSpPr>
        <p:spPr/>
        <p:txBody>
          <a:bodyPr/>
          <a:lstStyle/>
          <a:p>
            <a:pPr>
              <a:defRPr/>
            </a:pPr>
            <a:r>
              <a:rPr lang="en-US"/>
              <a:t>Ethical Debates, Econ Theories, Real-World Impacts</a:t>
            </a:r>
            <a:endParaRPr lang="en-US" dirty="0"/>
          </a:p>
        </p:txBody>
      </p:sp>
      <p:sp>
        <p:nvSpPr>
          <p:cNvPr id="2" name="TextBox 1">
            <a:extLst>
              <a:ext uri="{FF2B5EF4-FFF2-40B4-BE49-F238E27FC236}">
                <a16:creationId xmlns:a16="http://schemas.microsoft.com/office/drawing/2014/main" id="{246589FA-82FF-2A33-5858-A36EE4546EB9}"/>
              </a:ext>
            </a:extLst>
          </p:cNvPr>
          <p:cNvSpPr txBox="1"/>
          <p:nvPr/>
        </p:nvSpPr>
        <p:spPr>
          <a:xfrm>
            <a:off x="3195661" y="6172200"/>
            <a:ext cx="2752677" cy="215444"/>
          </a:xfrm>
          <a:prstGeom prst="rect">
            <a:avLst/>
          </a:prstGeom>
          <a:noFill/>
        </p:spPr>
        <p:txBody>
          <a:bodyPr wrap="none" rtlCol="0">
            <a:spAutoFit/>
          </a:bodyPr>
          <a:lstStyle/>
          <a:p>
            <a:r>
              <a:rPr lang="en-US" sz="800" dirty="0"/>
              <a:t>The Budget and Economic Outlook: 2026 to 2036</a:t>
            </a:r>
          </a:p>
        </p:txBody>
      </p:sp>
      <p:pic>
        <p:nvPicPr>
          <p:cNvPr id="7" name="Picture 6">
            <a:extLst>
              <a:ext uri="{FF2B5EF4-FFF2-40B4-BE49-F238E27FC236}">
                <a16:creationId xmlns:a16="http://schemas.microsoft.com/office/drawing/2014/main" id="{4B2055B5-2C70-CE7B-BFB1-DBAB5355B89F}"/>
              </a:ext>
            </a:extLst>
          </p:cNvPr>
          <p:cNvPicPr>
            <a:picLocks noChangeAspect="1"/>
          </p:cNvPicPr>
          <p:nvPr/>
        </p:nvPicPr>
        <p:blipFill>
          <a:blip r:embed="rId2"/>
          <a:stretch>
            <a:fillRect/>
          </a:stretch>
        </p:blipFill>
        <p:spPr>
          <a:xfrm>
            <a:off x="406170" y="688832"/>
            <a:ext cx="8436077" cy="5026167"/>
          </a:xfrm>
          <a:prstGeom prst="rect">
            <a:avLst/>
          </a:prstGeom>
        </p:spPr>
      </p:pic>
    </p:spTree>
    <p:extLst>
      <p:ext uri="{BB962C8B-B14F-4D97-AF65-F5344CB8AC3E}">
        <p14:creationId xmlns:p14="http://schemas.microsoft.com/office/powerpoint/2010/main" val="1438538787"/>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A1ECECB-6779-AD83-9CE8-1475F6865D16}"/>
            </a:ext>
          </a:extLst>
        </p:cNvPr>
        <p:cNvGrpSpPr/>
        <p:nvPr/>
      </p:nvGrpSpPr>
      <p:grpSpPr>
        <a:xfrm>
          <a:off x="0" y="0"/>
          <a:ext cx="0" cy="0"/>
          <a:chOff x="0" y="0"/>
          <a:chExt cx="0" cy="0"/>
        </a:xfrm>
      </p:grpSpPr>
      <p:sp>
        <p:nvSpPr>
          <p:cNvPr id="3" name="Title 2">
            <a:extLst>
              <a:ext uri="{FF2B5EF4-FFF2-40B4-BE49-F238E27FC236}">
                <a16:creationId xmlns:a16="http://schemas.microsoft.com/office/drawing/2014/main" id="{E35E0F07-7250-8293-B880-CDC6EB1E8964}"/>
              </a:ext>
            </a:extLst>
          </p:cNvPr>
          <p:cNvSpPr>
            <a:spLocks noGrp="1"/>
          </p:cNvSpPr>
          <p:nvPr>
            <p:ph type="title"/>
          </p:nvPr>
        </p:nvSpPr>
        <p:spPr/>
        <p:txBody>
          <a:bodyPr/>
          <a:lstStyle/>
          <a:p>
            <a:r>
              <a:rPr lang="en-US" dirty="0"/>
              <a:t>Federal Debt Held by the Public: 1900 to 2056</a:t>
            </a:r>
          </a:p>
        </p:txBody>
      </p:sp>
      <p:sp>
        <p:nvSpPr>
          <p:cNvPr id="4" name="Slide Number Placeholder 3">
            <a:extLst>
              <a:ext uri="{FF2B5EF4-FFF2-40B4-BE49-F238E27FC236}">
                <a16:creationId xmlns:a16="http://schemas.microsoft.com/office/drawing/2014/main" id="{CCBC0EB2-8675-3651-35DF-93781760FA93}"/>
              </a:ext>
            </a:extLst>
          </p:cNvPr>
          <p:cNvSpPr>
            <a:spLocks noGrp="1"/>
          </p:cNvSpPr>
          <p:nvPr>
            <p:ph type="sldNum" sz="quarter" idx="10"/>
          </p:nvPr>
        </p:nvSpPr>
        <p:spPr/>
        <p:txBody>
          <a:bodyPr/>
          <a:lstStyle/>
          <a:p>
            <a:fld id="{7B3E355C-57B9-BC4B-95D8-406A1F834537}" type="slidenum">
              <a:rPr lang="en-US" altLang="en-US" smtClean="0"/>
              <a:pPr/>
              <a:t>13</a:t>
            </a:fld>
            <a:endParaRPr lang="en-US" altLang="en-US" dirty="0"/>
          </a:p>
        </p:txBody>
      </p:sp>
      <p:sp>
        <p:nvSpPr>
          <p:cNvPr id="5" name="Footer Placeholder 4">
            <a:extLst>
              <a:ext uri="{FF2B5EF4-FFF2-40B4-BE49-F238E27FC236}">
                <a16:creationId xmlns:a16="http://schemas.microsoft.com/office/drawing/2014/main" id="{C53A15B8-EAA7-1C05-D0D5-2F2D294AD705}"/>
              </a:ext>
            </a:extLst>
          </p:cNvPr>
          <p:cNvSpPr>
            <a:spLocks noGrp="1"/>
          </p:cNvSpPr>
          <p:nvPr>
            <p:ph type="ftr" sz="quarter" idx="11"/>
          </p:nvPr>
        </p:nvSpPr>
        <p:spPr/>
        <p:txBody>
          <a:bodyPr/>
          <a:lstStyle/>
          <a:p>
            <a:pPr>
              <a:defRPr/>
            </a:pPr>
            <a:r>
              <a:rPr lang="en-US"/>
              <a:t>Ethical Debates, Econ Theories, Real-World Impacts</a:t>
            </a:r>
            <a:endParaRPr lang="en-US" dirty="0"/>
          </a:p>
        </p:txBody>
      </p:sp>
      <p:sp>
        <p:nvSpPr>
          <p:cNvPr id="2" name="TextBox 1">
            <a:extLst>
              <a:ext uri="{FF2B5EF4-FFF2-40B4-BE49-F238E27FC236}">
                <a16:creationId xmlns:a16="http://schemas.microsoft.com/office/drawing/2014/main" id="{069A2EB4-10A2-7B6C-56BE-1ED9CFEF19FF}"/>
              </a:ext>
            </a:extLst>
          </p:cNvPr>
          <p:cNvSpPr txBox="1"/>
          <p:nvPr/>
        </p:nvSpPr>
        <p:spPr>
          <a:xfrm>
            <a:off x="3195661" y="6172200"/>
            <a:ext cx="2752677" cy="215444"/>
          </a:xfrm>
          <a:prstGeom prst="rect">
            <a:avLst/>
          </a:prstGeom>
          <a:noFill/>
        </p:spPr>
        <p:txBody>
          <a:bodyPr wrap="none" rtlCol="0">
            <a:spAutoFit/>
          </a:bodyPr>
          <a:lstStyle/>
          <a:p>
            <a:r>
              <a:rPr lang="en-US" sz="800" dirty="0"/>
              <a:t>The Budget and Economic Outlook: 2026 to 2036</a:t>
            </a:r>
          </a:p>
        </p:txBody>
      </p:sp>
      <p:pic>
        <p:nvPicPr>
          <p:cNvPr id="7" name="Picture 6">
            <a:extLst>
              <a:ext uri="{FF2B5EF4-FFF2-40B4-BE49-F238E27FC236}">
                <a16:creationId xmlns:a16="http://schemas.microsoft.com/office/drawing/2014/main" id="{3B033028-2261-0BC0-67F0-1FA1B225002F}"/>
              </a:ext>
            </a:extLst>
          </p:cNvPr>
          <p:cNvPicPr>
            <a:picLocks noChangeAspect="1"/>
          </p:cNvPicPr>
          <p:nvPr/>
        </p:nvPicPr>
        <p:blipFill>
          <a:blip r:embed="rId2"/>
          <a:stretch>
            <a:fillRect/>
          </a:stretch>
        </p:blipFill>
        <p:spPr>
          <a:xfrm>
            <a:off x="384048" y="701650"/>
            <a:ext cx="8458200" cy="5318149"/>
          </a:xfrm>
          <a:prstGeom prst="rect">
            <a:avLst/>
          </a:prstGeom>
        </p:spPr>
      </p:pic>
    </p:spTree>
    <p:extLst>
      <p:ext uri="{BB962C8B-B14F-4D97-AF65-F5344CB8AC3E}">
        <p14:creationId xmlns:p14="http://schemas.microsoft.com/office/powerpoint/2010/main" val="978186784"/>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DC6CBE3F-0C83-4C72-0795-5CCCB17E79BC}"/>
              </a:ext>
            </a:extLst>
          </p:cNvPr>
          <p:cNvSpPr>
            <a:spLocks noGrp="1"/>
          </p:cNvSpPr>
          <p:nvPr>
            <p:ph type="title"/>
          </p:nvPr>
        </p:nvSpPr>
        <p:spPr/>
        <p:txBody>
          <a:bodyPr/>
          <a:lstStyle/>
          <a:p>
            <a:r>
              <a:rPr lang="en-US" dirty="0"/>
              <a:t>Budget Outlook</a:t>
            </a:r>
          </a:p>
        </p:txBody>
      </p:sp>
      <p:sp>
        <p:nvSpPr>
          <p:cNvPr id="4" name="Slide Number Placeholder 3">
            <a:extLst>
              <a:ext uri="{FF2B5EF4-FFF2-40B4-BE49-F238E27FC236}">
                <a16:creationId xmlns:a16="http://schemas.microsoft.com/office/drawing/2014/main" id="{0361C4E8-897C-A95E-85CB-E800B8CD1ADE}"/>
              </a:ext>
            </a:extLst>
          </p:cNvPr>
          <p:cNvSpPr>
            <a:spLocks noGrp="1"/>
          </p:cNvSpPr>
          <p:nvPr>
            <p:ph type="sldNum" sz="quarter" idx="10"/>
          </p:nvPr>
        </p:nvSpPr>
        <p:spPr/>
        <p:txBody>
          <a:bodyPr/>
          <a:lstStyle/>
          <a:p>
            <a:fld id="{7B3E355C-57B9-BC4B-95D8-406A1F834537}" type="slidenum">
              <a:rPr lang="en-US" altLang="en-US" smtClean="0"/>
              <a:pPr/>
              <a:t>14</a:t>
            </a:fld>
            <a:endParaRPr lang="en-US" altLang="en-US" dirty="0"/>
          </a:p>
        </p:txBody>
      </p:sp>
      <p:sp>
        <p:nvSpPr>
          <p:cNvPr id="5" name="Footer Placeholder 4">
            <a:extLst>
              <a:ext uri="{FF2B5EF4-FFF2-40B4-BE49-F238E27FC236}">
                <a16:creationId xmlns:a16="http://schemas.microsoft.com/office/drawing/2014/main" id="{6127D79C-4606-4F20-93CE-E220B27515B7}"/>
              </a:ext>
            </a:extLst>
          </p:cNvPr>
          <p:cNvSpPr>
            <a:spLocks noGrp="1"/>
          </p:cNvSpPr>
          <p:nvPr>
            <p:ph type="ftr" sz="quarter" idx="11"/>
          </p:nvPr>
        </p:nvSpPr>
        <p:spPr/>
        <p:txBody>
          <a:bodyPr/>
          <a:lstStyle/>
          <a:p>
            <a:pPr>
              <a:defRPr/>
            </a:pPr>
            <a:r>
              <a:rPr lang="en-US"/>
              <a:t>Ethical Debates, Econ Theories, Real-World Impacts</a:t>
            </a:r>
            <a:endParaRPr lang="en-US" dirty="0"/>
          </a:p>
        </p:txBody>
      </p:sp>
      <p:sp>
        <p:nvSpPr>
          <p:cNvPr id="2" name="TextBox 1">
            <a:extLst>
              <a:ext uri="{FF2B5EF4-FFF2-40B4-BE49-F238E27FC236}">
                <a16:creationId xmlns:a16="http://schemas.microsoft.com/office/drawing/2014/main" id="{26F0179D-3583-D0E5-D84A-23B5B2497C6F}"/>
              </a:ext>
            </a:extLst>
          </p:cNvPr>
          <p:cNvSpPr txBox="1"/>
          <p:nvPr/>
        </p:nvSpPr>
        <p:spPr>
          <a:xfrm>
            <a:off x="3352800" y="6135606"/>
            <a:ext cx="2752677" cy="215444"/>
          </a:xfrm>
          <a:prstGeom prst="rect">
            <a:avLst/>
          </a:prstGeom>
          <a:noFill/>
        </p:spPr>
        <p:txBody>
          <a:bodyPr wrap="none" rtlCol="0">
            <a:spAutoFit/>
          </a:bodyPr>
          <a:lstStyle/>
          <a:p>
            <a:r>
              <a:rPr lang="en-US" sz="800" dirty="0"/>
              <a:t>The Budget and Economic Outlook: 2026 to 2036</a:t>
            </a:r>
          </a:p>
        </p:txBody>
      </p:sp>
      <p:pic>
        <p:nvPicPr>
          <p:cNvPr id="10" name="Content Placeholder 9">
            <a:extLst>
              <a:ext uri="{FF2B5EF4-FFF2-40B4-BE49-F238E27FC236}">
                <a16:creationId xmlns:a16="http://schemas.microsoft.com/office/drawing/2014/main" id="{44D6AAA4-6121-4D00-4454-F7EC3125ECF0}"/>
              </a:ext>
            </a:extLst>
          </p:cNvPr>
          <p:cNvPicPr>
            <a:picLocks noGrp="1" noChangeAspect="1"/>
          </p:cNvPicPr>
          <p:nvPr>
            <p:ph idx="1"/>
          </p:nvPr>
        </p:nvPicPr>
        <p:blipFill>
          <a:blip r:embed="rId2"/>
          <a:stretch>
            <a:fillRect/>
          </a:stretch>
        </p:blipFill>
        <p:spPr>
          <a:xfrm>
            <a:off x="342900" y="586654"/>
            <a:ext cx="8458200" cy="5389023"/>
          </a:xfrm>
          <a:prstGeom prst="rect">
            <a:avLst/>
          </a:prstGeom>
        </p:spPr>
      </p:pic>
      <p:cxnSp>
        <p:nvCxnSpPr>
          <p:cNvPr id="12" name="Straight Arrow Connector 11">
            <a:extLst>
              <a:ext uri="{FF2B5EF4-FFF2-40B4-BE49-F238E27FC236}">
                <a16:creationId xmlns:a16="http://schemas.microsoft.com/office/drawing/2014/main" id="{ED3974B7-4DB3-21F3-9BC8-CA60DBB2A49B}"/>
              </a:ext>
            </a:extLst>
          </p:cNvPr>
          <p:cNvCxnSpPr/>
          <p:nvPr/>
        </p:nvCxnSpPr>
        <p:spPr>
          <a:xfrm>
            <a:off x="6553200" y="4038600"/>
            <a:ext cx="1831848" cy="1066800"/>
          </a:xfrm>
          <a:prstGeom prst="straightConnector1">
            <a:avLst/>
          </a:prstGeom>
          <a:ln w="22225">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4253221509"/>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BF052F50-3A51-9C34-F97E-6F45ACCCFEE6}"/>
              </a:ext>
            </a:extLst>
          </p:cNvPr>
          <p:cNvSpPr>
            <a:spLocks noGrp="1"/>
          </p:cNvSpPr>
          <p:nvPr>
            <p:ph idx="1"/>
          </p:nvPr>
        </p:nvSpPr>
        <p:spPr/>
        <p:txBody>
          <a:bodyPr/>
          <a:lstStyle/>
          <a:p>
            <a:r>
              <a:rPr lang="en-US" sz="2400" b="1" dirty="0"/>
              <a:t>Horizontal Equity</a:t>
            </a:r>
            <a:r>
              <a:rPr lang="en-US" sz="2400" dirty="0"/>
              <a:t>: Similarly situated taxpayers should pay the same tax</a:t>
            </a:r>
          </a:p>
          <a:p>
            <a:pPr lvl="1"/>
            <a:r>
              <a:rPr lang="en-US" sz="2000" dirty="0"/>
              <a:t>Issue: What is similarly situated? </a:t>
            </a:r>
          </a:p>
          <a:p>
            <a:pPr lvl="1"/>
            <a:r>
              <a:rPr lang="en-US" sz="2000" dirty="0"/>
              <a:t>Same consumption, even though different levels of wealth and unrealized gains?</a:t>
            </a:r>
          </a:p>
          <a:p>
            <a:pPr lvl="1"/>
            <a:r>
              <a:rPr lang="en-US" sz="2000" dirty="0"/>
              <a:t>What should be the tax base? Labor? Investment income? Consumption? Wealth? Benefits from gov’t?</a:t>
            </a:r>
          </a:p>
          <a:p>
            <a:pPr lvl="1"/>
            <a:endParaRPr lang="en-US" sz="1800" dirty="0"/>
          </a:p>
          <a:p>
            <a:r>
              <a:rPr lang="en-US" sz="2400" b="1" dirty="0"/>
              <a:t>Ability-to-Pay norm</a:t>
            </a:r>
            <a:r>
              <a:rPr lang="en-US" sz="2400" dirty="0"/>
              <a:t>: tax resources under the control of the taxpayer that are available for contribution to the fisc</a:t>
            </a:r>
          </a:p>
          <a:p>
            <a:pPr lvl="1"/>
            <a:r>
              <a:rPr lang="en-US" sz="2000" dirty="0"/>
              <a:t>Both consumption and amounts saved should be in tax based because they represent ability to pay</a:t>
            </a:r>
          </a:p>
          <a:p>
            <a:endParaRPr lang="en-US" sz="2400" dirty="0"/>
          </a:p>
          <a:p>
            <a:r>
              <a:rPr lang="en-US" sz="2400" b="1" dirty="0"/>
              <a:t>Standard-of-living norm</a:t>
            </a:r>
            <a:r>
              <a:rPr lang="en-US" sz="2400" dirty="0"/>
              <a:t>: Tax some measure of “utility” (only consumption)</a:t>
            </a:r>
          </a:p>
        </p:txBody>
      </p:sp>
      <p:sp>
        <p:nvSpPr>
          <p:cNvPr id="3" name="Title 2">
            <a:extLst>
              <a:ext uri="{FF2B5EF4-FFF2-40B4-BE49-F238E27FC236}">
                <a16:creationId xmlns:a16="http://schemas.microsoft.com/office/drawing/2014/main" id="{83D4ED41-2279-8387-83DF-0D4B0AAE3BEF}"/>
              </a:ext>
            </a:extLst>
          </p:cNvPr>
          <p:cNvSpPr>
            <a:spLocks noGrp="1"/>
          </p:cNvSpPr>
          <p:nvPr>
            <p:ph type="title"/>
          </p:nvPr>
        </p:nvSpPr>
        <p:spPr/>
        <p:txBody>
          <a:bodyPr/>
          <a:lstStyle/>
          <a:p>
            <a:r>
              <a:rPr lang="en-US" dirty="0"/>
              <a:t>Fairness Norms</a:t>
            </a:r>
          </a:p>
        </p:txBody>
      </p:sp>
      <p:sp>
        <p:nvSpPr>
          <p:cNvPr id="4" name="Slide Number Placeholder 3">
            <a:extLst>
              <a:ext uri="{FF2B5EF4-FFF2-40B4-BE49-F238E27FC236}">
                <a16:creationId xmlns:a16="http://schemas.microsoft.com/office/drawing/2014/main" id="{5E268AA7-9249-BBD3-BA71-2E989C74C96A}"/>
              </a:ext>
            </a:extLst>
          </p:cNvPr>
          <p:cNvSpPr>
            <a:spLocks noGrp="1"/>
          </p:cNvSpPr>
          <p:nvPr>
            <p:ph type="sldNum" sz="quarter" idx="10"/>
          </p:nvPr>
        </p:nvSpPr>
        <p:spPr/>
        <p:txBody>
          <a:bodyPr/>
          <a:lstStyle/>
          <a:p>
            <a:fld id="{7B3E355C-57B9-BC4B-95D8-406A1F834537}" type="slidenum">
              <a:rPr lang="en-US" altLang="en-US" smtClean="0"/>
              <a:pPr/>
              <a:t>15</a:t>
            </a:fld>
            <a:endParaRPr lang="en-US" altLang="en-US" dirty="0"/>
          </a:p>
        </p:txBody>
      </p:sp>
      <p:sp>
        <p:nvSpPr>
          <p:cNvPr id="5" name="Footer Placeholder 4">
            <a:extLst>
              <a:ext uri="{FF2B5EF4-FFF2-40B4-BE49-F238E27FC236}">
                <a16:creationId xmlns:a16="http://schemas.microsoft.com/office/drawing/2014/main" id="{8AB744A7-2980-302A-A13D-59D37EAB4BA2}"/>
              </a:ext>
            </a:extLst>
          </p:cNvPr>
          <p:cNvSpPr>
            <a:spLocks noGrp="1"/>
          </p:cNvSpPr>
          <p:nvPr>
            <p:ph type="ftr" sz="quarter" idx="11"/>
          </p:nvPr>
        </p:nvSpPr>
        <p:spPr/>
        <p:txBody>
          <a:bodyPr/>
          <a:lstStyle/>
          <a:p>
            <a:pPr>
              <a:defRPr/>
            </a:pPr>
            <a:r>
              <a:rPr lang="en-US"/>
              <a:t>Ethical Debates, Econ Theories, Real-World Impacts</a:t>
            </a:r>
            <a:endParaRPr lang="en-US" dirty="0"/>
          </a:p>
        </p:txBody>
      </p:sp>
    </p:spTree>
    <p:extLst>
      <p:ext uri="{BB962C8B-B14F-4D97-AF65-F5344CB8AC3E}">
        <p14:creationId xmlns:p14="http://schemas.microsoft.com/office/powerpoint/2010/main" val="20203566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2">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2">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2">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2">
                                            <p:txEl>
                                              <p:pRg st="5" end="5"/>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2">
                                            <p:txEl>
                                              <p:pRg st="6" end="6"/>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2">
                                            <p:txEl>
                                              <p:pRg st="8" end="8"/>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2C28551E-A9D9-80CC-C9E2-18E47118B281}"/>
              </a:ext>
            </a:extLst>
          </p:cNvPr>
          <p:cNvSpPr>
            <a:spLocks noGrp="1"/>
          </p:cNvSpPr>
          <p:nvPr>
            <p:ph idx="1"/>
          </p:nvPr>
        </p:nvSpPr>
        <p:spPr/>
        <p:txBody>
          <a:bodyPr/>
          <a:lstStyle/>
          <a:p>
            <a:r>
              <a:rPr lang="en-US" sz="2800" b="1" dirty="0"/>
              <a:t>Flat</a:t>
            </a:r>
            <a:r>
              <a:rPr lang="en-US" sz="2800" dirty="0"/>
              <a:t> Rate Tax Structure: everyone’s effective tax rate (Tax / Income) is the same</a:t>
            </a:r>
          </a:p>
          <a:p>
            <a:endParaRPr lang="en-US" sz="2800" dirty="0"/>
          </a:p>
          <a:p>
            <a:r>
              <a:rPr lang="en-US" sz="2800" b="1" dirty="0"/>
              <a:t>Regressive </a:t>
            </a:r>
            <a:r>
              <a:rPr lang="en-US" sz="2800" dirty="0"/>
              <a:t>Tax Structure: ETR (Tax / Income) declines as income increases</a:t>
            </a:r>
          </a:p>
          <a:p>
            <a:pPr lvl="1"/>
            <a:r>
              <a:rPr lang="en-US" sz="2000" dirty="0"/>
              <a:t>Social security</a:t>
            </a:r>
          </a:p>
          <a:p>
            <a:pPr lvl="1"/>
            <a:endParaRPr lang="en-US" sz="2000" dirty="0"/>
          </a:p>
          <a:p>
            <a:r>
              <a:rPr lang="en-US" sz="2800" b="1" dirty="0"/>
              <a:t>Progressive</a:t>
            </a:r>
            <a:r>
              <a:rPr lang="en-US" sz="2800" dirty="0"/>
              <a:t> Tax Structure:  ETF (Tax / Income) increases as income increases.</a:t>
            </a:r>
          </a:p>
          <a:p>
            <a:endParaRPr lang="en-US" sz="2800" dirty="0"/>
          </a:p>
          <a:p>
            <a:r>
              <a:rPr lang="en-US" sz="2800" b="1" dirty="0"/>
              <a:t>Income and Substitution </a:t>
            </a:r>
            <a:r>
              <a:rPr lang="en-US" sz="2800" dirty="0"/>
              <a:t>effects</a:t>
            </a:r>
          </a:p>
        </p:txBody>
      </p:sp>
      <p:sp>
        <p:nvSpPr>
          <p:cNvPr id="3" name="Title 2">
            <a:extLst>
              <a:ext uri="{FF2B5EF4-FFF2-40B4-BE49-F238E27FC236}">
                <a16:creationId xmlns:a16="http://schemas.microsoft.com/office/drawing/2014/main" id="{A3AB89CE-5CD5-EDCE-B7B1-D2472F408A0B}"/>
              </a:ext>
            </a:extLst>
          </p:cNvPr>
          <p:cNvSpPr>
            <a:spLocks noGrp="1"/>
          </p:cNvSpPr>
          <p:nvPr>
            <p:ph type="title"/>
          </p:nvPr>
        </p:nvSpPr>
        <p:spPr/>
        <p:txBody>
          <a:bodyPr/>
          <a:lstStyle/>
          <a:p>
            <a:r>
              <a:rPr lang="en-US" dirty="0"/>
              <a:t>Welfare Economics</a:t>
            </a:r>
          </a:p>
        </p:txBody>
      </p:sp>
      <p:sp>
        <p:nvSpPr>
          <p:cNvPr id="4" name="Slide Number Placeholder 3">
            <a:extLst>
              <a:ext uri="{FF2B5EF4-FFF2-40B4-BE49-F238E27FC236}">
                <a16:creationId xmlns:a16="http://schemas.microsoft.com/office/drawing/2014/main" id="{787D5762-63F9-8883-EAD5-E4E4D0CB8635}"/>
              </a:ext>
            </a:extLst>
          </p:cNvPr>
          <p:cNvSpPr>
            <a:spLocks noGrp="1"/>
          </p:cNvSpPr>
          <p:nvPr>
            <p:ph type="sldNum" sz="quarter" idx="10"/>
          </p:nvPr>
        </p:nvSpPr>
        <p:spPr/>
        <p:txBody>
          <a:bodyPr/>
          <a:lstStyle/>
          <a:p>
            <a:fld id="{7B3E355C-57B9-BC4B-95D8-406A1F834537}" type="slidenum">
              <a:rPr lang="en-US" altLang="en-US" smtClean="0"/>
              <a:pPr/>
              <a:t>16</a:t>
            </a:fld>
            <a:endParaRPr lang="en-US" altLang="en-US" dirty="0"/>
          </a:p>
        </p:txBody>
      </p:sp>
      <p:sp>
        <p:nvSpPr>
          <p:cNvPr id="5" name="Footer Placeholder 4">
            <a:extLst>
              <a:ext uri="{FF2B5EF4-FFF2-40B4-BE49-F238E27FC236}">
                <a16:creationId xmlns:a16="http://schemas.microsoft.com/office/drawing/2014/main" id="{5F4D249E-94B5-EDA5-3AA7-577194135637}"/>
              </a:ext>
            </a:extLst>
          </p:cNvPr>
          <p:cNvSpPr>
            <a:spLocks noGrp="1"/>
          </p:cNvSpPr>
          <p:nvPr>
            <p:ph type="ftr" sz="quarter" idx="11"/>
          </p:nvPr>
        </p:nvSpPr>
        <p:spPr/>
        <p:txBody>
          <a:bodyPr/>
          <a:lstStyle/>
          <a:p>
            <a:pPr>
              <a:defRPr/>
            </a:pPr>
            <a:r>
              <a:rPr lang="en-US"/>
              <a:t>Ethical Debates, Econ Theories, Real-World Impacts</a:t>
            </a:r>
            <a:endParaRPr lang="en-US" dirty="0"/>
          </a:p>
        </p:txBody>
      </p:sp>
    </p:spTree>
    <p:extLst>
      <p:ext uri="{BB962C8B-B14F-4D97-AF65-F5344CB8AC3E}">
        <p14:creationId xmlns:p14="http://schemas.microsoft.com/office/powerpoint/2010/main" val="383314490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2">
                                            <p:txEl>
                                              <p:pRg st="2" end="2"/>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2">
                                            <p:txEl>
                                              <p:pRg st="3" end="3"/>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2">
                                            <p:txEl>
                                              <p:pRg st="5" end="5"/>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2">
                                            <p:txEl>
                                              <p:pRg st="7" end="7"/>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94DF27B7-03A3-93C3-58E3-5A37A0F1D143}"/>
              </a:ext>
            </a:extLst>
          </p:cNvPr>
          <p:cNvSpPr>
            <a:spLocks noGrp="1"/>
          </p:cNvSpPr>
          <p:nvPr>
            <p:ph idx="1"/>
          </p:nvPr>
        </p:nvSpPr>
        <p:spPr/>
        <p:txBody>
          <a:bodyPr>
            <a:normAutofit fontScale="92500"/>
          </a:bodyPr>
          <a:lstStyle/>
          <a:p>
            <a:r>
              <a:rPr lang="en-US" sz="2800" b="1" dirty="0"/>
              <a:t>Tax Expenditure</a:t>
            </a:r>
            <a:r>
              <a:rPr lang="en-US" sz="2800" dirty="0"/>
              <a:t>:  tax provision (deduction, credit, exclusion, etc.) that deviates from core, normative concept of income tax to implement nontax social or economic policy.</a:t>
            </a:r>
          </a:p>
          <a:p>
            <a:pPr lvl="1"/>
            <a:r>
              <a:rPr lang="en-US" sz="2300" i="1" dirty="0"/>
              <a:t>The Congressional Budget Act of 1974 (Public Law 93–344) requires that a list of “tax expenditures’’ be included in the Budget. Tax expenditures are defined in the law as “revenue losses attributable to provisions of the federal tax laws which allow a special exclusion, exemption, or deduction from gross income or which provide a special credit, a preferential rate of tax, or a deferral of tax liability.’’ </a:t>
            </a:r>
            <a:r>
              <a:rPr lang="en-US" sz="2300" b="1" i="1" dirty="0"/>
              <a:t>These exceptions may be viewed as alternatives to other policy instruments, such as spending or regulatory programs.</a:t>
            </a:r>
            <a:r>
              <a:rPr lang="en-US" sz="2300" i="1" dirty="0"/>
              <a:t> Identification and measurement of tax expenditures depends crucially on the baseline tax system against which the actual tax system is compared. The tax expenditure estimates presented in this document are patterned on a </a:t>
            </a:r>
            <a:r>
              <a:rPr lang="en-US" sz="2300" b="1" i="1" dirty="0"/>
              <a:t>comprehensive income tax, which defines income as the sum of consumption and the change in net wealth in a give period of time. </a:t>
            </a:r>
            <a:r>
              <a:rPr lang="en-US" sz="2300" i="1" dirty="0"/>
              <a:t>Treasury, Tax Expenditures Fiscal Year 2027.</a:t>
            </a:r>
            <a:endParaRPr lang="en-US" sz="2300" b="1" i="1" dirty="0"/>
          </a:p>
        </p:txBody>
      </p:sp>
      <p:sp>
        <p:nvSpPr>
          <p:cNvPr id="3" name="Title 2">
            <a:extLst>
              <a:ext uri="{FF2B5EF4-FFF2-40B4-BE49-F238E27FC236}">
                <a16:creationId xmlns:a16="http://schemas.microsoft.com/office/drawing/2014/main" id="{EB7B7FDF-E157-5B86-6461-2530854DFD85}"/>
              </a:ext>
            </a:extLst>
          </p:cNvPr>
          <p:cNvSpPr>
            <a:spLocks noGrp="1"/>
          </p:cNvSpPr>
          <p:nvPr>
            <p:ph type="title"/>
          </p:nvPr>
        </p:nvSpPr>
        <p:spPr/>
        <p:txBody>
          <a:bodyPr/>
          <a:lstStyle/>
          <a:p>
            <a:r>
              <a:rPr lang="en-US" dirty="0"/>
              <a:t>Tax Expenditures</a:t>
            </a:r>
          </a:p>
        </p:txBody>
      </p:sp>
      <p:sp>
        <p:nvSpPr>
          <p:cNvPr id="4" name="Slide Number Placeholder 3">
            <a:extLst>
              <a:ext uri="{FF2B5EF4-FFF2-40B4-BE49-F238E27FC236}">
                <a16:creationId xmlns:a16="http://schemas.microsoft.com/office/drawing/2014/main" id="{01FD42A6-3841-6AA5-3F30-39DE8BAF8613}"/>
              </a:ext>
            </a:extLst>
          </p:cNvPr>
          <p:cNvSpPr>
            <a:spLocks noGrp="1"/>
          </p:cNvSpPr>
          <p:nvPr>
            <p:ph type="sldNum" sz="quarter" idx="10"/>
          </p:nvPr>
        </p:nvSpPr>
        <p:spPr/>
        <p:txBody>
          <a:bodyPr/>
          <a:lstStyle/>
          <a:p>
            <a:fld id="{7B3E355C-57B9-BC4B-95D8-406A1F834537}" type="slidenum">
              <a:rPr lang="en-US" altLang="en-US" smtClean="0"/>
              <a:pPr/>
              <a:t>17</a:t>
            </a:fld>
            <a:endParaRPr lang="en-US" altLang="en-US" dirty="0"/>
          </a:p>
        </p:txBody>
      </p:sp>
      <p:sp>
        <p:nvSpPr>
          <p:cNvPr id="5" name="Footer Placeholder 4">
            <a:extLst>
              <a:ext uri="{FF2B5EF4-FFF2-40B4-BE49-F238E27FC236}">
                <a16:creationId xmlns:a16="http://schemas.microsoft.com/office/drawing/2014/main" id="{479F66D8-363D-125D-D29B-E12FCF662345}"/>
              </a:ext>
            </a:extLst>
          </p:cNvPr>
          <p:cNvSpPr>
            <a:spLocks noGrp="1"/>
          </p:cNvSpPr>
          <p:nvPr>
            <p:ph type="ftr" sz="quarter" idx="11"/>
          </p:nvPr>
        </p:nvSpPr>
        <p:spPr/>
        <p:txBody>
          <a:bodyPr/>
          <a:lstStyle/>
          <a:p>
            <a:pPr>
              <a:defRPr/>
            </a:pPr>
            <a:r>
              <a:rPr lang="en-US"/>
              <a:t>Ethical Debates, Econ Theories, Real-World Impacts</a:t>
            </a:r>
            <a:endParaRPr lang="en-US" dirty="0"/>
          </a:p>
        </p:txBody>
      </p:sp>
    </p:spTree>
    <p:extLst>
      <p:ext uri="{BB962C8B-B14F-4D97-AF65-F5344CB8AC3E}">
        <p14:creationId xmlns:p14="http://schemas.microsoft.com/office/powerpoint/2010/main" val="2849858146"/>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852ADA36-9F17-AA70-887E-8EA5893A78C9}"/>
              </a:ext>
            </a:extLst>
          </p:cNvPr>
          <p:cNvSpPr>
            <a:spLocks noGrp="1"/>
          </p:cNvSpPr>
          <p:nvPr>
            <p:ph type="title"/>
          </p:nvPr>
        </p:nvSpPr>
        <p:spPr/>
        <p:txBody>
          <a:bodyPr/>
          <a:lstStyle/>
          <a:p>
            <a:r>
              <a:rPr lang="en-US" dirty="0"/>
              <a:t>Tax Expenditures (2025-2034) (Treasury)</a:t>
            </a:r>
          </a:p>
        </p:txBody>
      </p:sp>
      <p:sp>
        <p:nvSpPr>
          <p:cNvPr id="4" name="Slide Number Placeholder 3">
            <a:extLst>
              <a:ext uri="{FF2B5EF4-FFF2-40B4-BE49-F238E27FC236}">
                <a16:creationId xmlns:a16="http://schemas.microsoft.com/office/drawing/2014/main" id="{829AF8D2-644B-2252-2AE5-06BBF3F59259}"/>
              </a:ext>
            </a:extLst>
          </p:cNvPr>
          <p:cNvSpPr>
            <a:spLocks noGrp="1"/>
          </p:cNvSpPr>
          <p:nvPr>
            <p:ph type="sldNum" sz="quarter" idx="10"/>
          </p:nvPr>
        </p:nvSpPr>
        <p:spPr/>
        <p:txBody>
          <a:bodyPr/>
          <a:lstStyle/>
          <a:p>
            <a:fld id="{7B3E355C-57B9-BC4B-95D8-406A1F834537}" type="slidenum">
              <a:rPr lang="en-US" altLang="en-US" smtClean="0"/>
              <a:pPr/>
              <a:t>18</a:t>
            </a:fld>
            <a:endParaRPr lang="en-US" altLang="en-US" dirty="0"/>
          </a:p>
        </p:txBody>
      </p:sp>
      <p:sp>
        <p:nvSpPr>
          <p:cNvPr id="5" name="Footer Placeholder 4">
            <a:extLst>
              <a:ext uri="{FF2B5EF4-FFF2-40B4-BE49-F238E27FC236}">
                <a16:creationId xmlns:a16="http://schemas.microsoft.com/office/drawing/2014/main" id="{2B3BF0B8-D422-04DF-8617-048A8A3D212B}"/>
              </a:ext>
            </a:extLst>
          </p:cNvPr>
          <p:cNvSpPr>
            <a:spLocks noGrp="1"/>
          </p:cNvSpPr>
          <p:nvPr>
            <p:ph type="ftr" sz="quarter" idx="11"/>
          </p:nvPr>
        </p:nvSpPr>
        <p:spPr/>
        <p:txBody>
          <a:bodyPr/>
          <a:lstStyle/>
          <a:p>
            <a:pPr>
              <a:defRPr/>
            </a:pPr>
            <a:r>
              <a:rPr lang="en-US"/>
              <a:t>Ethical Debates, Econ Theories, Real-World Impacts</a:t>
            </a:r>
            <a:endParaRPr lang="en-US" dirty="0"/>
          </a:p>
        </p:txBody>
      </p:sp>
      <p:pic>
        <p:nvPicPr>
          <p:cNvPr id="8" name="Content Placeholder 7">
            <a:extLst>
              <a:ext uri="{FF2B5EF4-FFF2-40B4-BE49-F238E27FC236}">
                <a16:creationId xmlns:a16="http://schemas.microsoft.com/office/drawing/2014/main" id="{789E4BA7-C273-3510-9431-67CE0BF09A50}"/>
              </a:ext>
            </a:extLst>
          </p:cNvPr>
          <p:cNvPicPr>
            <a:picLocks noGrp="1" noChangeAspect="1"/>
          </p:cNvPicPr>
          <p:nvPr>
            <p:ph idx="1"/>
          </p:nvPr>
        </p:nvPicPr>
        <p:blipFill>
          <a:blip r:embed="rId2"/>
          <a:stretch>
            <a:fillRect/>
          </a:stretch>
        </p:blipFill>
        <p:spPr>
          <a:xfrm>
            <a:off x="685800" y="533400"/>
            <a:ext cx="7699248" cy="5811838"/>
          </a:xfrm>
          <a:prstGeom prst="rect">
            <a:avLst/>
          </a:prstGeom>
        </p:spPr>
      </p:pic>
    </p:spTree>
    <p:extLst>
      <p:ext uri="{BB962C8B-B14F-4D97-AF65-F5344CB8AC3E}">
        <p14:creationId xmlns:p14="http://schemas.microsoft.com/office/powerpoint/2010/main" val="1234272231"/>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26B5660C-C737-45C6-6AB5-912CA0646D25}"/>
              </a:ext>
            </a:extLst>
          </p:cNvPr>
          <p:cNvSpPr>
            <a:spLocks noGrp="1"/>
          </p:cNvSpPr>
          <p:nvPr>
            <p:ph type="title"/>
          </p:nvPr>
        </p:nvSpPr>
        <p:spPr/>
        <p:txBody>
          <a:bodyPr/>
          <a:lstStyle/>
          <a:p>
            <a:r>
              <a:rPr lang="en-US" dirty="0"/>
              <a:t>Tax Expenditures (2025-2029) (JCT)</a:t>
            </a:r>
          </a:p>
        </p:txBody>
      </p:sp>
      <p:sp>
        <p:nvSpPr>
          <p:cNvPr id="4" name="Slide Number Placeholder 3">
            <a:extLst>
              <a:ext uri="{FF2B5EF4-FFF2-40B4-BE49-F238E27FC236}">
                <a16:creationId xmlns:a16="http://schemas.microsoft.com/office/drawing/2014/main" id="{4052236D-CD3C-47BE-2B55-B1E4871FD049}"/>
              </a:ext>
            </a:extLst>
          </p:cNvPr>
          <p:cNvSpPr>
            <a:spLocks noGrp="1"/>
          </p:cNvSpPr>
          <p:nvPr>
            <p:ph type="sldNum" sz="quarter" idx="10"/>
          </p:nvPr>
        </p:nvSpPr>
        <p:spPr/>
        <p:txBody>
          <a:bodyPr/>
          <a:lstStyle/>
          <a:p>
            <a:fld id="{7B3E355C-57B9-BC4B-95D8-406A1F834537}" type="slidenum">
              <a:rPr lang="en-US" altLang="en-US" smtClean="0"/>
              <a:pPr/>
              <a:t>19</a:t>
            </a:fld>
            <a:endParaRPr lang="en-US" altLang="en-US" dirty="0"/>
          </a:p>
        </p:txBody>
      </p:sp>
      <p:sp>
        <p:nvSpPr>
          <p:cNvPr id="5" name="Footer Placeholder 4">
            <a:extLst>
              <a:ext uri="{FF2B5EF4-FFF2-40B4-BE49-F238E27FC236}">
                <a16:creationId xmlns:a16="http://schemas.microsoft.com/office/drawing/2014/main" id="{015326F3-5226-5ADD-C528-011384449993}"/>
              </a:ext>
            </a:extLst>
          </p:cNvPr>
          <p:cNvSpPr>
            <a:spLocks noGrp="1"/>
          </p:cNvSpPr>
          <p:nvPr>
            <p:ph type="ftr" sz="quarter" idx="11"/>
          </p:nvPr>
        </p:nvSpPr>
        <p:spPr/>
        <p:txBody>
          <a:bodyPr/>
          <a:lstStyle/>
          <a:p>
            <a:pPr>
              <a:defRPr/>
            </a:pPr>
            <a:r>
              <a:rPr lang="en-US"/>
              <a:t>Ethical Debates, Econ Theories, Real-World Impacts</a:t>
            </a:r>
            <a:endParaRPr lang="en-US" dirty="0"/>
          </a:p>
        </p:txBody>
      </p:sp>
      <p:pic>
        <p:nvPicPr>
          <p:cNvPr id="9" name="Content Placeholder 8">
            <a:extLst>
              <a:ext uri="{FF2B5EF4-FFF2-40B4-BE49-F238E27FC236}">
                <a16:creationId xmlns:a16="http://schemas.microsoft.com/office/drawing/2014/main" id="{A4CA3AF3-377F-B291-056D-88B3C7CF116E}"/>
              </a:ext>
            </a:extLst>
          </p:cNvPr>
          <p:cNvPicPr>
            <a:picLocks noGrp="1" noChangeAspect="1"/>
          </p:cNvPicPr>
          <p:nvPr>
            <p:ph idx="1"/>
          </p:nvPr>
        </p:nvPicPr>
        <p:blipFill>
          <a:blip r:embed="rId2"/>
          <a:stretch>
            <a:fillRect/>
          </a:stretch>
        </p:blipFill>
        <p:spPr>
          <a:xfrm>
            <a:off x="369300" y="549090"/>
            <a:ext cx="4340352" cy="5562600"/>
          </a:xfrm>
          <a:prstGeom prst="rect">
            <a:avLst/>
          </a:prstGeom>
        </p:spPr>
      </p:pic>
      <p:pic>
        <p:nvPicPr>
          <p:cNvPr id="11" name="Picture 10">
            <a:extLst>
              <a:ext uri="{FF2B5EF4-FFF2-40B4-BE49-F238E27FC236}">
                <a16:creationId xmlns:a16="http://schemas.microsoft.com/office/drawing/2014/main" id="{58C47AF6-E0E4-9C5F-925B-B3EBA16C6B0C}"/>
              </a:ext>
            </a:extLst>
          </p:cNvPr>
          <p:cNvPicPr>
            <a:picLocks noChangeAspect="1"/>
          </p:cNvPicPr>
          <p:nvPr/>
        </p:nvPicPr>
        <p:blipFill>
          <a:blip r:embed="rId3"/>
          <a:stretch>
            <a:fillRect/>
          </a:stretch>
        </p:blipFill>
        <p:spPr>
          <a:xfrm>
            <a:off x="4709652" y="663390"/>
            <a:ext cx="4077338" cy="5334000"/>
          </a:xfrm>
          <a:prstGeom prst="rect">
            <a:avLst/>
          </a:prstGeom>
        </p:spPr>
      </p:pic>
    </p:spTree>
    <p:extLst>
      <p:ext uri="{BB962C8B-B14F-4D97-AF65-F5344CB8AC3E}">
        <p14:creationId xmlns:p14="http://schemas.microsoft.com/office/powerpoint/2010/main" val="722373891"/>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D0E4B63B-3DF8-474C-41C6-E9A269E127F4}"/>
              </a:ext>
            </a:extLst>
          </p:cNvPr>
          <p:cNvSpPr>
            <a:spLocks noGrp="1"/>
          </p:cNvSpPr>
          <p:nvPr>
            <p:ph type="title"/>
          </p:nvPr>
        </p:nvSpPr>
        <p:spPr/>
        <p:txBody>
          <a:bodyPr/>
          <a:lstStyle/>
          <a:p>
            <a:r>
              <a:rPr lang="en-US" dirty="0"/>
              <a:t>Outlays, Revenues, and Tax Expenditures (2025)</a:t>
            </a:r>
          </a:p>
        </p:txBody>
      </p:sp>
      <p:sp>
        <p:nvSpPr>
          <p:cNvPr id="4" name="Slide Number Placeholder 3">
            <a:extLst>
              <a:ext uri="{FF2B5EF4-FFF2-40B4-BE49-F238E27FC236}">
                <a16:creationId xmlns:a16="http://schemas.microsoft.com/office/drawing/2014/main" id="{BB4D8BE4-DB8E-D4BF-C198-528E9D9B4EE8}"/>
              </a:ext>
            </a:extLst>
          </p:cNvPr>
          <p:cNvSpPr>
            <a:spLocks noGrp="1"/>
          </p:cNvSpPr>
          <p:nvPr>
            <p:ph type="sldNum" sz="quarter" idx="10"/>
          </p:nvPr>
        </p:nvSpPr>
        <p:spPr/>
        <p:txBody>
          <a:bodyPr/>
          <a:lstStyle/>
          <a:p>
            <a:fld id="{7B3E355C-57B9-BC4B-95D8-406A1F834537}" type="slidenum">
              <a:rPr lang="en-US" altLang="en-US" smtClean="0"/>
              <a:pPr/>
              <a:t>20</a:t>
            </a:fld>
            <a:endParaRPr lang="en-US" altLang="en-US" dirty="0"/>
          </a:p>
        </p:txBody>
      </p:sp>
      <p:sp>
        <p:nvSpPr>
          <p:cNvPr id="5" name="Footer Placeholder 4">
            <a:extLst>
              <a:ext uri="{FF2B5EF4-FFF2-40B4-BE49-F238E27FC236}">
                <a16:creationId xmlns:a16="http://schemas.microsoft.com/office/drawing/2014/main" id="{4818A89A-8D27-949F-E210-0A22FEAED1F3}"/>
              </a:ext>
            </a:extLst>
          </p:cNvPr>
          <p:cNvSpPr>
            <a:spLocks noGrp="1"/>
          </p:cNvSpPr>
          <p:nvPr>
            <p:ph type="ftr" sz="quarter" idx="11"/>
          </p:nvPr>
        </p:nvSpPr>
        <p:spPr/>
        <p:txBody>
          <a:bodyPr/>
          <a:lstStyle/>
          <a:p>
            <a:pPr>
              <a:defRPr/>
            </a:pPr>
            <a:r>
              <a:rPr lang="en-US"/>
              <a:t>Ethical Debates, Econ Theories, Real-World Impacts</a:t>
            </a:r>
            <a:endParaRPr lang="en-US" dirty="0"/>
          </a:p>
        </p:txBody>
      </p:sp>
      <p:sp>
        <p:nvSpPr>
          <p:cNvPr id="2" name="TextBox 1">
            <a:extLst>
              <a:ext uri="{FF2B5EF4-FFF2-40B4-BE49-F238E27FC236}">
                <a16:creationId xmlns:a16="http://schemas.microsoft.com/office/drawing/2014/main" id="{5D9B5781-5A14-A5BB-D22A-AD9148B34C25}"/>
              </a:ext>
            </a:extLst>
          </p:cNvPr>
          <p:cNvSpPr txBox="1"/>
          <p:nvPr/>
        </p:nvSpPr>
        <p:spPr>
          <a:xfrm>
            <a:off x="3195661" y="6172200"/>
            <a:ext cx="2752677" cy="215444"/>
          </a:xfrm>
          <a:prstGeom prst="rect">
            <a:avLst/>
          </a:prstGeom>
          <a:noFill/>
        </p:spPr>
        <p:txBody>
          <a:bodyPr wrap="none" rtlCol="0">
            <a:spAutoFit/>
          </a:bodyPr>
          <a:lstStyle/>
          <a:p>
            <a:r>
              <a:rPr lang="en-US" sz="800" dirty="0"/>
              <a:t>The Budget and Economic Outlook: 2026 to 2036</a:t>
            </a:r>
          </a:p>
        </p:txBody>
      </p:sp>
      <p:pic>
        <p:nvPicPr>
          <p:cNvPr id="10" name="Content Placeholder 9">
            <a:extLst>
              <a:ext uri="{FF2B5EF4-FFF2-40B4-BE49-F238E27FC236}">
                <a16:creationId xmlns:a16="http://schemas.microsoft.com/office/drawing/2014/main" id="{F603E252-E4F5-B0EF-BFC6-274203A3C1FE}"/>
              </a:ext>
            </a:extLst>
          </p:cNvPr>
          <p:cNvPicPr>
            <a:picLocks noGrp="1" noChangeAspect="1"/>
          </p:cNvPicPr>
          <p:nvPr>
            <p:ph idx="1"/>
          </p:nvPr>
        </p:nvPicPr>
        <p:blipFill>
          <a:blip r:embed="rId2"/>
          <a:stretch>
            <a:fillRect/>
          </a:stretch>
        </p:blipFill>
        <p:spPr>
          <a:xfrm>
            <a:off x="384048" y="609600"/>
            <a:ext cx="8458200" cy="5334000"/>
          </a:xfrm>
          <a:prstGeom prst="rect">
            <a:avLst/>
          </a:prstGeom>
        </p:spPr>
      </p:pic>
    </p:spTree>
    <p:extLst>
      <p:ext uri="{BB962C8B-B14F-4D97-AF65-F5344CB8AC3E}">
        <p14:creationId xmlns:p14="http://schemas.microsoft.com/office/powerpoint/2010/main" val="913541095"/>
      </p:ext>
    </p:extLst>
  </p:cSld>
  <p:clrMapOvr>
    <a:masterClrMapping/>
  </p:clrMapOvr>
</p:sld>
</file>

<file path=ppt/theme/theme1.xml><?xml version="1.0" encoding="utf-8"?>
<a:theme xmlns:a="http://schemas.openxmlformats.org/drawingml/2006/main" name="CG Body - Standard">
  <a:themeElements>
    <a:clrScheme name="CGSH">
      <a:dk1>
        <a:sysClr val="windowText" lastClr="000000"/>
      </a:dk1>
      <a:lt1>
        <a:sysClr val="window" lastClr="FFFFFF"/>
      </a:lt1>
      <a:dk2>
        <a:srgbClr val="000000"/>
      </a:dk2>
      <a:lt2>
        <a:srgbClr val="FFFFFF"/>
      </a:lt2>
      <a:accent1>
        <a:srgbClr val="B01C2E"/>
      </a:accent1>
      <a:accent2>
        <a:srgbClr val="4B2942"/>
      </a:accent2>
      <a:accent3>
        <a:srgbClr val="002F5F"/>
      </a:accent3>
      <a:accent4>
        <a:srgbClr val="495B25"/>
      </a:accent4>
      <a:accent5>
        <a:srgbClr val="E66402"/>
      </a:accent5>
      <a:accent6>
        <a:srgbClr val="FF9933"/>
      </a:accent6>
      <a:hlink>
        <a:srgbClr val="0000FF"/>
      </a:hlink>
      <a:folHlink>
        <a:srgbClr val="800080"/>
      </a:folHlink>
    </a:clrScheme>
    <a:fontScheme name="Calibri">
      <a:majorFont>
        <a:latin typeface="Calibri" panose="020F0502020204030204"/>
        <a:ea typeface=""/>
        <a:cs typeface=""/>
        <a:font script="Jpan" typeface="メイリオ"/>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Calibri" panose="020F0502020204030204"/>
        <a:ea typeface=""/>
        <a:cs typeface=""/>
        <a:font script="Jpan" typeface="メイリオ"/>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Lst>
    <a:ext uri="{05A4C25C-085E-4340-85A3-A5531E510DB2}">
      <thm15:themeFamily xmlns:thm15="http://schemas.microsoft.com/office/thememl/2012/main" name="CT_COE_16" id="{671586AA-9BBF-BE44-880F-D824A4D8FE5E}" vid="{5A5CEC7A-9E78-BE40-8F14-2D245F9926EC}"/>
    </a:ext>
  </a:extLst>
</a:theme>
</file>

<file path=ppt/theme/theme2.xml><?xml version="1.0" encoding="utf-8"?>
<a:theme xmlns:a="http://schemas.openxmlformats.org/drawingml/2006/main" name="Office Theme">
  <a:themeElements>
    <a:clrScheme name="">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3.xml><?xml version="1.0" encoding="utf-8"?>
<a:theme xmlns:a="http://schemas.openxmlformats.org/drawingml/2006/main" name="Office Theme">
  <a:themeElements>
    <a:clrScheme name="">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emplate/>
  <TotalTime>21476</TotalTime>
  <Words>1036</Words>
  <Application>Microsoft Macintosh PowerPoint</Application>
  <PresentationFormat>On-screen Show (4:3)</PresentationFormat>
  <Paragraphs>111</Paragraphs>
  <Slides>20</Slides>
  <Notes>2</Notes>
  <HiddenSlides>0</HiddenSlides>
  <MMClips>0</MMClips>
  <ScaleCrop>false</ScaleCrop>
  <HeadingPairs>
    <vt:vector size="6" baseType="variant">
      <vt:variant>
        <vt:lpstr>Fonts Used</vt:lpstr>
      </vt:variant>
      <vt:variant>
        <vt:i4>9</vt:i4>
      </vt:variant>
      <vt:variant>
        <vt:lpstr>Theme</vt:lpstr>
      </vt:variant>
      <vt:variant>
        <vt:i4>1</vt:i4>
      </vt:variant>
      <vt:variant>
        <vt:lpstr>Slide Titles</vt:lpstr>
      </vt:variant>
      <vt:variant>
        <vt:i4>20</vt:i4>
      </vt:variant>
    </vt:vector>
  </HeadingPairs>
  <TitlesOfParts>
    <vt:vector size="30" baseType="lpstr">
      <vt:lpstr>NSimSun</vt:lpstr>
      <vt:lpstr>Arial</vt:lpstr>
      <vt:lpstr>Calibri</vt:lpstr>
      <vt:lpstr>Courier New</vt:lpstr>
      <vt:lpstr>Gill Sans</vt:lpstr>
      <vt:lpstr>Times New Roman</vt:lpstr>
      <vt:lpstr>Verdana</vt:lpstr>
      <vt:lpstr>Wingdings</vt:lpstr>
      <vt:lpstr>Wingdings 2</vt:lpstr>
      <vt:lpstr>CG Body - Standard</vt:lpstr>
      <vt:lpstr>Federal Income Taxation Ethical Debates, Economic Theories, Real-World Impacts</vt:lpstr>
      <vt:lpstr>Tax Policy Issues</vt:lpstr>
      <vt:lpstr>U.S. Income Tax: Historical Background</vt:lpstr>
      <vt:lpstr>First Form 1040</vt:lpstr>
      <vt:lpstr>Historical MTRs of Individuals and Corporations</vt:lpstr>
      <vt:lpstr>Social Security Taxes on Wages</vt:lpstr>
      <vt:lpstr>Source of Federal Revenue as a Share of GDP</vt:lpstr>
      <vt:lpstr>Sources of Federal Revenue</vt:lpstr>
      <vt:lpstr>Total Federal Revenue and Corporate Tax Receipts</vt:lpstr>
      <vt:lpstr>Total Federal Revenues and Outlays as a Percentage of GDP</vt:lpstr>
      <vt:lpstr>Tax to GDP Ratio</vt:lpstr>
      <vt:lpstr>U.S. Deficits: Total, Primary, and Net Interest Outlays</vt:lpstr>
      <vt:lpstr>Federal Debt Held by the Public: 1900 to 2056</vt:lpstr>
      <vt:lpstr>Budget Outlook</vt:lpstr>
      <vt:lpstr>Fairness Norms</vt:lpstr>
      <vt:lpstr>Welfare Economics</vt:lpstr>
      <vt:lpstr>Tax Expenditures</vt:lpstr>
      <vt:lpstr>Tax Expenditures (2025-2034) (Treasury)</vt:lpstr>
      <vt:lpstr>Tax Expenditures (2025-2029) (JCT)</vt:lpstr>
      <vt:lpstr>Outlays, Revenues, and Tax Expenditures (2025)</vt:lpstr>
    </vt:vector>
  </TitlesOfParts>
  <Company>	鞰]皤</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Promulgating, Interpreting, and Administering  U.S. Tax Law</dc:title>
  <dc:creator>Jeffrey Colon</dc:creator>
  <cp:lastModifiedBy>Colon, Jeffrey M.</cp:lastModifiedBy>
  <cp:revision>285</cp:revision>
  <dcterms:created xsi:type="dcterms:W3CDTF">2010-08-09T13:06:30Z</dcterms:created>
  <dcterms:modified xsi:type="dcterms:W3CDTF">2026-09-02T14:15:15Z</dcterms:modified>
</cp:coreProperties>
</file>