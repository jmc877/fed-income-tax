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6"/>
  </p:notesMasterIdLst>
  <p:sldIdLst>
    <p:sldId id="257" r:id="rId2"/>
    <p:sldId id="258" r:id="rId3"/>
    <p:sldId id="273" r:id="rId4"/>
    <p:sldId id="275" r:id="rId5"/>
    <p:sldId id="259" r:id="rId6"/>
    <p:sldId id="274" r:id="rId7"/>
    <p:sldId id="276" r:id="rId8"/>
    <p:sldId id="260" r:id="rId9"/>
    <p:sldId id="277" r:id="rId10"/>
    <p:sldId id="278" r:id="rId11"/>
    <p:sldId id="279" r:id="rId12"/>
    <p:sldId id="281" r:id="rId13"/>
    <p:sldId id="280" r:id="rId14"/>
    <p:sldId id="284"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120"/>
    <p:restoredTop sz="94697"/>
  </p:normalViewPr>
  <p:slideViewPr>
    <p:cSldViewPr snapToGrid="0">
      <p:cViewPr varScale="1">
        <p:scale>
          <a:sx n="159" d="100"/>
          <a:sy n="159" d="100"/>
        </p:scale>
        <p:origin x="216" y="4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lon, Jeffrey M." userId="615143b1-cdee-493d-9a9d-1565ce8666d9" providerId="ADAL" clId="{DC1DB158-BAB1-5930-B714-AEF472873853}"/>
    <pc:docChg chg="modSld modMainMaster">
      <pc:chgData name="Colon, Jeffrey M." userId="615143b1-cdee-493d-9a9d-1565ce8666d9" providerId="ADAL" clId="{DC1DB158-BAB1-5930-B714-AEF472873853}" dt="2026-09-20T12:41:43.973" v="11" actId="20577"/>
      <pc:docMkLst>
        <pc:docMk/>
      </pc:docMkLst>
      <pc:sldChg chg="modSp mod">
        <pc:chgData name="Colon, Jeffrey M." userId="615143b1-cdee-493d-9a9d-1565ce8666d9" providerId="ADAL" clId="{DC1DB158-BAB1-5930-B714-AEF472873853}" dt="2026-09-20T12:41:43.973" v="11" actId="20577"/>
        <pc:sldMkLst>
          <pc:docMk/>
          <pc:sldMk cId="1666075646" sldId="259"/>
        </pc:sldMkLst>
        <pc:spChg chg="mod">
          <ac:chgData name="Colon, Jeffrey M." userId="615143b1-cdee-493d-9a9d-1565ce8666d9" providerId="ADAL" clId="{DC1DB158-BAB1-5930-B714-AEF472873853}" dt="2026-09-20T12:41:43.973" v="11" actId="20577"/>
          <ac:spMkLst>
            <pc:docMk/>
            <pc:sldMk cId="1666075646" sldId="259"/>
            <ac:spMk id="3" creationId="{C1BD64D4-43E0-EF66-1E41-0E6EB139C076}"/>
          </ac:spMkLst>
        </pc:spChg>
      </pc:sldChg>
      <pc:sldChg chg="modSp mod">
        <pc:chgData name="Colon, Jeffrey M." userId="615143b1-cdee-493d-9a9d-1565ce8666d9" providerId="ADAL" clId="{DC1DB158-BAB1-5930-B714-AEF472873853}" dt="2026-09-20T12:30:19.491" v="5" actId="113"/>
        <pc:sldMkLst>
          <pc:docMk/>
          <pc:sldMk cId="4133145942" sldId="273"/>
        </pc:sldMkLst>
        <pc:spChg chg="mod">
          <ac:chgData name="Colon, Jeffrey M." userId="615143b1-cdee-493d-9a9d-1565ce8666d9" providerId="ADAL" clId="{DC1DB158-BAB1-5930-B714-AEF472873853}" dt="2026-09-20T12:30:19.491" v="5" actId="113"/>
          <ac:spMkLst>
            <pc:docMk/>
            <pc:sldMk cId="4133145942" sldId="273"/>
            <ac:spMk id="9" creationId="{C300CB51-3B08-52AF-B3E4-67EB3A23C07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519C13-83C7-C142-A0E0-2CE421C66A23}" type="datetimeFigureOut">
              <a:rPr lang="en-US" smtClean="0"/>
              <a:t>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4D6A9A-4118-0340-8280-04DFC6034619}" type="slidenum">
              <a:rPr lang="en-US" smtClean="0"/>
              <a:t>‹#›</a:t>
            </a:fld>
            <a:endParaRPr lang="en-US"/>
          </a:p>
        </p:txBody>
      </p:sp>
    </p:spTree>
    <p:extLst>
      <p:ext uri="{BB962C8B-B14F-4D97-AF65-F5344CB8AC3E}">
        <p14:creationId xmlns:p14="http://schemas.microsoft.com/office/powerpoint/2010/main" val="27732001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D4D6A9A-4118-0340-8280-04DFC6034619}" type="slidenum">
              <a:rPr lang="en-US" smtClean="0"/>
              <a:t>12</a:t>
            </a:fld>
            <a:endParaRPr lang="en-US"/>
          </a:p>
        </p:txBody>
      </p:sp>
    </p:spTree>
    <p:extLst>
      <p:ext uri="{BB962C8B-B14F-4D97-AF65-F5344CB8AC3E}">
        <p14:creationId xmlns:p14="http://schemas.microsoft.com/office/powerpoint/2010/main" val="18462310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Box 11"/>
          <p:cNvSpPr txBox="1">
            <a:spLocks noChangeArrowheads="1"/>
          </p:cNvSpPr>
          <p:nvPr userDrawn="1"/>
        </p:nvSpPr>
        <p:spPr bwMode="auto">
          <a:xfrm>
            <a:off x="0" y="914400"/>
            <a:ext cx="12192000" cy="300082"/>
          </a:xfrm>
          <a:prstGeom prst="rect">
            <a:avLst/>
          </a:prstGeom>
          <a:solidFill>
            <a:schemeClr val="bg1"/>
          </a:solidFill>
          <a:ln w="9525">
            <a:solidFill>
              <a:schemeClr val="bg1">
                <a:alpha val="0"/>
              </a:schemeClr>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defRPr/>
            </a:pPr>
            <a:endParaRPr lang="en-US" sz="1350">
              <a:latin typeface="Arial" charset="0"/>
              <a:ea typeface="+mn-ea"/>
            </a:endParaRPr>
          </a:p>
        </p:txBody>
      </p:sp>
      <p:sp>
        <p:nvSpPr>
          <p:cNvPr id="3" name="Slide Number Placeholder 9"/>
          <p:cNvSpPr>
            <a:spLocks noGrp="1"/>
          </p:cNvSpPr>
          <p:nvPr>
            <p:ph type="sldNum" sz="quarter" idx="10"/>
          </p:nvPr>
        </p:nvSpPr>
        <p:spPr/>
        <p:txBody>
          <a:bodyPr/>
          <a:lstStyle>
            <a:lvl1pPr algn="r">
              <a:defRPr/>
            </a:lvl1pPr>
          </a:lstStyle>
          <a:p>
            <a:fld id="{22D706CB-156B-8643-9A07-D8448DABBCBD}" type="slidenum">
              <a:rPr lang="en-US" altLang="en-US" smtClean="0"/>
              <a:pPr/>
              <a:t>‹#›</a:t>
            </a:fld>
            <a:endParaRPr lang="en-US" altLang="en-US" dirty="0"/>
          </a:p>
        </p:txBody>
      </p:sp>
      <p:sp>
        <p:nvSpPr>
          <p:cNvPr id="4" name="Footer Placeholder 3"/>
          <p:cNvSpPr>
            <a:spLocks noGrp="1"/>
          </p:cNvSpPr>
          <p:nvPr>
            <p:ph type="ftr" sz="quarter" idx="11"/>
          </p:nvPr>
        </p:nvSpPr>
        <p:spPr>
          <a:xfrm>
            <a:off x="4165600" y="6474735"/>
            <a:ext cx="3860800" cy="288925"/>
          </a:xfrm>
        </p:spPr>
        <p:txBody>
          <a:bodyPr/>
          <a:lstStyle>
            <a:lvl1pPr>
              <a:defRPr smtClean="0"/>
            </a:lvl1pPr>
          </a:lstStyle>
          <a:p>
            <a:pPr>
              <a:defRPr/>
            </a:pPr>
            <a:r>
              <a:rPr lang="en-US" dirty="0"/>
              <a:t>Residual Income</a:t>
            </a:r>
          </a:p>
        </p:txBody>
      </p:sp>
      <p:sp>
        <p:nvSpPr>
          <p:cNvPr id="5" name="TextBox 4">
            <a:extLst>
              <a:ext uri="{FF2B5EF4-FFF2-40B4-BE49-F238E27FC236}">
                <a16:creationId xmlns:a16="http://schemas.microsoft.com/office/drawing/2014/main" id="{75D09194-847F-BEB4-1ACD-8BF1425C0667}"/>
              </a:ext>
            </a:extLst>
          </p:cNvPr>
          <p:cNvSpPr txBox="1"/>
          <p:nvPr userDrawn="1"/>
        </p:nvSpPr>
        <p:spPr>
          <a:xfrm>
            <a:off x="574907" y="6631259"/>
            <a:ext cx="184731" cy="369332"/>
          </a:xfrm>
          <a:prstGeom prst="rect">
            <a:avLst/>
          </a:prstGeom>
          <a:noFill/>
        </p:spPr>
        <p:txBody>
          <a:bodyPr wrap="none" rtlCol="0">
            <a:spAutoFit/>
          </a:bodyPr>
          <a:lstStyle/>
          <a:p>
            <a:endParaRPr lang="en-US" sz="1800" dirty="0"/>
          </a:p>
        </p:txBody>
      </p:sp>
    </p:spTree>
    <p:extLst>
      <p:ext uri="{BB962C8B-B14F-4D97-AF65-F5344CB8AC3E}">
        <p14:creationId xmlns:p14="http://schemas.microsoft.com/office/powerpoint/2010/main" val="3751594716"/>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ull Page">
    <p:spTree>
      <p:nvGrpSpPr>
        <p:cNvPr id="1" name=""/>
        <p:cNvGrpSpPr/>
        <p:nvPr/>
      </p:nvGrpSpPr>
      <p:grpSpPr>
        <a:xfrm>
          <a:off x="0" y="0"/>
          <a:ext cx="0" cy="0"/>
          <a:chOff x="0" y="0"/>
          <a:chExt cx="0" cy="0"/>
        </a:xfrm>
      </p:grpSpPr>
      <p:sp>
        <p:nvSpPr>
          <p:cNvPr id="4" name="Content Placeholder 2"/>
          <p:cNvSpPr>
            <a:spLocks noGrp="1"/>
          </p:cNvSpPr>
          <p:nvPr>
            <p:ph idx="1"/>
          </p:nvPr>
        </p:nvSpPr>
        <p:spPr>
          <a:xfrm>
            <a:off x="512064" y="533400"/>
            <a:ext cx="11277600" cy="5812064"/>
          </a:xfrm>
          <a:prstGeom prst="rect">
            <a:avLst/>
          </a:prstGeom>
        </p:spPr>
        <p:txBody>
          <a:bodyPr/>
          <a:lstStyle>
            <a:lvl1pPr marL="171450" indent="-171450" algn="just" defTabSz="685800" rtl="0" eaLnBrk="1" latinLnBrk="0" hangingPunct="1">
              <a:spcBef>
                <a:spcPct val="20000"/>
              </a:spcBef>
              <a:buClr>
                <a:srgbClr val="B01C2E"/>
              </a:buClr>
              <a:buSzPct val="60000"/>
              <a:buFont typeface="Wingdings 2" pitchFamily="18" charset="2"/>
              <a:buChar char=""/>
              <a:defRPr lang="en-US" sz="2400" kern="1200" dirty="0">
                <a:solidFill>
                  <a:schemeClr val="tx1"/>
                </a:solidFill>
                <a:latin typeface="Calibri" charset="0"/>
                <a:ea typeface="Calibri" charset="0"/>
                <a:cs typeface="Calibri" charset="0"/>
              </a:defRPr>
            </a:lvl1pPr>
            <a:lvl2pPr marL="342900" indent="-171450" algn="just">
              <a:buClr>
                <a:srgbClr val="B01C2E"/>
              </a:buClr>
              <a:buSzPct val="60000"/>
              <a:buFont typeface="Wingdings" charset="2"/>
              <a:buChar char="Ø"/>
              <a:defRPr lang="en-US" sz="1800" kern="1200" dirty="0" smtClean="0">
                <a:solidFill>
                  <a:schemeClr val="tx1"/>
                </a:solidFill>
                <a:latin typeface="Calibri" charset="0"/>
                <a:ea typeface="Calibri" charset="0"/>
                <a:cs typeface="Calibri" charset="0"/>
              </a:defRPr>
            </a:lvl2pPr>
            <a:lvl3pPr marL="514350" indent="-171450" algn="just">
              <a:buClr>
                <a:srgbClr val="B01C2E"/>
              </a:buClr>
              <a:buSzPct val="60000"/>
              <a:buFont typeface="Courier New" charset="0"/>
              <a:buChar char="o"/>
              <a:defRPr lang="en-US" sz="1800" kern="1200" baseline="0" dirty="0" smtClean="0">
                <a:solidFill>
                  <a:schemeClr val="tx1"/>
                </a:solidFill>
                <a:latin typeface="Calibri" charset="0"/>
                <a:ea typeface="Calibri" charset="0"/>
                <a:cs typeface="Calibri" charset="0"/>
              </a:defRPr>
            </a:lvl3pPr>
            <a:lvl4pPr marL="685800" indent="-171450" algn="just">
              <a:buClr>
                <a:srgbClr val="B01C2E"/>
              </a:buClr>
              <a:buSzPct val="60000"/>
              <a:buFont typeface="Arial" charset="0"/>
              <a:buChar char="•"/>
              <a:defRPr lang="en-US" sz="1600" kern="1200" baseline="0" dirty="0" smtClean="0">
                <a:solidFill>
                  <a:schemeClr val="tx1"/>
                </a:solidFill>
                <a:latin typeface="Calibri" charset="0"/>
                <a:ea typeface="Calibri" charset="0"/>
                <a:cs typeface="Calibri" charset="0"/>
              </a:defRPr>
            </a:lvl4pPr>
            <a:lvl5pPr marL="857250" algn="just">
              <a:buClr>
                <a:srgbClr val="B01C2E"/>
              </a:buClr>
              <a:buSzPct val="60000"/>
              <a:buFont typeface="Calibri" pitchFamily="34" charset="0"/>
              <a:buChar char="–"/>
              <a:defRPr lang="en-US" sz="1600" kern="1200" dirty="0" smtClean="0">
                <a:solidFill>
                  <a:schemeClr val="tx1"/>
                </a:solidFill>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2"/>
          <p:cNvSpPr>
            <a:spLocks noGrp="1" noChangeArrowheads="1"/>
          </p:cNvSpPr>
          <p:nvPr>
            <p:ph type="title"/>
          </p:nvPr>
        </p:nvSpPr>
        <p:spPr bwMode="gray">
          <a:xfrm>
            <a:off x="512064" y="41935"/>
            <a:ext cx="11277600" cy="365127"/>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marL="0" indent="0" algn="l">
              <a:tabLst>
                <a:tab pos="296466" algn="l"/>
              </a:tabLst>
              <a:defRPr sz="2000" b="1"/>
            </a:lvl1pPr>
          </a:lstStyle>
          <a:p>
            <a:pPr lvl="0"/>
            <a:r>
              <a:rPr lang="en-US" dirty="0"/>
              <a:t>Click to edit Master title style</a:t>
            </a:r>
          </a:p>
        </p:txBody>
      </p:sp>
      <p:sp>
        <p:nvSpPr>
          <p:cNvPr id="5" name="Slide Number Placeholder 9"/>
          <p:cNvSpPr>
            <a:spLocks noGrp="1"/>
          </p:cNvSpPr>
          <p:nvPr>
            <p:ph type="sldNum" sz="quarter" idx="10"/>
          </p:nvPr>
        </p:nvSpPr>
        <p:spPr>
          <a:xfrm>
            <a:off x="11180064" y="6471107"/>
            <a:ext cx="609600" cy="365125"/>
          </a:xfrm>
        </p:spPr>
        <p:txBody>
          <a:bodyPr/>
          <a:lstStyle>
            <a:lvl1pPr algn="r">
              <a:defRPr/>
            </a:lvl1pPr>
          </a:lstStyle>
          <a:p>
            <a:fld id="{7B3E355C-57B9-BC4B-95D8-406A1F834537}" type="slidenum">
              <a:rPr lang="en-US" altLang="en-US" smtClean="0"/>
              <a:pPr/>
              <a:t>‹#›</a:t>
            </a:fld>
            <a:endParaRPr lang="en-US" altLang="en-US" dirty="0"/>
          </a:p>
        </p:txBody>
      </p:sp>
      <p:sp>
        <p:nvSpPr>
          <p:cNvPr id="6" name="Footer Placeholder 4"/>
          <p:cNvSpPr>
            <a:spLocks noGrp="1"/>
          </p:cNvSpPr>
          <p:nvPr>
            <p:ph type="ftr" sz="quarter" idx="11"/>
          </p:nvPr>
        </p:nvSpPr>
        <p:spPr/>
        <p:txBody>
          <a:bodyPr/>
          <a:lstStyle>
            <a:lvl1pPr>
              <a:defRPr smtClean="0"/>
            </a:lvl1pPr>
          </a:lstStyle>
          <a:p>
            <a:pPr>
              <a:defRPr/>
            </a:pPr>
            <a:r>
              <a:rPr lang="en-US"/>
              <a:t>Residual Income</a:t>
            </a:r>
            <a:endParaRPr lang="en-US" dirty="0"/>
          </a:p>
        </p:txBody>
      </p:sp>
      <p:sp>
        <p:nvSpPr>
          <p:cNvPr id="8" name="Rectangle 7"/>
          <p:cNvSpPr/>
          <p:nvPr userDrawn="1"/>
        </p:nvSpPr>
        <p:spPr>
          <a:xfrm>
            <a:off x="512064" y="407061"/>
            <a:ext cx="11277600" cy="91169"/>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TextBox 1">
            <a:extLst>
              <a:ext uri="{FF2B5EF4-FFF2-40B4-BE49-F238E27FC236}">
                <a16:creationId xmlns:a16="http://schemas.microsoft.com/office/drawing/2014/main" id="{BE3666E3-A548-80F4-F7A8-7DA31FD7DE07}"/>
              </a:ext>
            </a:extLst>
          </p:cNvPr>
          <p:cNvSpPr txBox="1"/>
          <p:nvPr userDrawn="1"/>
        </p:nvSpPr>
        <p:spPr>
          <a:xfrm>
            <a:off x="683942" y="6601522"/>
            <a:ext cx="184731" cy="369332"/>
          </a:xfrm>
          <a:prstGeom prst="rect">
            <a:avLst/>
          </a:prstGeom>
          <a:noFill/>
        </p:spPr>
        <p:txBody>
          <a:bodyPr wrap="none" rtlCol="0">
            <a:spAutoFit/>
          </a:bodyPr>
          <a:lstStyle/>
          <a:p>
            <a:endParaRPr lang="en-US" sz="1800" dirty="0"/>
          </a:p>
        </p:txBody>
      </p:sp>
    </p:spTree>
    <p:extLst>
      <p:ext uri="{BB962C8B-B14F-4D97-AF65-F5344CB8AC3E}">
        <p14:creationId xmlns:p14="http://schemas.microsoft.com/office/powerpoint/2010/main" val="2316592316"/>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de by Side">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9" name="Content Placeholder 10"/>
          <p:cNvSpPr>
            <a:spLocks noGrp="1"/>
          </p:cNvSpPr>
          <p:nvPr>
            <p:ph sz="quarter" idx="16"/>
          </p:nvPr>
        </p:nvSpPr>
        <p:spPr>
          <a:xfrm>
            <a:off x="508000" y="1417320"/>
            <a:ext cx="5486400" cy="4572000"/>
          </a:xfrm>
          <a:prstGeom prst="rect">
            <a:avLst/>
          </a:prstGeom>
        </p:spPr>
        <p:txBody>
          <a:bodyPr/>
          <a:lstStyle>
            <a:lvl1pPr marL="171450" marR="0" indent="-171450" algn="l" defTabSz="6858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1200">
                <a:latin typeface="Calibri" charset="0"/>
                <a:ea typeface="Calibri" charset="0"/>
                <a:cs typeface="Calibri" charset="0"/>
              </a:defRPr>
            </a:lvl1pPr>
            <a:lvl2pPr marL="342900" indent="-171450">
              <a:buClr>
                <a:schemeClr val="accent1"/>
              </a:buClr>
              <a:buSzPct val="60000"/>
              <a:buFont typeface="Wingdings" charset="2"/>
              <a:buChar char="Ø"/>
              <a:defRPr lang="en-US" sz="1200" kern="1200" dirty="0" smtClean="0">
                <a:solidFill>
                  <a:schemeClr val="tx1"/>
                </a:solidFill>
                <a:latin typeface="Calibri" charset="0"/>
                <a:ea typeface="Calibri" charset="0"/>
                <a:cs typeface="Calibri" charset="0"/>
              </a:defRPr>
            </a:lvl2pPr>
            <a:lvl3pPr marL="514350" indent="-171450">
              <a:buClr>
                <a:schemeClr val="accent1"/>
              </a:buClr>
              <a:buSzPct val="60000"/>
              <a:buFont typeface="Courier New" charset="0"/>
              <a:buChar char="o"/>
              <a:defRPr sz="1200">
                <a:latin typeface="Calibri" charset="0"/>
                <a:ea typeface="Calibri" charset="0"/>
                <a:cs typeface="Calibri" charset="0"/>
              </a:defRPr>
            </a:lvl3pPr>
            <a:lvl4pPr marL="685800" indent="-171450">
              <a:buClr>
                <a:schemeClr val="accent1"/>
              </a:buClr>
              <a:buSzPct val="60000"/>
              <a:buFont typeface="Arial" charset="0"/>
              <a:buChar char="•"/>
              <a:defRPr sz="1200">
                <a:latin typeface="Calibri" charset="0"/>
                <a:ea typeface="Calibri" charset="0"/>
                <a:cs typeface="Calibri" charset="0"/>
              </a:defRPr>
            </a:lvl4pPr>
            <a:lvl5pPr marL="857250">
              <a:buClr>
                <a:schemeClr val="accent1"/>
              </a:buClr>
              <a:buSzPct val="60000"/>
              <a:buFont typeface="Arial" pitchFamily="34" charset="0"/>
              <a:buChar char="–"/>
              <a:defRPr sz="1200">
                <a:latin typeface="Calibri" charset="0"/>
                <a:ea typeface="Calibri" charset="0"/>
                <a:cs typeface="Calibri"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10"/>
          <p:cNvSpPr>
            <a:spLocks noGrp="1"/>
          </p:cNvSpPr>
          <p:nvPr>
            <p:ph sz="quarter" idx="17"/>
          </p:nvPr>
        </p:nvSpPr>
        <p:spPr>
          <a:xfrm>
            <a:off x="6197600" y="1417320"/>
            <a:ext cx="5486400" cy="4572000"/>
          </a:xfrm>
          <a:prstGeom prst="rect">
            <a:avLst/>
          </a:prstGeom>
        </p:spPr>
        <p:txBody>
          <a:bodyPr/>
          <a:lstStyle>
            <a:lvl1pPr marL="171450" marR="0" indent="-171450" algn="l" defTabSz="6858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1200">
                <a:latin typeface="Calibri" charset="0"/>
                <a:ea typeface="Calibri" charset="0"/>
                <a:cs typeface="Calibri" charset="0"/>
              </a:defRPr>
            </a:lvl1pPr>
            <a:lvl2pPr marL="342900" indent="-171450">
              <a:buClr>
                <a:schemeClr val="accent1"/>
              </a:buClr>
              <a:buSzPct val="60000"/>
              <a:buFont typeface="Wingdings" charset="2"/>
              <a:buChar char="Ø"/>
              <a:defRPr lang="en-US" sz="1200" kern="1200" dirty="0" smtClean="0">
                <a:solidFill>
                  <a:schemeClr val="tx1"/>
                </a:solidFill>
                <a:latin typeface="Calibri" charset="0"/>
                <a:ea typeface="Calibri" charset="0"/>
                <a:cs typeface="Calibri" charset="0"/>
              </a:defRPr>
            </a:lvl2pPr>
            <a:lvl3pPr marL="514350" indent="-171450">
              <a:buClr>
                <a:schemeClr val="accent1"/>
              </a:buClr>
              <a:buSzPct val="60000"/>
              <a:buFont typeface="Courier New" charset="0"/>
              <a:buChar char="o"/>
              <a:defRPr sz="1200">
                <a:latin typeface="Calibri" charset="0"/>
                <a:ea typeface="Calibri" charset="0"/>
                <a:cs typeface="Calibri" charset="0"/>
              </a:defRPr>
            </a:lvl3pPr>
            <a:lvl4pPr marL="685800" indent="-171450">
              <a:buClr>
                <a:schemeClr val="accent1"/>
              </a:buClr>
              <a:buSzPct val="60000"/>
              <a:buFont typeface="Arial" charset="0"/>
              <a:buChar char="•"/>
              <a:defRPr sz="1200">
                <a:latin typeface="Calibri" charset="0"/>
                <a:ea typeface="Calibri" charset="0"/>
                <a:cs typeface="Calibri" charset="0"/>
              </a:defRPr>
            </a:lvl4pPr>
            <a:lvl5pPr marL="857250">
              <a:buClr>
                <a:schemeClr val="accent1"/>
              </a:buClr>
              <a:buSzPct val="60000"/>
              <a:buFont typeface="Arial" pitchFamily="34" charset="0"/>
              <a:buChar char="–"/>
              <a:defRPr sz="1200">
                <a:latin typeface="Calibri" charset="0"/>
                <a:ea typeface="Calibri" charset="0"/>
                <a:cs typeface="Calibri"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9"/>
          <p:cNvSpPr>
            <a:spLocks noGrp="1"/>
          </p:cNvSpPr>
          <p:nvPr>
            <p:ph type="sldNum" sz="quarter" idx="18"/>
          </p:nvPr>
        </p:nvSpPr>
        <p:spPr/>
        <p:txBody>
          <a:bodyPr/>
          <a:lstStyle>
            <a:lvl1pPr>
              <a:defRPr/>
            </a:lvl1pPr>
          </a:lstStyle>
          <a:p>
            <a:fld id="{463EAD6B-1B79-144E-A805-1CA6FF1F03FA}" type="slidenum">
              <a:rPr lang="en-US" altLang="en-US"/>
              <a:pPr/>
              <a:t>‹#›</a:t>
            </a:fld>
            <a:endParaRPr lang="en-US" altLang="en-US" dirty="0"/>
          </a:p>
        </p:txBody>
      </p:sp>
      <p:sp>
        <p:nvSpPr>
          <p:cNvPr id="6" name="Footer Placeholder 12"/>
          <p:cNvSpPr>
            <a:spLocks noGrp="1"/>
          </p:cNvSpPr>
          <p:nvPr>
            <p:ph type="ftr" sz="quarter" idx="19"/>
          </p:nvPr>
        </p:nvSpPr>
        <p:spPr/>
        <p:txBody>
          <a:bodyPr/>
          <a:lstStyle>
            <a:lvl1pPr>
              <a:defRPr/>
            </a:lvl1pPr>
          </a:lstStyle>
          <a:p>
            <a:pPr>
              <a:defRPr/>
            </a:pPr>
            <a:r>
              <a:rPr lang="en-US"/>
              <a:t>Residual Income</a:t>
            </a:r>
          </a:p>
        </p:txBody>
      </p:sp>
      <p:sp>
        <p:nvSpPr>
          <p:cNvPr id="2" name="TextBox 1"/>
          <p:cNvSpPr txBox="1"/>
          <p:nvPr userDrawn="1"/>
        </p:nvSpPr>
        <p:spPr>
          <a:xfrm>
            <a:off x="2748041" y="537029"/>
            <a:ext cx="184731" cy="300082"/>
          </a:xfrm>
          <a:prstGeom prst="rect">
            <a:avLst/>
          </a:prstGeom>
          <a:noFill/>
        </p:spPr>
        <p:txBody>
          <a:bodyPr wrap="none" rtlCol="0">
            <a:spAutoFit/>
          </a:bodyPr>
          <a:lstStyle/>
          <a:p>
            <a:endParaRPr lang="en-US" sz="1350" dirty="0"/>
          </a:p>
        </p:txBody>
      </p:sp>
    </p:spTree>
    <p:extLst>
      <p:ext uri="{BB962C8B-B14F-4D97-AF65-F5344CB8AC3E}">
        <p14:creationId xmlns:p14="http://schemas.microsoft.com/office/powerpoint/2010/main" val="32776299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Top / One Bottom">
    <p:spTree>
      <p:nvGrpSpPr>
        <p:cNvPr id="1" name=""/>
        <p:cNvGrpSpPr/>
        <p:nvPr/>
      </p:nvGrpSpPr>
      <p:grpSpPr>
        <a:xfrm>
          <a:off x="0" y="0"/>
          <a:ext cx="0" cy="0"/>
          <a:chOff x="0" y="0"/>
          <a:chExt cx="0" cy="0"/>
        </a:xfrm>
      </p:grpSpPr>
      <p:sp>
        <p:nvSpPr>
          <p:cNvPr id="11" name="Content Placeholder 10"/>
          <p:cNvSpPr>
            <a:spLocks noGrp="1"/>
          </p:cNvSpPr>
          <p:nvPr>
            <p:ph sz="quarter" idx="16"/>
          </p:nvPr>
        </p:nvSpPr>
        <p:spPr>
          <a:xfrm>
            <a:off x="508000" y="1417320"/>
            <a:ext cx="54864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6197600" y="1417320"/>
            <a:ext cx="54864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508000" y="3886200"/>
            <a:ext cx="111760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 name="Slide Number Placeholder 9"/>
          <p:cNvSpPr>
            <a:spLocks noGrp="1"/>
          </p:cNvSpPr>
          <p:nvPr>
            <p:ph type="sldNum" sz="quarter" idx="19"/>
          </p:nvPr>
        </p:nvSpPr>
        <p:spPr/>
        <p:txBody>
          <a:bodyPr/>
          <a:lstStyle>
            <a:lvl1pPr>
              <a:defRPr/>
            </a:lvl1pPr>
          </a:lstStyle>
          <a:p>
            <a:fld id="{DBDD9035-58B9-F243-8D2E-5AB7C4167337}" type="slidenum">
              <a:rPr lang="en-US" altLang="en-US"/>
              <a:pPr/>
              <a:t>‹#›</a:t>
            </a:fld>
            <a:endParaRPr lang="en-US" altLang="en-US" dirty="0"/>
          </a:p>
        </p:txBody>
      </p:sp>
      <p:sp>
        <p:nvSpPr>
          <p:cNvPr id="8" name="Footer Placeholder 12"/>
          <p:cNvSpPr>
            <a:spLocks noGrp="1"/>
          </p:cNvSpPr>
          <p:nvPr>
            <p:ph type="ftr" sz="quarter" idx="20"/>
          </p:nvPr>
        </p:nvSpPr>
        <p:spPr/>
        <p:txBody>
          <a:bodyPr/>
          <a:lstStyle>
            <a:lvl1pPr>
              <a:defRPr/>
            </a:lvl1pPr>
          </a:lstStyle>
          <a:p>
            <a:pPr>
              <a:defRPr/>
            </a:pPr>
            <a:r>
              <a:rPr lang="en-US"/>
              <a:t>Residual Income</a:t>
            </a:r>
          </a:p>
        </p:txBody>
      </p:sp>
    </p:spTree>
    <p:extLst>
      <p:ext uri="{BB962C8B-B14F-4D97-AF65-F5344CB8AC3E}">
        <p14:creationId xmlns:p14="http://schemas.microsoft.com/office/powerpoint/2010/main" val="250200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Left / One Right">
    <p:spTree>
      <p:nvGrpSpPr>
        <p:cNvPr id="1" name=""/>
        <p:cNvGrpSpPr/>
        <p:nvPr/>
      </p:nvGrpSpPr>
      <p:grpSpPr>
        <a:xfrm>
          <a:off x="0" y="0"/>
          <a:ext cx="0" cy="0"/>
          <a:chOff x="0" y="0"/>
          <a:chExt cx="0" cy="0"/>
        </a:xfrm>
      </p:grpSpPr>
      <p:sp>
        <p:nvSpPr>
          <p:cNvPr id="11" name="Content Placeholder 10"/>
          <p:cNvSpPr>
            <a:spLocks noGrp="1"/>
          </p:cNvSpPr>
          <p:nvPr>
            <p:ph sz="quarter" idx="17"/>
          </p:nvPr>
        </p:nvSpPr>
        <p:spPr>
          <a:xfrm>
            <a:off x="6197600" y="1417320"/>
            <a:ext cx="5486400" cy="48006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8"/>
          </p:nvPr>
        </p:nvSpPr>
        <p:spPr>
          <a:xfrm>
            <a:off x="508000" y="1417320"/>
            <a:ext cx="54864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2"/>
          <p:cNvSpPr>
            <a:spLocks noGrp="1"/>
          </p:cNvSpPr>
          <p:nvPr>
            <p:ph sz="quarter" idx="19"/>
          </p:nvPr>
        </p:nvSpPr>
        <p:spPr>
          <a:xfrm>
            <a:off x="508000" y="3931920"/>
            <a:ext cx="54864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 name="Slide Number Placeholder 9"/>
          <p:cNvSpPr>
            <a:spLocks noGrp="1"/>
          </p:cNvSpPr>
          <p:nvPr>
            <p:ph type="sldNum" sz="quarter" idx="20"/>
          </p:nvPr>
        </p:nvSpPr>
        <p:spPr/>
        <p:txBody>
          <a:bodyPr/>
          <a:lstStyle>
            <a:lvl1pPr>
              <a:defRPr/>
            </a:lvl1pPr>
          </a:lstStyle>
          <a:p>
            <a:fld id="{6C93E8D5-2692-0D44-9EA4-C6015F0C54D7}" type="slidenum">
              <a:rPr lang="en-US" altLang="en-US"/>
              <a:pPr/>
              <a:t>‹#›</a:t>
            </a:fld>
            <a:endParaRPr lang="en-US" altLang="en-US"/>
          </a:p>
        </p:txBody>
      </p:sp>
      <p:sp>
        <p:nvSpPr>
          <p:cNvPr id="8" name="Footer Placeholder 12"/>
          <p:cNvSpPr>
            <a:spLocks noGrp="1"/>
          </p:cNvSpPr>
          <p:nvPr>
            <p:ph type="ftr" sz="quarter" idx="21"/>
          </p:nvPr>
        </p:nvSpPr>
        <p:spPr/>
        <p:txBody>
          <a:bodyPr/>
          <a:lstStyle>
            <a:lvl1pPr>
              <a:defRPr/>
            </a:lvl1pPr>
          </a:lstStyle>
          <a:p>
            <a:pPr>
              <a:defRPr/>
            </a:pPr>
            <a:r>
              <a:rPr lang="en-US"/>
              <a:t>Residual Income</a:t>
            </a:r>
          </a:p>
        </p:txBody>
      </p:sp>
    </p:spTree>
    <p:extLst>
      <p:ext uri="{BB962C8B-B14F-4D97-AF65-F5344CB8AC3E}">
        <p14:creationId xmlns:p14="http://schemas.microsoft.com/office/powerpoint/2010/main" val="17471119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 name="Slide Number Placeholder 9"/>
          <p:cNvSpPr>
            <a:spLocks noGrp="1"/>
          </p:cNvSpPr>
          <p:nvPr>
            <p:ph type="sldNum" sz="quarter" idx="10"/>
          </p:nvPr>
        </p:nvSpPr>
        <p:spPr/>
        <p:txBody>
          <a:bodyPr/>
          <a:lstStyle>
            <a:lvl1pPr>
              <a:defRPr/>
            </a:lvl1pPr>
          </a:lstStyle>
          <a:p>
            <a:fld id="{395527EB-3756-C241-BFD3-DBB1E111190F}" type="slidenum">
              <a:rPr lang="en-US" altLang="en-US"/>
              <a:pPr/>
              <a:t>‹#›</a:t>
            </a:fld>
            <a:endParaRPr lang="en-US" altLang="en-US"/>
          </a:p>
        </p:txBody>
      </p:sp>
      <p:sp>
        <p:nvSpPr>
          <p:cNvPr id="4" name="Footer Placeholder 12"/>
          <p:cNvSpPr>
            <a:spLocks noGrp="1"/>
          </p:cNvSpPr>
          <p:nvPr>
            <p:ph type="ftr" sz="quarter" idx="11"/>
          </p:nvPr>
        </p:nvSpPr>
        <p:spPr/>
        <p:txBody>
          <a:bodyPr/>
          <a:lstStyle>
            <a:lvl1pPr>
              <a:defRPr/>
            </a:lvl1pPr>
          </a:lstStyle>
          <a:p>
            <a:pPr>
              <a:defRPr/>
            </a:pPr>
            <a:r>
              <a:rPr lang="en-US"/>
              <a:t>Residual Income</a:t>
            </a:r>
          </a:p>
        </p:txBody>
      </p:sp>
    </p:spTree>
    <p:extLst>
      <p:ext uri="{BB962C8B-B14F-4D97-AF65-F5344CB8AC3E}">
        <p14:creationId xmlns:p14="http://schemas.microsoft.com/office/powerpoint/2010/main" val="16051573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ide by Side w/Header">
    <p:spTree>
      <p:nvGrpSpPr>
        <p:cNvPr id="1" name=""/>
        <p:cNvGrpSpPr/>
        <p:nvPr/>
      </p:nvGrpSpPr>
      <p:grpSpPr>
        <a:xfrm>
          <a:off x="0" y="0"/>
          <a:ext cx="0" cy="0"/>
          <a:chOff x="0" y="0"/>
          <a:chExt cx="0" cy="0"/>
        </a:xfrm>
      </p:grpSpPr>
      <p:sp>
        <p:nvSpPr>
          <p:cNvPr id="7" name="Text Placeholder 2"/>
          <p:cNvSpPr>
            <a:spLocks noGrp="1"/>
          </p:cNvSpPr>
          <p:nvPr>
            <p:ph type="body" idx="1"/>
          </p:nvPr>
        </p:nvSpPr>
        <p:spPr>
          <a:xfrm>
            <a:off x="505884" y="1371600"/>
            <a:ext cx="5386917"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6299200" y="1371600"/>
            <a:ext cx="5386917"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1" name="Content Placeholder 10"/>
          <p:cNvSpPr>
            <a:spLocks noGrp="1"/>
          </p:cNvSpPr>
          <p:nvPr>
            <p:ph sz="quarter" idx="20"/>
          </p:nvPr>
        </p:nvSpPr>
        <p:spPr>
          <a:xfrm>
            <a:off x="505883" y="1807534"/>
            <a:ext cx="5388864"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21"/>
          </p:nvPr>
        </p:nvSpPr>
        <p:spPr>
          <a:xfrm>
            <a:off x="6299200" y="1807534"/>
            <a:ext cx="5388864" cy="434340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0" name="Slide Number Placeholder 9"/>
          <p:cNvSpPr>
            <a:spLocks noGrp="1"/>
          </p:cNvSpPr>
          <p:nvPr>
            <p:ph type="sldNum" sz="quarter" idx="22"/>
          </p:nvPr>
        </p:nvSpPr>
        <p:spPr/>
        <p:txBody>
          <a:bodyPr/>
          <a:lstStyle>
            <a:lvl1pPr>
              <a:defRPr/>
            </a:lvl1pPr>
          </a:lstStyle>
          <a:p>
            <a:fld id="{856F0A94-AD2E-974D-AF6B-04AF335E854A}" type="slidenum">
              <a:rPr lang="en-US" altLang="en-US"/>
              <a:pPr/>
              <a:t>‹#›</a:t>
            </a:fld>
            <a:endParaRPr lang="en-US" altLang="en-US"/>
          </a:p>
        </p:txBody>
      </p:sp>
      <p:sp>
        <p:nvSpPr>
          <p:cNvPr id="13" name="Footer Placeholder 12"/>
          <p:cNvSpPr>
            <a:spLocks noGrp="1"/>
          </p:cNvSpPr>
          <p:nvPr>
            <p:ph type="ftr" sz="quarter" idx="23"/>
          </p:nvPr>
        </p:nvSpPr>
        <p:spPr/>
        <p:txBody>
          <a:bodyPr/>
          <a:lstStyle>
            <a:lvl1pPr>
              <a:defRPr/>
            </a:lvl1pPr>
          </a:lstStyle>
          <a:p>
            <a:pPr>
              <a:defRPr/>
            </a:pPr>
            <a:r>
              <a:rPr lang="en-US"/>
              <a:t>Residual Income</a:t>
            </a:r>
          </a:p>
        </p:txBody>
      </p:sp>
    </p:spTree>
    <p:extLst>
      <p:ext uri="{BB962C8B-B14F-4D97-AF65-F5344CB8AC3E}">
        <p14:creationId xmlns:p14="http://schemas.microsoft.com/office/powerpoint/2010/main" val="34196810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ide by Side Arrow Right">
    <p:spTree>
      <p:nvGrpSpPr>
        <p:cNvPr id="1" name=""/>
        <p:cNvGrpSpPr/>
        <p:nvPr/>
      </p:nvGrpSpPr>
      <p:grpSpPr>
        <a:xfrm>
          <a:off x="0" y="0"/>
          <a:ext cx="0" cy="0"/>
          <a:chOff x="0" y="0"/>
          <a:chExt cx="0" cy="0"/>
        </a:xfrm>
      </p:grpSpPr>
      <p:sp>
        <p:nvSpPr>
          <p:cNvPr id="10" name="Right Arrow 9"/>
          <p:cNvSpPr/>
          <p:nvPr userDrawn="1"/>
        </p:nvSpPr>
        <p:spPr bwMode="auto">
          <a:xfrm>
            <a:off x="5384800" y="3046413"/>
            <a:ext cx="1320800" cy="1009650"/>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7" name="Text Placeholder 2"/>
          <p:cNvSpPr>
            <a:spLocks noGrp="1"/>
          </p:cNvSpPr>
          <p:nvPr>
            <p:ph type="body" idx="1"/>
          </p:nvPr>
        </p:nvSpPr>
        <p:spPr>
          <a:xfrm>
            <a:off x="505883" y="1371600"/>
            <a:ext cx="48768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6705600" y="1371600"/>
            <a:ext cx="4876800" cy="380392"/>
          </a:xfrm>
          <a:prstGeom prst="rect">
            <a:avLst/>
          </a:prstGeom>
          <a:solidFill>
            <a:schemeClr val="accent1"/>
          </a:solidFill>
          <a:ln cmpd="sng">
            <a:solidFill>
              <a:srgbClr val="B01C2E"/>
            </a:solidFill>
            <a:prstDash val="solid"/>
          </a:ln>
        </p:spPr>
        <p:txBody>
          <a:bodyPr lIns="91440" rIns="91440" anchor="ctr"/>
          <a:lstStyle>
            <a:lvl1pPr marL="0" marR="0" indent="0" algn="l"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2" name="Content Placeholder 10"/>
          <p:cNvSpPr>
            <a:spLocks noGrp="1"/>
          </p:cNvSpPr>
          <p:nvPr>
            <p:ph sz="quarter" idx="20"/>
          </p:nvPr>
        </p:nvSpPr>
        <p:spPr>
          <a:xfrm>
            <a:off x="505883" y="1807534"/>
            <a:ext cx="48768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21"/>
          </p:nvPr>
        </p:nvSpPr>
        <p:spPr>
          <a:xfrm>
            <a:off x="6705600" y="1828800"/>
            <a:ext cx="48768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1" name="Slide Number Placeholder 2"/>
          <p:cNvSpPr>
            <a:spLocks noGrp="1"/>
          </p:cNvSpPr>
          <p:nvPr>
            <p:ph type="sldNum" sz="quarter" idx="22"/>
          </p:nvPr>
        </p:nvSpPr>
        <p:spPr/>
        <p:txBody>
          <a:bodyPr/>
          <a:lstStyle>
            <a:lvl1pPr>
              <a:defRPr/>
            </a:lvl1pPr>
          </a:lstStyle>
          <a:p>
            <a:fld id="{652385A1-7A9F-1D44-AA51-16856D64E5B5}" type="slidenum">
              <a:rPr lang="en-US" altLang="en-US"/>
              <a:pPr/>
              <a:t>‹#›</a:t>
            </a:fld>
            <a:endParaRPr lang="en-US" altLang="en-US"/>
          </a:p>
        </p:txBody>
      </p:sp>
      <p:sp>
        <p:nvSpPr>
          <p:cNvPr id="14" name="Footer Placeholder 9"/>
          <p:cNvSpPr>
            <a:spLocks noGrp="1"/>
          </p:cNvSpPr>
          <p:nvPr>
            <p:ph type="ftr" sz="quarter" idx="23"/>
          </p:nvPr>
        </p:nvSpPr>
        <p:spPr/>
        <p:txBody>
          <a:bodyPr/>
          <a:lstStyle>
            <a:lvl1pPr>
              <a:defRPr smtClean="0"/>
            </a:lvl1pPr>
          </a:lstStyle>
          <a:p>
            <a:pPr>
              <a:defRPr/>
            </a:pPr>
            <a:r>
              <a:rPr lang="en-US"/>
              <a:t>Residual Income</a:t>
            </a:r>
          </a:p>
        </p:txBody>
      </p:sp>
    </p:spTree>
    <p:extLst>
      <p:ext uri="{BB962C8B-B14F-4D97-AF65-F5344CB8AC3E}">
        <p14:creationId xmlns:p14="http://schemas.microsoft.com/office/powerpoint/2010/main" val="12767845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ide by Side Double Arrow">
    <p:spTree>
      <p:nvGrpSpPr>
        <p:cNvPr id="1" name=""/>
        <p:cNvGrpSpPr/>
        <p:nvPr/>
      </p:nvGrpSpPr>
      <p:grpSpPr>
        <a:xfrm>
          <a:off x="0" y="0"/>
          <a:ext cx="0" cy="0"/>
          <a:chOff x="0" y="0"/>
          <a:chExt cx="0" cy="0"/>
        </a:xfrm>
      </p:grpSpPr>
      <p:sp>
        <p:nvSpPr>
          <p:cNvPr id="9" name="Right Arrow 8"/>
          <p:cNvSpPr/>
          <p:nvPr userDrawn="1"/>
        </p:nvSpPr>
        <p:spPr bwMode="auto">
          <a:xfrm>
            <a:off x="5359126" y="2692959"/>
            <a:ext cx="1326383" cy="1022294"/>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12" name="Right Arrow 11"/>
          <p:cNvSpPr/>
          <p:nvPr userDrawn="1"/>
        </p:nvSpPr>
        <p:spPr bwMode="auto">
          <a:xfrm rot="10800000">
            <a:off x="5427338" y="3778178"/>
            <a:ext cx="1353183" cy="102228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7" name="Text Placeholder 2"/>
          <p:cNvSpPr>
            <a:spLocks noGrp="1"/>
          </p:cNvSpPr>
          <p:nvPr>
            <p:ph type="body" idx="1"/>
          </p:nvPr>
        </p:nvSpPr>
        <p:spPr>
          <a:xfrm>
            <a:off x="505883" y="1371600"/>
            <a:ext cx="48768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6705600" y="1371600"/>
            <a:ext cx="48768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1" name="Content Placeholder 10"/>
          <p:cNvSpPr>
            <a:spLocks noGrp="1"/>
          </p:cNvSpPr>
          <p:nvPr>
            <p:ph sz="quarter" idx="20"/>
          </p:nvPr>
        </p:nvSpPr>
        <p:spPr>
          <a:xfrm>
            <a:off x="505883" y="1807534"/>
            <a:ext cx="48768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mn-cs"/>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0"/>
          <p:cNvSpPr>
            <a:spLocks noGrp="1"/>
          </p:cNvSpPr>
          <p:nvPr>
            <p:ph sz="quarter" idx="21"/>
          </p:nvPr>
        </p:nvSpPr>
        <p:spPr>
          <a:xfrm>
            <a:off x="6705600" y="1807534"/>
            <a:ext cx="48768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mn-cs"/>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Slide Number Placeholder 2"/>
          <p:cNvSpPr>
            <a:spLocks noGrp="1"/>
          </p:cNvSpPr>
          <p:nvPr>
            <p:ph type="sldNum" sz="quarter" idx="22"/>
          </p:nvPr>
        </p:nvSpPr>
        <p:spPr/>
        <p:txBody>
          <a:bodyPr/>
          <a:lstStyle>
            <a:lvl1pPr>
              <a:defRPr/>
            </a:lvl1pPr>
          </a:lstStyle>
          <a:p>
            <a:fld id="{0A6B8188-A85F-5349-B14D-08361E6A7245}" type="slidenum">
              <a:rPr lang="en-US" altLang="en-US"/>
              <a:pPr/>
              <a:t>‹#›</a:t>
            </a:fld>
            <a:endParaRPr lang="en-US" altLang="en-US"/>
          </a:p>
        </p:txBody>
      </p:sp>
      <p:sp>
        <p:nvSpPr>
          <p:cNvPr id="15" name="Footer Placeholder 14"/>
          <p:cNvSpPr>
            <a:spLocks noGrp="1"/>
          </p:cNvSpPr>
          <p:nvPr>
            <p:ph type="ftr" sz="quarter" idx="23"/>
          </p:nvPr>
        </p:nvSpPr>
        <p:spPr/>
        <p:txBody>
          <a:bodyPr/>
          <a:lstStyle>
            <a:lvl1pPr>
              <a:defRPr smtClean="0"/>
            </a:lvl1pPr>
          </a:lstStyle>
          <a:p>
            <a:pPr>
              <a:defRPr/>
            </a:pPr>
            <a:r>
              <a:rPr lang="en-US"/>
              <a:t>Residual Income</a:t>
            </a:r>
          </a:p>
        </p:txBody>
      </p:sp>
    </p:spTree>
    <p:extLst>
      <p:ext uri="{BB962C8B-B14F-4D97-AF65-F5344CB8AC3E}">
        <p14:creationId xmlns:p14="http://schemas.microsoft.com/office/powerpoint/2010/main" val="22320633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ne Top Arrow to Two Bottom">
    <p:spTree>
      <p:nvGrpSpPr>
        <p:cNvPr id="1" name=""/>
        <p:cNvGrpSpPr/>
        <p:nvPr/>
      </p:nvGrpSpPr>
      <p:grpSpPr>
        <a:xfrm>
          <a:off x="0" y="0"/>
          <a:ext cx="0" cy="0"/>
          <a:chOff x="0" y="0"/>
          <a:chExt cx="0" cy="0"/>
        </a:xfrm>
      </p:grpSpPr>
      <p:sp>
        <p:nvSpPr>
          <p:cNvPr id="10" name="Right Arrow 9"/>
          <p:cNvSpPr/>
          <p:nvPr userDrawn="1"/>
        </p:nvSpPr>
        <p:spPr bwMode="auto">
          <a:xfrm rot="5400000">
            <a:off x="5768941" y="3106217"/>
            <a:ext cx="654118" cy="136305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11" name="Content Placeholder 10"/>
          <p:cNvSpPr>
            <a:spLocks noGrp="1"/>
          </p:cNvSpPr>
          <p:nvPr>
            <p:ph sz="quarter" idx="16"/>
          </p:nvPr>
        </p:nvSpPr>
        <p:spPr>
          <a:xfrm>
            <a:off x="609600" y="4479952"/>
            <a:ext cx="51816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6400800" y="4479952"/>
            <a:ext cx="51816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609600" y="1807534"/>
            <a:ext cx="10972800" cy="164592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609600" y="1417320"/>
            <a:ext cx="109728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609600" y="4114800"/>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0"/>
          </p:nvPr>
        </p:nvSpPr>
        <p:spPr>
          <a:xfrm>
            <a:off x="6400800" y="4114800"/>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4"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p:cNvSpPr>
            <a:spLocks noGrp="1"/>
          </p:cNvSpPr>
          <p:nvPr>
            <p:ph type="sldNum" sz="quarter" idx="21"/>
          </p:nvPr>
        </p:nvSpPr>
        <p:spPr/>
        <p:txBody>
          <a:bodyPr/>
          <a:lstStyle>
            <a:lvl1pPr>
              <a:defRPr/>
            </a:lvl1pPr>
          </a:lstStyle>
          <a:p>
            <a:fld id="{7C6F7C23-5FF9-2A4B-BF08-C1294322DB52}"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Residual Income</a:t>
            </a:r>
          </a:p>
        </p:txBody>
      </p:sp>
    </p:spTree>
    <p:extLst>
      <p:ext uri="{BB962C8B-B14F-4D97-AF65-F5344CB8AC3E}">
        <p14:creationId xmlns:p14="http://schemas.microsoft.com/office/powerpoint/2010/main" val="8136383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Top Arrow to One Bottom">
    <p:spTree>
      <p:nvGrpSpPr>
        <p:cNvPr id="1" name=""/>
        <p:cNvGrpSpPr/>
        <p:nvPr/>
      </p:nvGrpSpPr>
      <p:grpSpPr>
        <a:xfrm>
          <a:off x="0" y="0"/>
          <a:ext cx="0" cy="0"/>
          <a:chOff x="0" y="0"/>
          <a:chExt cx="0" cy="0"/>
        </a:xfrm>
      </p:grpSpPr>
      <p:sp>
        <p:nvSpPr>
          <p:cNvPr id="10" name="Right Arrow 9"/>
          <p:cNvSpPr/>
          <p:nvPr userDrawn="1"/>
        </p:nvSpPr>
        <p:spPr bwMode="auto">
          <a:xfrm rot="5400000">
            <a:off x="5768941" y="3106217"/>
            <a:ext cx="654118" cy="136305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11" name="Content Placeholder 10"/>
          <p:cNvSpPr>
            <a:spLocks noGrp="1"/>
          </p:cNvSpPr>
          <p:nvPr>
            <p:ph sz="quarter" idx="16"/>
          </p:nvPr>
        </p:nvSpPr>
        <p:spPr>
          <a:xfrm>
            <a:off x="609600" y="1783080"/>
            <a:ext cx="51816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6400800" y="1783080"/>
            <a:ext cx="51816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609600" y="4505014"/>
            <a:ext cx="10972800" cy="164592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609600" y="4114800"/>
            <a:ext cx="109728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609600" y="1417928"/>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0"/>
          </p:nvPr>
        </p:nvSpPr>
        <p:spPr>
          <a:xfrm>
            <a:off x="6400800" y="1417928"/>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4"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p:cNvSpPr>
            <a:spLocks noGrp="1"/>
          </p:cNvSpPr>
          <p:nvPr>
            <p:ph type="sldNum" sz="quarter" idx="21"/>
          </p:nvPr>
        </p:nvSpPr>
        <p:spPr/>
        <p:txBody>
          <a:bodyPr/>
          <a:lstStyle>
            <a:lvl1pPr>
              <a:defRPr/>
            </a:lvl1pPr>
          </a:lstStyle>
          <a:p>
            <a:fld id="{06494A95-A7E5-E34F-8DB1-F10A4839B0B9}"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Residual Income</a:t>
            </a:r>
          </a:p>
        </p:txBody>
      </p:sp>
    </p:spTree>
    <p:extLst>
      <p:ext uri="{BB962C8B-B14F-4D97-AF65-F5344CB8AC3E}">
        <p14:creationId xmlns:p14="http://schemas.microsoft.com/office/powerpoint/2010/main" val="33698621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Blocks - Six Palettes">
    <p:spTree>
      <p:nvGrpSpPr>
        <p:cNvPr id="1" name=""/>
        <p:cNvGrpSpPr/>
        <p:nvPr/>
      </p:nvGrpSpPr>
      <p:grpSpPr>
        <a:xfrm>
          <a:off x="0" y="0"/>
          <a:ext cx="0" cy="0"/>
          <a:chOff x="0" y="0"/>
          <a:chExt cx="0" cy="0"/>
        </a:xfrm>
      </p:grpSpPr>
      <p:sp>
        <p:nvSpPr>
          <p:cNvPr id="28" name="Text Placeholder 5"/>
          <p:cNvSpPr>
            <a:spLocks noGrp="1"/>
          </p:cNvSpPr>
          <p:nvPr>
            <p:ph type="body" sz="quarter" idx="30"/>
          </p:nvPr>
        </p:nvSpPr>
        <p:spPr>
          <a:xfrm>
            <a:off x="6191251" y="4627745"/>
            <a:ext cx="51816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5" name="Text Placeholder 5"/>
          <p:cNvSpPr>
            <a:spLocks noGrp="1"/>
          </p:cNvSpPr>
          <p:nvPr>
            <p:ph type="body" sz="quarter" idx="27"/>
          </p:nvPr>
        </p:nvSpPr>
        <p:spPr>
          <a:xfrm>
            <a:off x="501651" y="4627745"/>
            <a:ext cx="51816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4" name="Text Placeholder 5"/>
          <p:cNvSpPr>
            <a:spLocks noGrp="1"/>
          </p:cNvSpPr>
          <p:nvPr>
            <p:ph type="body" sz="quarter" idx="26"/>
          </p:nvPr>
        </p:nvSpPr>
        <p:spPr>
          <a:xfrm>
            <a:off x="501651" y="3015622"/>
            <a:ext cx="51816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7" name="Text Placeholder 5"/>
          <p:cNvSpPr>
            <a:spLocks noGrp="1"/>
          </p:cNvSpPr>
          <p:nvPr>
            <p:ph type="body" sz="quarter" idx="29"/>
          </p:nvPr>
        </p:nvSpPr>
        <p:spPr>
          <a:xfrm>
            <a:off x="6191251" y="3015622"/>
            <a:ext cx="51816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6" name="Text Placeholder 5"/>
          <p:cNvSpPr>
            <a:spLocks noGrp="1"/>
          </p:cNvSpPr>
          <p:nvPr>
            <p:ph type="body" sz="quarter" idx="28"/>
          </p:nvPr>
        </p:nvSpPr>
        <p:spPr>
          <a:xfrm>
            <a:off x="6191251" y="1403499"/>
            <a:ext cx="51816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3" name="Text Placeholder 5"/>
          <p:cNvSpPr>
            <a:spLocks noGrp="1"/>
          </p:cNvSpPr>
          <p:nvPr>
            <p:ph type="body" sz="quarter" idx="25"/>
          </p:nvPr>
        </p:nvSpPr>
        <p:spPr>
          <a:xfrm>
            <a:off x="501651" y="1403499"/>
            <a:ext cx="51816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17"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501651" y="1676400"/>
            <a:ext cx="51816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5"/>
          <p:cNvSpPr>
            <a:spLocks noGrp="1"/>
          </p:cNvSpPr>
          <p:nvPr>
            <p:ph type="body" sz="quarter" idx="32"/>
          </p:nvPr>
        </p:nvSpPr>
        <p:spPr>
          <a:xfrm>
            <a:off x="501651" y="3302419"/>
            <a:ext cx="51816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2" name="Text Placeholder 5"/>
          <p:cNvSpPr>
            <a:spLocks noGrp="1"/>
          </p:cNvSpPr>
          <p:nvPr>
            <p:ph type="body" sz="quarter" idx="33"/>
          </p:nvPr>
        </p:nvSpPr>
        <p:spPr>
          <a:xfrm>
            <a:off x="501651" y="4914990"/>
            <a:ext cx="51816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5"/>
          <p:cNvSpPr>
            <a:spLocks noGrp="1"/>
          </p:cNvSpPr>
          <p:nvPr>
            <p:ph type="body" sz="quarter" idx="34"/>
          </p:nvPr>
        </p:nvSpPr>
        <p:spPr>
          <a:xfrm>
            <a:off x="6191251" y="1676400"/>
            <a:ext cx="51816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Text Placeholder 5"/>
          <p:cNvSpPr>
            <a:spLocks noGrp="1"/>
          </p:cNvSpPr>
          <p:nvPr>
            <p:ph type="body" sz="quarter" idx="35"/>
          </p:nvPr>
        </p:nvSpPr>
        <p:spPr>
          <a:xfrm>
            <a:off x="6191251" y="3302418"/>
            <a:ext cx="51816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5"/>
          <p:cNvSpPr>
            <a:spLocks noGrp="1"/>
          </p:cNvSpPr>
          <p:nvPr>
            <p:ph type="body" sz="quarter" idx="36"/>
          </p:nvPr>
        </p:nvSpPr>
        <p:spPr>
          <a:xfrm>
            <a:off x="6191251" y="4914990"/>
            <a:ext cx="51816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Slide Number Placeholder 9"/>
          <p:cNvSpPr>
            <a:spLocks noGrp="1"/>
          </p:cNvSpPr>
          <p:nvPr>
            <p:ph type="sldNum" sz="quarter" idx="37"/>
          </p:nvPr>
        </p:nvSpPr>
        <p:spPr/>
        <p:txBody>
          <a:bodyPr/>
          <a:lstStyle>
            <a:lvl1pPr>
              <a:defRPr/>
            </a:lvl1pPr>
          </a:lstStyle>
          <a:p>
            <a:fld id="{A23329EE-AB34-E748-89A3-8E74FFF398F3}" type="slidenum">
              <a:rPr lang="en-US" altLang="en-US"/>
              <a:pPr/>
              <a:t>‹#›</a:t>
            </a:fld>
            <a:endParaRPr lang="en-US" altLang="en-US"/>
          </a:p>
        </p:txBody>
      </p:sp>
      <p:sp>
        <p:nvSpPr>
          <p:cNvPr id="16" name="Footer Placeholder 12"/>
          <p:cNvSpPr>
            <a:spLocks noGrp="1"/>
          </p:cNvSpPr>
          <p:nvPr>
            <p:ph type="ftr" sz="quarter" idx="38"/>
          </p:nvPr>
        </p:nvSpPr>
        <p:spPr/>
        <p:txBody>
          <a:bodyPr/>
          <a:lstStyle>
            <a:lvl1pPr>
              <a:defRPr/>
            </a:lvl1pPr>
          </a:lstStyle>
          <a:p>
            <a:pPr>
              <a:defRPr/>
            </a:pPr>
            <a:r>
              <a:rPr lang="en-US"/>
              <a:t>Residual Income</a:t>
            </a:r>
            <a:endParaRPr lang="en-US" dirty="0"/>
          </a:p>
        </p:txBody>
      </p:sp>
    </p:spTree>
    <p:extLst>
      <p:ext uri="{BB962C8B-B14F-4D97-AF65-F5344CB8AC3E}">
        <p14:creationId xmlns:p14="http://schemas.microsoft.com/office/powerpoint/2010/main" val="33137416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Blocks - Five Palettes">
    <p:spTree>
      <p:nvGrpSpPr>
        <p:cNvPr id="1" name=""/>
        <p:cNvGrpSpPr/>
        <p:nvPr/>
      </p:nvGrpSpPr>
      <p:grpSpPr>
        <a:xfrm>
          <a:off x="0" y="0"/>
          <a:ext cx="0" cy="0"/>
          <a:chOff x="0" y="0"/>
          <a:chExt cx="0" cy="0"/>
        </a:xfrm>
      </p:grpSpPr>
      <p:sp>
        <p:nvSpPr>
          <p:cNvPr id="14" name="Text Placeholder 5"/>
          <p:cNvSpPr>
            <a:spLocks noGrp="1"/>
          </p:cNvSpPr>
          <p:nvPr>
            <p:ph type="body" sz="quarter" idx="25"/>
          </p:nvPr>
        </p:nvSpPr>
        <p:spPr>
          <a:xfrm>
            <a:off x="601565" y="1402080"/>
            <a:ext cx="201168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4" name="Text Placeholder 5"/>
          <p:cNvSpPr>
            <a:spLocks noGrp="1"/>
          </p:cNvSpPr>
          <p:nvPr>
            <p:ph type="body" sz="quarter" idx="35"/>
          </p:nvPr>
        </p:nvSpPr>
        <p:spPr>
          <a:xfrm>
            <a:off x="2844800" y="1402080"/>
            <a:ext cx="201168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5" name="Text Placeholder 5"/>
          <p:cNvSpPr>
            <a:spLocks noGrp="1"/>
          </p:cNvSpPr>
          <p:nvPr>
            <p:ph type="body" sz="quarter" idx="36"/>
          </p:nvPr>
        </p:nvSpPr>
        <p:spPr>
          <a:xfrm>
            <a:off x="5130360" y="1402080"/>
            <a:ext cx="201168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6" name="Text Placeholder 5"/>
          <p:cNvSpPr>
            <a:spLocks noGrp="1"/>
          </p:cNvSpPr>
          <p:nvPr>
            <p:ph type="body" sz="quarter" idx="37"/>
          </p:nvPr>
        </p:nvSpPr>
        <p:spPr>
          <a:xfrm>
            <a:off x="7408972" y="1402080"/>
            <a:ext cx="201168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7" name="Text Placeholder 5"/>
          <p:cNvSpPr>
            <a:spLocks noGrp="1"/>
          </p:cNvSpPr>
          <p:nvPr>
            <p:ph type="body" sz="quarter" idx="38"/>
          </p:nvPr>
        </p:nvSpPr>
        <p:spPr>
          <a:xfrm>
            <a:off x="9747251" y="1402080"/>
            <a:ext cx="201168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Text Placeholder 5"/>
          <p:cNvSpPr>
            <a:spLocks noGrp="1"/>
          </p:cNvSpPr>
          <p:nvPr>
            <p:ph type="body" sz="quarter" idx="39"/>
          </p:nvPr>
        </p:nvSpPr>
        <p:spPr>
          <a:xfrm>
            <a:off x="601565" y="1676400"/>
            <a:ext cx="201168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7" name="Text Placeholder 5"/>
          <p:cNvSpPr>
            <a:spLocks noGrp="1"/>
          </p:cNvSpPr>
          <p:nvPr>
            <p:ph type="body" sz="quarter" idx="40"/>
          </p:nvPr>
        </p:nvSpPr>
        <p:spPr>
          <a:xfrm>
            <a:off x="2844800" y="1676400"/>
            <a:ext cx="201168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8" name="Text Placeholder 5"/>
          <p:cNvSpPr>
            <a:spLocks noGrp="1"/>
          </p:cNvSpPr>
          <p:nvPr>
            <p:ph type="body" sz="quarter" idx="41"/>
          </p:nvPr>
        </p:nvSpPr>
        <p:spPr>
          <a:xfrm>
            <a:off x="5130360" y="1676400"/>
            <a:ext cx="201168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28" name="Text Placeholder 5"/>
          <p:cNvSpPr>
            <a:spLocks noGrp="1"/>
          </p:cNvSpPr>
          <p:nvPr>
            <p:ph type="body" sz="quarter" idx="42"/>
          </p:nvPr>
        </p:nvSpPr>
        <p:spPr>
          <a:xfrm>
            <a:off x="7408972" y="1676400"/>
            <a:ext cx="201168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29" name="Text Placeholder 5"/>
          <p:cNvSpPr>
            <a:spLocks noGrp="1"/>
          </p:cNvSpPr>
          <p:nvPr>
            <p:ph type="body" sz="quarter" idx="43"/>
          </p:nvPr>
        </p:nvSpPr>
        <p:spPr>
          <a:xfrm>
            <a:off x="9747251" y="1676400"/>
            <a:ext cx="201168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3" name="Slide Number Placeholder 9"/>
          <p:cNvSpPr>
            <a:spLocks noGrp="1"/>
          </p:cNvSpPr>
          <p:nvPr>
            <p:ph type="sldNum" sz="quarter" idx="44"/>
          </p:nvPr>
        </p:nvSpPr>
        <p:spPr/>
        <p:txBody>
          <a:bodyPr/>
          <a:lstStyle>
            <a:lvl1pPr>
              <a:defRPr/>
            </a:lvl1pPr>
          </a:lstStyle>
          <a:p>
            <a:fld id="{1EB3DA79-8920-3645-A529-9AD16B41E65B}" type="slidenum">
              <a:rPr lang="en-US" altLang="en-US"/>
              <a:pPr/>
              <a:t>‹#›</a:t>
            </a:fld>
            <a:endParaRPr lang="en-US" altLang="en-US"/>
          </a:p>
        </p:txBody>
      </p:sp>
      <p:sp>
        <p:nvSpPr>
          <p:cNvPr id="19" name="Footer Placeholder 12"/>
          <p:cNvSpPr>
            <a:spLocks noGrp="1"/>
          </p:cNvSpPr>
          <p:nvPr>
            <p:ph type="ftr" sz="quarter" idx="45"/>
          </p:nvPr>
        </p:nvSpPr>
        <p:spPr/>
        <p:txBody>
          <a:bodyPr/>
          <a:lstStyle>
            <a:lvl1pPr>
              <a:defRPr/>
            </a:lvl1pPr>
          </a:lstStyle>
          <a:p>
            <a:pPr>
              <a:defRPr/>
            </a:pPr>
            <a:r>
              <a:rPr lang="en-US"/>
              <a:t>Residual Income</a:t>
            </a:r>
          </a:p>
        </p:txBody>
      </p:sp>
    </p:spTree>
    <p:extLst>
      <p:ext uri="{BB962C8B-B14F-4D97-AF65-F5344CB8AC3E}">
        <p14:creationId xmlns:p14="http://schemas.microsoft.com/office/powerpoint/2010/main" val="5750254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Major Points">
    <p:spTree>
      <p:nvGrpSpPr>
        <p:cNvPr id="1" name=""/>
        <p:cNvGrpSpPr/>
        <p:nvPr/>
      </p:nvGrpSpPr>
      <p:grpSpPr>
        <a:xfrm>
          <a:off x="0" y="0"/>
          <a:ext cx="0" cy="0"/>
          <a:chOff x="0" y="0"/>
          <a:chExt cx="0" cy="0"/>
        </a:xfrm>
      </p:grpSpPr>
      <p:sp>
        <p:nvSpPr>
          <p:cNvPr id="8" name="Text Placeholder 7"/>
          <p:cNvSpPr>
            <a:spLocks noGrp="1"/>
          </p:cNvSpPr>
          <p:nvPr>
            <p:ph type="body" sz="quarter" idx="19"/>
          </p:nvPr>
        </p:nvSpPr>
        <p:spPr>
          <a:xfrm>
            <a:off x="609600" y="1417320"/>
            <a:ext cx="2243328"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3" name="Text Placeholder 7"/>
          <p:cNvSpPr>
            <a:spLocks noGrp="1"/>
          </p:cNvSpPr>
          <p:nvPr>
            <p:ph type="body" sz="quarter" idx="21"/>
          </p:nvPr>
        </p:nvSpPr>
        <p:spPr>
          <a:xfrm>
            <a:off x="609600" y="3065544"/>
            <a:ext cx="2243328"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7" name="Text Placeholder 7"/>
          <p:cNvSpPr>
            <a:spLocks noGrp="1"/>
          </p:cNvSpPr>
          <p:nvPr>
            <p:ph type="body" sz="quarter" idx="23"/>
          </p:nvPr>
        </p:nvSpPr>
        <p:spPr>
          <a:xfrm>
            <a:off x="609600" y="4713767"/>
            <a:ext cx="2243328"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844800" y="1417320"/>
            <a:ext cx="8741664"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5"/>
          <p:cNvSpPr>
            <a:spLocks noGrp="1"/>
          </p:cNvSpPr>
          <p:nvPr>
            <p:ph type="body" sz="quarter" idx="32"/>
          </p:nvPr>
        </p:nvSpPr>
        <p:spPr>
          <a:xfrm>
            <a:off x="2844800" y="3065543"/>
            <a:ext cx="8741664"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5"/>
          <p:cNvSpPr>
            <a:spLocks noGrp="1"/>
          </p:cNvSpPr>
          <p:nvPr>
            <p:ph type="body" sz="quarter" idx="33"/>
          </p:nvPr>
        </p:nvSpPr>
        <p:spPr>
          <a:xfrm>
            <a:off x="2844800" y="4713767"/>
            <a:ext cx="8741664"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9"/>
          <p:cNvSpPr>
            <a:spLocks noGrp="1"/>
          </p:cNvSpPr>
          <p:nvPr>
            <p:ph type="sldNum" sz="quarter" idx="34"/>
          </p:nvPr>
        </p:nvSpPr>
        <p:spPr/>
        <p:txBody>
          <a:bodyPr/>
          <a:lstStyle>
            <a:lvl1pPr>
              <a:defRPr/>
            </a:lvl1pPr>
          </a:lstStyle>
          <a:p>
            <a:fld id="{055F7767-1EA1-1B4C-AF44-6A3FCE365276}" type="slidenum">
              <a:rPr lang="en-US" altLang="en-US"/>
              <a:pPr/>
              <a:t>‹#›</a:t>
            </a:fld>
            <a:endParaRPr lang="en-US" altLang="en-US"/>
          </a:p>
        </p:txBody>
      </p:sp>
      <p:sp>
        <p:nvSpPr>
          <p:cNvPr id="11" name="Footer Placeholder 12"/>
          <p:cNvSpPr>
            <a:spLocks noGrp="1"/>
          </p:cNvSpPr>
          <p:nvPr>
            <p:ph type="ftr" sz="quarter" idx="35"/>
          </p:nvPr>
        </p:nvSpPr>
        <p:spPr/>
        <p:txBody>
          <a:bodyPr/>
          <a:lstStyle>
            <a:lvl1pPr>
              <a:defRPr/>
            </a:lvl1pPr>
          </a:lstStyle>
          <a:p>
            <a:pPr>
              <a:defRPr/>
            </a:pPr>
            <a:r>
              <a:rPr lang="en-US"/>
              <a:t>Residual Income</a:t>
            </a:r>
          </a:p>
        </p:txBody>
      </p:sp>
    </p:spTree>
    <p:extLst>
      <p:ext uri="{BB962C8B-B14F-4D97-AF65-F5344CB8AC3E}">
        <p14:creationId xmlns:p14="http://schemas.microsoft.com/office/powerpoint/2010/main" val="20957589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hevrons">
    <p:spTree>
      <p:nvGrpSpPr>
        <p:cNvPr id="1" name=""/>
        <p:cNvGrpSpPr/>
        <p:nvPr/>
      </p:nvGrpSpPr>
      <p:grpSpPr>
        <a:xfrm>
          <a:off x="0" y="0"/>
          <a:ext cx="0" cy="0"/>
          <a:chOff x="0" y="0"/>
          <a:chExt cx="0" cy="0"/>
        </a:xfrm>
      </p:grpSpPr>
      <p:sp>
        <p:nvSpPr>
          <p:cNvPr id="35" name="Text Placeholder 2"/>
          <p:cNvSpPr>
            <a:spLocks noGrp="1"/>
          </p:cNvSpPr>
          <p:nvPr>
            <p:ph type="body" sz="quarter" idx="12"/>
          </p:nvPr>
        </p:nvSpPr>
        <p:spPr>
          <a:xfrm>
            <a:off x="563035" y="1397000"/>
            <a:ext cx="2317751" cy="1155700"/>
          </a:xfrm>
          <a:prstGeom prst="homePlate">
            <a:avLst>
              <a:gd name="adj" fmla="val 19565"/>
            </a:avLst>
          </a:prstGeom>
          <a:solidFill>
            <a:srgbClr val="D7D7D7"/>
          </a:solidFill>
        </p:spPr>
        <p:txBody>
          <a:bodyPr anchor="ctr"/>
          <a:lstStyle>
            <a:lvl1pPr>
              <a:buNone/>
              <a:defRPr sz="900"/>
            </a:lvl1pPr>
          </a:lstStyle>
          <a:p>
            <a:pPr lvl="0"/>
            <a:r>
              <a:rPr lang="en-US"/>
              <a:t>Click to edit Master text styles</a:t>
            </a:r>
          </a:p>
        </p:txBody>
      </p:sp>
      <p:sp>
        <p:nvSpPr>
          <p:cNvPr id="36" name="Text Placeholder 3"/>
          <p:cNvSpPr>
            <a:spLocks noGrp="1"/>
          </p:cNvSpPr>
          <p:nvPr>
            <p:ph type="body" sz="quarter" idx="13"/>
          </p:nvPr>
        </p:nvSpPr>
        <p:spPr>
          <a:xfrm>
            <a:off x="2747436" y="1397000"/>
            <a:ext cx="2315633"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37" name="Text Placeholder 4"/>
          <p:cNvSpPr>
            <a:spLocks noGrp="1"/>
          </p:cNvSpPr>
          <p:nvPr>
            <p:ph type="body" sz="quarter" idx="15"/>
          </p:nvPr>
        </p:nvSpPr>
        <p:spPr>
          <a:xfrm>
            <a:off x="7114120" y="1397000"/>
            <a:ext cx="2317749"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38" name="Text Placeholder 5"/>
          <p:cNvSpPr>
            <a:spLocks noGrp="1"/>
          </p:cNvSpPr>
          <p:nvPr>
            <p:ph type="body" sz="quarter" idx="16"/>
          </p:nvPr>
        </p:nvSpPr>
        <p:spPr>
          <a:xfrm>
            <a:off x="4931836" y="1397000"/>
            <a:ext cx="2315633" cy="1155700"/>
          </a:xfrm>
          <a:prstGeom prst="chevron">
            <a:avLst>
              <a:gd name="adj" fmla="val 18687"/>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9" name="Text Placeholder 6"/>
          <p:cNvSpPr>
            <a:spLocks noGrp="1"/>
          </p:cNvSpPr>
          <p:nvPr>
            <p:ph type="body" sz="quarter" idx="17"/>
          </p:nvPr>
        </p:nvSpPr>
        <p:spPr>
          <a:xfrm>
            <a:off x="9298522" y="1397000"/>
            <a:ext cx="2315633"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0" name="Text Placeholder 7"/>
          <p:cNvSpPr>
            <a:spLocks noGrp="1"/>
          </p:cNvSpPr>
          <p:nvPr>
            <p:ph type="body" sz="quarter" idx="18"/>
          </p:nvPr>
        </p:nvSpPr>
        <p:spPr>
          <a:xfrm>
            <a:off x="563033" y="2954338"/>
            <a:ext cx="2863851" cy="1155700"/>
          </a:xfrm>
          <a:prstGeom prst="homePlate">
            <a:avLst>
              <a:gd name="adj" fmla="val 19557"/>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41" name="Text Placeholder 8"/>
          <p:cNvSpPr>
            <a:spLocks noGrp="1"/>
          </p:cNvSpPr>
          <p:nvPr>
            <p:ph type="body" sz="quarter" idx="19"/>
          </p:nvPr>
        </p:nvSpPr>
        <p:spPr>
          <a:xfrm>
            <a:off x="3291419" y="2954338"/>
            <a:ext cx="2865967"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2" name="Text Placeholder 9"/>
          <p:cNvSpPr>
            <a:spLocks noGrp="1"/>
          </p:cNvSpPr>
          <p:nvPr>
            <p:ph type="body" sz="quarter" idx="20"/>
          </p:nvPr>
        </p:nvSpPr>
        <p:spPr>
          <a:xfrm>
            <a:off x="8748187" y="2954338"/>
            <a:ext cx="2865967"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3" name="Text Placeholder 10"/>
          <p:cNvSpPr>
            <a:spLocks noGrp="1"/>
          </p:cNvSpPr>
          <p:nvPr>
            <p:ph type="body" sz="quarter" idx="21"/>
          </p:nvPr>
        </p:nvSpPr>
        <p:spPr>
          <a:xfrm>
            <a:off x="6019803" y="2954338"/>
            <a:ext cx="2865967"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4" name="Text Placeholder 11"/>
          <p:cNvSpPr>
            <a:spLocks noGrp="1"/>
          </p:cNvSpPr>
          <p:nvPr>
            <p:ph type="body" sz="quarter" idx="22"/>
          </p:nvPr>
        </p:nvSpPr>
        <p:spPr>
          <a:xfrm>
            <a:off x="575735" y="4497388"/>
            <a:ext cx="3754967" cy="1154112"/>
          </a:xfrm>
          <a:prstGeom prst="homePlate">
            <a:avLst>
              <a:gd name="adj" fmla="val 19565"/>
            </a:avLst>
          </a:prstGeom>
          <a:solidFill>
            <a:srgbClr val="D7D7D7"/>
          </a:solidFill>
        </p:spPr>
        <p:txBody>
          <a:bodyPr anchor="ctr"/>
          <a:lstStyle>
            <a:lvl1pPr>
              <a:buNone/>
              <a:defRPr sz="900"/>
            </a:lvl1pPr>
          </a:lstStyle>
          <a:p>
            <a:pPr lvl="0"/>
            <a:r>
              <a:rPr lang="en-US"/>
              <a:t>Click to edit Master text styles</a:t>
            </a:r>
          </a:p>
        </p:txBody>
      </p:sp>
      <p:sp>
        <p:nvSpPr>
          <p:cNvPr id="45" name="Text Placeholder 12"/>
          <p:cNvSpPr>
            <a:spLocks noGrp="1"/>
          </p:cNvSpPr>
          <p:nvPr>
            <p:ph type="body" sz="quarter" idx="23"/>
          </p:nvPr>
        </p:nvSpPr>
        <p:spPr>
          <a:xfrm>
            <a:off x="4226986" y="4497388"/>
            <a:ext cx="3754967" cy="1154112"/>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6" name="Text Placeholder 13"/>
          <p:cNvSpPr>
            <a:spLocks noGrp="1"/>
          </p:cNvSpPr>
          <p:nvPr>
            <p:ph type="body" sz="quarter" idx="25"/>
          </p:nvPr>
        </p:nvSpPr>
        <p:spPr>
          <a:xfrm>
            <a:off x="7878235" y="4497388"/>
            <a:ext cx="3754967" cy="1154112"/>
          </a:xfrm>
          <a:prstGeom prst="chevron">
            <a:avLst>
              <a:gd name="adj" fmla="val 1871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6"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p:cNvSpPr>
            <a:spLocks noGrp="1"/>
          </p:cNvSpPr>
          <p:nvPr>
            <p:ph type="sldNum" sz="quarter" idx="26"/>
          </p:nvPr>
        </p:nvSpPr>
        <p:spPr/>
        <p:txBody>
          <a:bodyPr/>
          <a:lstStyle>
            <a:lvl1pPr>
              <a:defRPr/>
            </a:lvl1pPr>
          </a:lstStyle>
          <a:p>
            <a:fld id="{48E524AC-D0C7-2340-84EA-A4DF70E82140}" type="slidenum">
              <a:rPr lang="en-US" altLang="en-US"/>
              <a:pPr/>
              <a:t>‹#›</a:t>
            </a:fld>
            <a:endParaRPr lang="en-US" altLang="en-US"/>
          </a:p>
        </p:txBody>
      </p:sp>
      <p:sp>
        <p:nvSpPr>
          <p:cNvPr id="17" name="Footer Placeholder 12"/>
          <p:cNvSpPr>
            <a:spLocks noGrp="1"/>
          </p:cNvSpPr>
          <p:nvPr>
            <p:ph type="ftr" sz="quarter" idx="27"/>
          </p:nvPr>
        </p:nvSpPr>
        <p:spPr/>
        <p:txBody>
          <a:bodyPr/>
          <a:lstStyle>
            <a:lvl1pPr>
              <a:defRPr/>
            </a:lvl1pPr>
          </a:lstStyle>
          <a:p>
            <a:pPr>
              <a:defRPr/>
            </a:pPr>
            <a:r>
              <a:rPr lang="en-US"/>
              <a:t>Residual Income</a:t>
            </a:r>
          </a:p>
        </p:txBody>
      </p:sp>
    </p:spTree>
    <p:extLst>
      <p:ext uri="{BB962C8B-B14F-4D97-AF65-F5344CB8AC3E}">
        <p14:creationId xmlns:p14="http://schemas.microsoft.com/office/powerpoint/2010/main" val="26848053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Blocks - Major Points - Chevrons">
    <p:spTree>
      <p:nvGrpSpPr>
        <p:cNvPr id="1" name=""/>
        <p:cNvGrpSpPr/>
        <p:nvPr/>
      </p:nvGrpSpPr>
      <p:grpSpPr>
        <a:xfrm>
          <a:off x="0" y="0"/>
          <a:ext cx="0" cy="0"/>
          <a:chOff x="0" y="0"/>
          <a:chExt cx="0" cy="0"/>
        </a:xfrm>
      </p:grpSpPr>
      <p:sp>
        <p:nvSpPr>
          <p:cNvPr id="15" name="Text Placeholder 5"/>
          <p:cNvSpPr>
            <a:spLocks noGrp="1"/>
          </p:cNvSpPr>
          <p:nvPr>
            <p:ph type="body" sz="quarter" idx="31"/>
          </p:nvPr>
        </p:nvSpPr>
        <p:spPr>
          <a:xfrm>
            <a:off x="2844800" y="1344304"/>
            <a:ext cx="88392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6" name="Text Placeholder 5"/>
          <p:cNvSpPr>
            <a:spLocks noGrp="1"/>
          </p:cNvSpPr>
          <p:nvPr>
            <p:ph type="body" sz="quarter" idx="32"/>
          </p:nvPr>
        </p:nvSpPr>
        <p:spPr>
          <a:xfrm>
            <a:off x="2844800" y="2360778"/>
            <a:ext cx="88392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7" name="Text Placeholder 5"/>
          <p:cNvSpPr>
            <a:spLocks noGrp="1"/>
          </p:cNvSpPr>
          <p:nvPr>
            <p:ph type="body" sz="quarter" idx="33"/>
          </p:nvPr>
        </p:nvSpPr>
        <p:spPr>
          <a:xfrm>
            <a:off x="2844800" y="3377252"/>
            <a:ext cx="88392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9" name="Text Placeholder 5"/>
          <p:cNvSpPr>
            <a:spLocks noGrp="1"/>
          </p:cNvSpPr>
          <p:nvPr>
            <p:ph type="body" sz="quarter" idx="34"/>
          </p:nvPr>
        </p:nvSpPr>
        <p:spPr>
          <a:xfrm>
            <a:off x="2844800" y="4393726"/>
            <a:ext cx="88392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0" name="Text Placeholder 5"/>
          <p:cNvSpPr>
            <a:spLocks noGrp="1"/>
          </p:cNvSpPr>
          <p:nvPr>
            <p:ph type="body" sz="quarter" idx="35"/>
          </p:nvPr>
        </p:nvSpPr>
        <p:spPr>
          <a:xfrm>
            <a:off x="2844800" y="5410200"/>
            <a:ext cx="88392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3" name="Text Placeholder 19"/>
          <p:cNvSpPr>
            <a:spLocks noGrp="1"/>
          </p:cNvSpPr>
          <p:nvPr>
            <p:ph type="body" sz="quarter" idx="10"/>
          </p:nvPr>
        </p:nvSpPr>
        <p:spPr>
          <a:xfrm>
            <a:off x="609600" y="1344304"/>
            <a:ext cx="2540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26" name="Text Placeholder 19"/>
          <p:cNvSpPr>
            <a:spLocks noGrp="1"/>
          </p:cNvSpPr>
          <p:nvPr>
            <p:ph type="body" sz="quarter" idx="22"/>
          </p:nvPr>
        </p:nvSpPr>
        <p:spPr>
          <a:xfrm>
            <a:off x="609600" y="2357366"/>
            <a:ext cx="2540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28" name="Text Placeholder 19"/>
          <p:cNvSpPr>
            <a:spLocks noGrp="1"/>
          </p:cNvSpPr>
          <p:nvPr>
            <p:ph type="body" sz="quarter" idx="24"/>
          </p:nvPr>
        </p:nvSpPr>
        <p:spPr>
          <a:xfrm>
            <a:off x="609600" y="3370428"/>
            <a:ext cx="2540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0" name="Text Placeholder 19"/>
          <p:cNvSpPr>
            <a:spLocks noGrp="1"/>
          </p:cNvSpPr>
          <p:nvPr>
            <p:ph type="body" sz="quarter" idx="26"/>
          </p:nvPr>
        </p:nvSpPr>
        <p:spPr>
          <a:xfrm>
            <a:off x="609600" y="4383490"/>
            <a:ext cx="2540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2" name="Text Placeholder 19"/>
          <p:cNvSpPr>
            <a:spLocks noGrp="1"/>
          </p:cNvSpPr>
          <p:nvPr>
            <p:ph type="body" sz="quarter" idx="28"/>
          </p:nvPr>
        </p:nvSpPr>
        <p:spPr>
          <a:xfrm>
            <a:off x="609600" y="5396552"/>
            <a:ext cx="2540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Slide Number Placeholder 9"/>
          <p:cNvSpPr>
            <a:spLocks noGrp="1"/>
          </p:cNvSpPr>
          <p:nvPr>
            <p:ph type="sldNum" sz="quarter" idx="36"/>
          </p:nvPr>
        </p:nvSpPr>
        <p:spPr/>
        <p:txBody>
          <a:bodyPr/>
          <a:lstStyle>
            <a:lvl1pPr>
              <a:defRPr/>
            </a:lvl1pPr>
          </a:lstStyle>
          <a:p>
            <a:fld id="{19846C2F-D19C-FA45-A159-B087F18BCDE0}" type="slidenum">
              <a:rPr lang="en-US" altLang="en-US"/>
              <a:pPr/>
              <a:t>‹#›</a:t>
            </a:fld>
            <a:endParaRPr lang="en-US" altLang="en-US"/>
          </a:p>
        </p:txBody>
      </p:sp>
      <p:sp>
        <p:nvSpPr>
          <p:cNvPr id="21" name="Footer Placeholder 12"/>
          <p:cNvSpPr>
            <a:spLocks noGrp="1"/>
          </p:cNvSpPr>
          <p:nvPr>
            <p:ph type="ftr" sz="quarter" idx="37"/>
          </p:nvPr>
        </p:nvSpPr>
        <p:spPr/>
        <p:txBody>
          <a:bodyPr/>
          <a:lstStyle>
            <a:lvl1pPr>
              <a:defRPr/>
            </a:lvl1pPr>
          </a:lstStyle>
          <a:p>
            <a:pPr>
              <a:defRPr/>
            </a:pPr>
            <a:r>
              <a:rPr lang="en-US"/>
              <a:t>Residual Income</a:t>
            </a:r>
          </a:p>
        </p:txBody>
      </p:sp>
    </p:spTree>
    <p:extLst>
      <p:ext uri="{BB962C8B-B14F-4D97-AF65-F5344CB8AC3E}">
        <p14:creationId xmlns:p14="http://schemas.microsoft.com/office/powerpoint/2010/main" val="11810754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15" name="Line 105"/>
          <p:cNvSpPr>
            <a:spLocks noChangeShapeType="1"/>
          </p:cNvSpPr>
          <p:nvPr/>
        </p:nvSpPr>
        <p:spPr bwMode="gray">
          <a:xfrm>
            <a:off x="5892800" y="3632203"/>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16" name="Line 115"/>
          <p:cNvSpPr>
            <a:spLocks noChangeShapeType="1"/>
          </p:cNvSpPr>
          <p:nvPr userDrawn="1"/>
        </p:nvSpPr>
        <p:spPr bwMode="gray">
          <a:xfrm>
            <a:off x="3048000" y="3632203"/>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17" name="Line 118"/>
          <p:cNvSpPr>
            <a:spLocks noChangeShapeType="1"/>
          </p:cNvSpPr>
          <p:nvPr/>
        </p:nvSpPr>
        <p:spPr bwMode="gray">
          <a:xfrm>
            <a:off x="9004300" y="3632203"/>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grpSp>
        <p:nvGrpSpPr>
          <p:cNvPr id="18" name="Group 123"/>
          <p:cNvGrpSpPr>
            <a:grpSpLocks/>
          </p:cNvGrpSpPr>
          <p:nvPr userDrawn="1"/>
        </p:nvGrpSpPr>
        <p:grpSpPr bwMode="auto">
          <a:xfrm>
            <a:off x="611719" y="3478213"/>
            <a:ext cx="10358967" cy="182562"/>
            <a:chOff x="289" y="2191"/>
            <a:chExt cx="4894" cy="115"/>
          </a:xfrm>
        </p:grpSpPr>
        <p:grpSp>
          <p:nvGrpSpPr>
            <p:cNvPr id="19" name="Group 44"/>
            <p:cNvGrpSpPr>
              <a:grpSpLocks/>
            </p:cNvGrpSpPr>
            <p:nvPr/>
          </p:nvGrpSpPr>
          <p:grpSpPr bwMode="auto">
            <a:xfrm>
              <a:off x="289" y="2191"/>
              <a:ext cx="1470" cy="115"/>
              <a:chOff x="696" y="2508"/>
              <a:chExt cx="1470" cy="168"/>
            </a:xfrm>
          </p:grpSpPr>
          <p:sp>
            <p:nvSpPr>
              <p:cNvPr id="53" name="Line 45"/>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4" name="Line 46"/>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5" name="Line 47"/>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6" name="Line 48"/>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7" name="Line 49"/>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8" name="Line 50"/>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9" name="Line 51"/>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0" name="Line 52"/>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1" name="Line 53"/>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2" name="Line 54"/>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3" name="Line 55"/>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4" name="Line 56"/>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5" name="Line 57"/>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nvGrpSpPr>
            <p:cNvPr id="20" name="Group 58"/>
            <p:cNvGrpSpPr>
              <a:grpSpLocks/>
            </p:cNvGrpSpPr>
            <p:nvPr/>
          </p:nvGrpSpPr>
          <p:grpSpPr bwMode="auto">
            <a:xfrm>
              <a:off x="1758" y="2191"/>
              <a:ext cx="1470" cy="115"/>
              <a:chOff x="696" y="2508"/>
              <a:chExt cx="1470" cy="168"/>
            </a:xfrm>
          </p:grpSpPr>
          <p:sp>
            <p:nvSpPr>
              <p:cNvPr id="40" name="Line 59"/>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1" name="Line 60"/>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2" name="Line 61"/>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3" name="Line 62"/>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4" name="Line 63"/>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5" name="Line 64"/>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6" name="Line 65"/>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7" name="Line 66"/>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8" name="Line 67"/>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9" name="Line 68"/>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0" name="Line 69"/>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1" name="Line 70"/>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2" name="Line 71"/>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nvGrpSpPr>
            <p:cNvPr id="21" name="Group 72"/>
            <p:cNvGrpSpPr>
              <a:grpSpLocks/>
            </p:cNvGrpSpPr>
            <p:nvPr/>
          </p:nvGrpSpPr>
          <p:grpSpPr bwMode="auto">
            <a:xfrm>
              <a:off x="3227" y="2191"/>
              <a:ext cx="1470" cy="115"/>
              <a:chOff x="696" y="2508"/>
              <a:chExt cx="1470" cy="168"/>
            </a:xfrm>
          </p:grpSpPr>
          <p:sp>
            <p:nvSpPr>
              <p:cNvPr id="27" name="Line 73"/>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8" name="Line 74"/>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9" name="Line 75"/>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0" name="Line 76"/>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1" name="Line 77"/>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2" name="Line 78"/>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3" name="Line 79"/>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 name="Line 80"/>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 name="Line 81"/>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6" name="Line 82"/>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7" name="Line 83"/>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 name="Line 84"/>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9" name="Line 85"/>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sp>
          <p:nvSpPr>
            <p:cNvPr id="22" name="Line 90"/>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3" name="Line 91"/>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4" name="Line 92"/>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5" name="Line 93"/>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6" name="Line 122"/>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sp>
        <p:nvSpPr>
          <p:cNvPr id="66" name="Line 125"/>
          <p:cNvSpPr>
            <a:spLocks noChangeShapeType="1"/>
          </p:cNvSpPr>
          <p:nvPr userDrawn="1"/>
        </p:nvSpPr>
        <p:spPr bwMode="gray">
          <a:xfrm>
            <a:off x="4572000" y="3651253"/>
            <a:ext cx="0" cy="175736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67" name="Line 4"/>
          <p:cNvSpPr>
            <a:spLocks noChangeShapeType="1"/>
          </p:cNvSpPr>
          <p:nvPr userDrawn="1"/>
        </p:nvSpPr>
        <p:spPr bwMode="gray">
          <a:xfrm>
            <a:off x="22352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68" name="Line 108"/>
          <p:cNvSpPr>
            <a:spLocks noChangeShapeType="1"/>
          </p:cNvSpPr>
          <p:nvPr userDrawn="1"/>
        </p:nvSpPr>
        <p:spPr bwMode="gray">
          <a:xfrm>
            <a:off x="74168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69" name="Line 111"/>
          <p:cNvSpPr>
            <a:spLocks noChangeShapeType="1"/>
          </p:cNvSpPr>
          <p:nvPr userDrawn="1"/>
        </p:nvSpPr>
        <p:spPr bwMode="gray">
          <a:xfrm>
            <a:off x="102616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70" name="Line 139"/>
          <p:cNvSpPr>
            <a:spLocks noChangeShapeType="1"/>
          </p:cNvSpPr>
          <p:nvPr userDrawn="1"/>
        </p:nvSpPr>
        <p:spPr bwMode="gray">
          <a:xfrm>
            <a:off x="4375151" y="2074863"/>
            <a:ext cx="0" cy="14144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71" name="AutoShape 3"/>
          <p:cNvSpPr>
            <a:spLocks noChangeArrowheads="1"/>
          </p:cNvSpPr>
          <p:nvPr userDrawn="1"/>
        </p:nvSpPr>
        <p:spPr bwMode="gray">
          <a:xfrm>
            <a:off x="603251" y="3413125"/>
            <a:ext cx="10985500" cy="311150"/>
          </a:xfrm>
          <a:prstGeom prst="rightArrow">
            <a:avLst>
              <a:gd name="adj1" fmla="val 52037"/>
              <a:gd name="adj2" fmla="val 96479"/>
            </a:avLst>
          </a:prstGeom>
          <a:solidFill>
            <a:srgbClr val="808080"/>
          </a:solidFill>
          <a:ln>
            <a:noFill/>
          </a:ln>
          <a:extLst>
            <a:ext uri="{91240B29-F687-4F45-9708-019B960494DF}">
              <a14:hiddenLine xmlns:a14="http://schemas.microsoft.com/office/drawing/2010/main" w="12700">
                <a:solidFill>
                  <a:srgbClr val="000000"/>
                </a:solidFill>
                <a:miter lim="800000"/>
                <a:headEnd type="none" w="sm" len="sm"/>
                <a:tailEnd type="none" w="med" len="lg"/>
              </a14:hiddenLine>
            </a:ext>
          </a:extLst>
        </p:spPr>
        <p:txBody>
          <a:bodyPr wrap="none" tIns="68580" bIns="68580" anchor="ctr"/>
          <a:lstStyle>
            <a:lvl1pPr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1pPr>
            <a:lvl2pPr marL="742950" indent="-28575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2pPr>
            <a:lvl3pPr marL="11430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3pPr>
            <a:lvl4pPr marL="16002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4pPr>
            <a:lvl5pPr marL="20574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9pPr>
          </a:lstStyle>
          <a:p>
            <a:pPr eaLnBrk="1" hangingPunct="1"/>
            <a:endParaRPr lang="nl-NL" altLang="en-US" sz="750" b="1">
              <a:solidFill>
                <a:srgbClr val="4D4D4D"/>
              </a:solidFill>
              <a:latin typeface="Arial" charset="0"/>
            </a:endParaRPr>
          </a:p>
        </p:txBody>
      </p:sp>
      <p:grpSp>
        <p:nvGrpSpPr>
          <p:cNvPr id="72" name="Group 123"/>
          <p:cNvGrpSpPr>
            <a:grpSpLocks/>
          </p:cNvGrpSpPr>
          <p:nvPr userDrawn="1"/>
        </p:nvGrpSpPr>
        <p:grpSpPr bwMode="auto">
          <a:xfrm>
            <a:off x="814919" y="3460753"/>
            <a:ext cx="10358967" cy="182563"/>
            <a:chOff x="289" y="2191"/>
            <a:chExt cx="4894" cy="115"/>
          </a:xfrm>
        </p:grpSpPr>
        <p:grpSp>
          <p:nvGrpSpPr>
            <p:cNvPr id="73" name="Group 44"/>
            <p:cNvGrpSpPr>
              <a:grpSpLocks/>
            </p:cNvGrpSpPr>
            <p:nvPr/>
          </p:nvGrpSpPr>
          <p:grpSpPr bwMode="auto">
            <a:xfrm>
              <a:off x="289" y="2191"/>
              <a:ext cx="1470" cy="115"/>
              <a:chOff x="696" y="2508"/>
              <a:chExt cx="1470" cy="168"/>
            </a:xfrm>
          </p:grpSpPr>
          <p:sp>
            <p:nvSpPr>
              <p:cNvPr id="107" name="Line 45"/>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8" name="Line 46"/>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9" name="Line 47"/>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0" name="Line 48"/>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1" name="Line 49"/>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2" name="Line 50"/>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3" name="Line 51"/>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4" name="Line 52"/>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5" name="Line 53"/>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6" name="Line 54"/>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7" name="Line 55"/>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8" name="Line 56"/>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9" name="Line 57"/>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nvGrpSpPr>
            <p:cNvPr id="74" name="Group 58"/>
            <p:cNvGrpSpPr>
              <a:grpSpLocks/>
            </p:cNvGrpSpPr>
            <p:nvPr/>
          </p:nvGrpSpPr>
          <p:grpSpPr bwMode="auto">
            <a:xfrm>
              <a:off x="1758" y="2191"/>
              <a:ext cx="1470" cy="115"/>
              <a:chOff x="696" y="2508"/>
              <a:chExt cx="1470" cy="168"/>
            </a:xfrm>
          </p:grpSpPr>
          <p:sp>
            <p:nvSpPr>
              <p:cNvPr id="94" name="Line 59"/>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5" name="Line 60"/>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6" name="Line 61"/>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7" name="Line 62"/>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8" name="Line 63"/>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9" name="Line 64"/>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0" name="Line 65"/>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1" name="Line 66"/>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2" name="Line 67"/>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3" name="Line 68"/>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4" name="Line 69"/>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5" name="Line 70"/>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6" name="Line 71"/>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nvGrpSpPr>
            <p:cNvPr id="75" name="Group 72"/>
            <p:cNvGrpSpPr>
              <a:grpSpLocks/>
            </p:cNvGrpSpPr>
            <p:nvPr/>
          </p:nvGrpSpPr>
          <p:grpSpPr bwMode="auto">
            <a:xfrm>
              <a:off x="3227" y="2191"/>
              <a:ext cx="1470" cy="115"/>
              <a:chOff x="696" y="2508"/>
              <a:chExt cx="1470" cy="168"/>
            </a:xfrm>
          </p:grpSpPr>
          <p:sp>
            <p:nvSpPr>
              <p:cNvPr id="81" name="Line 73"/>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2" name="Line 74"/>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3" name="Line 75"/>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4" name="Line 76"/>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5" name="Line 77"/>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6" name="Line 78"/>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7" name="Line 79"/>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8" name="Line 80"/>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9" name="Line 81"/>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0" name="Line 82"/>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1" name="Line 83"/>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2" name="Line 84"/>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3" name="Line 85"/>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sp>
          <p:nvSpPr>
            <p:cNvPr id="76" name="Line 90"/>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77" name="Line 91"/>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78" name="Line 92"/>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79" name="Line 93"/>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0" name="Line 122"/>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sp>
        <p:nvSpPr>
          <p:cNvPr id="248" name="Text Placeholder 246"/>
          <p:cNvSpPr>
            <a:spLocks noGrp="1"/>
          </p:cNvSpPr>
          <p:nvPr>
            <p:ph type="body" sz="quarter" idx="11"/>
          </p:nvPr>
        </p:nvSpPr>
        <p:spPr>
          <a:xfrm>
            <a:off x="3381155" y="12954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3" name="Text Placeholder 142"/>
          <p:cNvSpPr>
            <a:spLocks noGrp="1"/>
          </p:cNvSpPr>
          <p:nvPr>
            <p:ph type="body" sz="quarter" idx="19"/>
          </p:nvPr>
        </p:nvSpPr>
        <p:spPr>
          <a:xfrm>
            <a:off x="1422400" y="3733800"/>
            <a:ext cx="6096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4" name="Text Placeholder 142"/>
          <p:cNvSpPr>
            <a:spLocks noGrp="1"/>
          </p:cNvSpPr>
          <p:nvPr>
            <p:ph type="body" sz="quarter" idx="20"/>
          </p:nvPr>
        </p:nvSpPr>
        <p:spPr>
          <a:xfrm>
            <a:off x="4775200" y="3733800"/>
            <a:ext cx="6096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6" name="Text Placeholder 142"/>
          <p:cNvSpPr>
            <a:spLocks noGrp="1"/>
          </p:cNvSpPr>
          <p:nvPr>
            <p:ph type="body" sz="quarter" idx="21"/>
          </p:nvPr>
        </p:nvSpPr>
        <p:spPr>
          <a:xfrm>
            <a:off x="7071360" y="3733800"/>
            <a:ext cx="6096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7" name="Text Placeholder 142"/>
          <p:cNvSpPr>
            <a:spLocks noGrp="1"/>
          </p:cNvSpPr>
          <p:nvPr>
            <p:ph type="body" sz="quarter" idx="22"/>
          </p:nvPr>
        </p:nvSpPr>
        <p:spPr>
          <a:xfrm>
            <a:off x="9631680" y="3733800"/>
            <a:ext cx="6096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1"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2" name="Text Placeholder 246"/>
          <p:cNvSpPr>
            <a:spLocks noGrp="1"/>
          </p:cNvSpPr>
          <p:nvPr>
            <p:ph type="body" sz="quarter" idx="23"/>
          </p:nvPr>
        </p:nvSpPr>
        <p:spPr>
          <a:xfrm>
            <a:off x="1219200" y="2133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8" name="Text Placeholder 246"/>
          <p:cNvSpPr>
            <a:spLocks noGrp="1"/>
          </p:cNvSpPr>
          <p:nvPr>
            <p:ph type="body" sz="quarter" idx="24"/>
          </p:nvPr>
        </p:nvSpPr>
        <p:spPr>
          <a:xfrm>
            <a:off x="9245600" y="2133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9" name="Text Placeholder 246"/>
          <p:cNvSpPr>
            <a:spLocks noGrp="1"/>
          </p:cNvSpPr>
          <p:nvPr>
            <p:ph type="body" sz="quarter" idx="25"/>
          </p:nvPr>
        </p:nvSpPr>
        <p:spPr>
          <a:xfrm>
            <a:off x="2032000" y="41148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0" name="Text Placeholder 246"/>
          <p:cNvSpPr>
            <a:spLocks noGrp="1"/>
          </p:cNvSpPr>
          <p:nvPr>
            <p:ph type="body" sz="quarter" idx="26"/>
          </p:nvPr>
        </p:nvSpPr>
        <p:spPr>
          <a:xfrm>
            <a:off x="6400800" y="2133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1" name="Text Placeholder 246"/>
          <p:cNvSpPr>
            <a:spLocks noGrp="1"/>
          </p:cNvSpPr>
          <p:nvPr>
            <p:ph type="body" sz="quarter" idx="27"/>
          </p:nvPr>
        </p:nvSpPr>
        <p:spPr>
          <a:xfrm>
            <a:off x="3556000" y="5181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2" name="Text Placeholder 246"/>
          <p:cNvSpPr>
            <a:spLocks noGrp="1"/>
          </p:cNvSpPr>
          <p:nvPr>
            <p:ph type="body" sz="quarter" idx="28"/>
          </p:nvPr>
        </p:nvSpPr>
        <p:spPr>
          <a:xfrm>
            <a:off x="7988300" y="41148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3" name="Text Placeholder 246"/>
          <p:cNvSpPr>
            <a:spLocks noGrp="1"/>
          </p:cNvSpPr>
          <p:nvPr>
            <p:ph type="body" sz="quarter" idx="29"/>
          </p:nvPr>
        </p:nvSpPr>
        <p:spPr>
          <a:xfrm>
            <a:off x="4876800" y="41148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20" name="Slide Number Placeholder 9"/>
          <p:cNvSpPr>
            <a:spLocks noGrp="1"/>
          </p:cNvSpPr>
          <p:nvPr>
            <p:ph type="sldNum" sz="quarter" idx="30"/>
          </p:nvPr>
        </p:nvSpPr>
        <p:spPr/>
        <p:txBody>
          <a:bodyPr/>
          <a:lstStyle>
            <a:lvl1pPr>
              <a:defRPr/>
            </a:lvl1pPr>
          </a:lstStyle>
          <a:p>
            <a:fld id="{132B4441-E44F-854A-A9C3-46F08E0FCFC7}" type="slidenum">
              <a:rPr lang="en-US" altLang="en-US"/>
              <a:pPr/>
              <a:t>‹#›</a:t>
            </a:fld>
            <a:endParaRPr lang="en-US" altLang="en-US"/>
          </a:p>
        </p:txBody>
      </p:sp>
      <p:sp>
        <p:nvSpPr>
          <p:cNvPr id="121" name="Footer Placeholder 133"/>
          <p:cNvSpPr>
            <a:spLocks noGrp="1"/>
          </p:cNvSpPr>
          <p:nvPr>
            <p:ph type="ftr" sz="quarter" idx="31"/>
          </p:nvPr>
        </p:nvSpPr>
        <p:spPr/>
        <p:txBody>
          <a:bodyPr/>
          <a:lstStyle>
            <a:lvl1pPr>
              <a:defRPr smtClean="0"/>
            </a:lvl1pPr>
          </a:lstStyle>
          <a:p>
            <a:pPr>
              <a:defRPr/>
            </a:pPr>
            <a:r>
              <a:rPr lang="en-US"/>
              <a:t>Residual Income</a:t>
            </a:r>
          </a:p>
        </p:txBody>
      </p:sp>
    </p:spTree>
    <p:extLst>
      <p:ext uri="{BB962C8B-B14F-4D97-AF65-F5344CB8AC3E}">
        <p14:creationId xmlns:p14="http://schemas.microsoft.com/office/powerpoint/2010/main" val="25504714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 / TOC">
    <p:spTree>
      <p:nvGrpSpPr>
        <p:cNvPr id="1" name=""/>
        <p:cNvGrpSpPr/>
        <p:nvPr/>
      </p:nvGrpSpPr>
      <p:grpSpPr>
        <a:xfrm>
          <a:off x="0" y="0"/>
          <a:ext cx="0" cy="0"/>
          <a:chOff x="0" y="0"/>
          <a:chExt cx="0" cy="0"/>
        </a:xfrm>
      </p:grpSpPr>
      <p:sp>
        <p:nvSpPr>
          <p:cNvPr id="28" name="Text Placeholder 27"/>
          <p:cNvSpPr>
            <a:spLocks noGrp="1"/>
          </p:cNvSpPr>
          <p:nvPr>
            <p:ph type="body" sz="quarter" idx="21"/>
          </p:nvPr>
        </p:nvSpPr>
        <p:spPr>
          <a:xfrm>
            <a:off x="1219202" y="1295400"/>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0" name="Text Placeholder 27"/>
          <p:cNvSpPr>
            <a:spLocks noGrp="1"/>
          </p:cNvSpPr>
          <p:nvPr>
            <p:ph type="body" sz="quarter" idx="22"/>
          </p:nvPr>
        </p:nvSpPr>
        <p:spPr>
          <a:xfrm>
            <a:off x="1219202" y="1800013"/>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1" name="Text Placeholder 27"/>
          <p:cNvSpPr>
            <a:spLocks noGrp="1"/>
          </p:cNvSpPr>
          <p:nvPr>
            <p:ph type="body" sz="quarter" idx="23"/>
          </p:nvPr>
        </p:nvSpPr>
        <p:spPr>
          <a:xfrm>
            <a:off x="1219202" y="2304626"/>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2" name="Text Placeholder 27"/>
          <p:cNvSpPr>
            <a:spLocks noGrp="1"/>
          </p:cNvSpPr>
          <p:nvPr>
            <p:ph type="body" sz="quarter" idx="24"/>
          </p:nvPr>
        </p:nvSpPr>
        <p:spPr>
          <a:xfrm>
            <a:off x="1219202" y="2809239"/>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3" name="Text Placeholder 27"/>
          <p:cNvSpPr>
            <a:spLocks noGrp="1"/>
          </p:cNvSpPr>
          <p:nvPr>
            <p:ph type="body" sz="quarter" idx="25"/>
          </p:nvPr>
        </p:nvSpPr>
        <p:spPr>
          <a:xfrm>
            <a:off x="1219202" y="3313852"/>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4" name="Text Placeholder 27"/>
          <p:cNvSpPr>
            <a:spLocks noGrp="1"/>
          </p:cNvSpPr>
          <p:nvPr>
            <p:ph type="body" sz="quarter" idx="26"/>
          </p:nvPr>
        </p:nvSpPr>
        <p:spPr>
          <a:xfrm>
            <a:off x="1219202" y="3818465"/>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5" name="Text Placeholder 27"/>
          <p:cNvSpPr>
            <a:spLocks noGrp="1"/>
          </p:cNvSpPr>
          <p:nvPr>
            <p:ph type="body" sz="quarter" idx="27"/>
          </p:nvPr>
        </p:nvSpPr>
        <p:spPr>
          <a:xfrm>
            <a:off x="1219202" y="4323078"/>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6" name="Text Placeholder 27"/>
          <p:cNvSpPr>
            <a:spLocks noGrp="1"/>
          </p:cNvSpPr>
          <p:nvPr>
            <p:ph type="body" sz="quarter" idx="28"/>
          </p:nvPr>
        </p:nvSpPr>
        <p:spPr>
          <a:xfrm>
            <a:off x="1219202" y="4827691"/>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23" name="Text Placeholder 22"/>
          <p:cNvSpPr>
            <a:spLocks noGrp="1"/>
          </p:cNvSpPr>
          <p:nvPr>
            <p:ph type="body" sz="quarter" idx="29"/>
          </p:nvPr>
        </p:nvSpPr>
        <p:spPr>
          <a:xfrm>
            <a:off x="609600" y="1295400"/>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4" name="Text Placeholder 22"/>
          <p:cNvSpPr>
            <a:spLocks noGrp="1"/>
          </p:cNvSpPr>
          <p:nvPr>
            <p:ph type="body" sz="quarter" idx="30"/>
          </p:nvPr>
        </p:nvSpPr>
        <p:spPr>
          <a:xfrm>
            <a:off x="609600" y="1800013"/>
            <a:ext cx="609600" cy="411480"/>
          </a:xfrm>
          <a:prstGeom prst="rect">
            <a:avLst/>
          </a:prstGeom>
          <a:solidFill>
            <a:srgbClr val="B01C2E"/>
          </a:solidFill>
          <a:ln>
            <a:solidFill>
              <a:srgbClr val="999999"/>
            </a:solidFill>
          </a:ln>
        </p:spPr>
        <p:txBody>
          <a:bodyPr anchor="ctr"/>
          <a:lstStyle>
            <a:lvl1pPr marL="0" marR="0" indent="0" algn="ctr" defTabSz="685800" rtl="0" eaLnBrk="1" fontAlgn="auto" latinLnBrk="0" hangingPunct="1">
              <a:lnSpc>
                <a:spcPct val="100000"/>
              </a:lnSpc>
              <a:spcBef>
                <a:spcPts val="0"/>
              </a:spcBef>
              <a:spcAft>
                <a:spcPts val="0"/>
              </a:spcAft>
              <a:buClrTx/>
              <a:buSzTx/>
              <a:buFont typeface="Arial" pitchFamily="34" charset="0"/>
              <a:buNone/>
              <a:tabLst/>
              <a:defRPr sz="1050" b="1">
                <a:solidFill>
                  <a:srgbClr val="FFFFFF"/>
                </a:solidFill>
              </a:defRPr>
            </a:lvl1pPr>
          </a:lstStyle>
          <a:p>
            <a:pPr lvl="0"/>
            <a:r>
              <a:rPr lang="en-US"/>
              <a:t>Click to edit Master text styles</a:t>
            </a:r>
          </a:p>
        </p:txBody>
      </p:sp>
      <p:sp>
        <p:nvSpPr>
          <p:cNvPr id="27" name="Text Placeholder 22"/>
          <p:cNvSpPr>
            <a:spLocks noGrp="1"/>
          </p:cNvSpPr>
          <p:nvPr>
            <p:ph type="body" sz="quarter" idx="31"/>
          </p:nvPr>
        </p:nvSpPr>
        <p:spPr>
          <a:xfrm>
            <a:off x="609600" y="2304626"/>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9" name="Text Placeholder 22"/>
          <p:cNvSpPr>
            <a:spLocks noGrp="1"/>
          </p:cNvSpPr>
          <p:nvPr>
            <p:ph type="body" sz="quarter" idx="32"/>
          </p:nvPr>
        </p:nvSpPr>
        <p:spPr>
          <a:xfrm>
            <a:off x="609600" y="2809239"/>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7" name="Text Placeholder 22"/>
          <p:cNvSpPr>
            <a:spLocks noGrp="1"/>
          </p:cNvSpPr>
          <p:nvPr>
            <p:ph type="body" sz="quarter" idx="33"/>
          </p:nvPr>
        </p:nvSpPr>
        <p:spPr>
          <a:xfrm>
            <a:off x="609600" y="3313852"/>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8" name="Text Placeholder 22"/>
          <p:cNvSpPr>
            <a:spLocks noGrp="1"/>
          </p:cNvSpPr>
          <p:nvPr>
            <p:ph type="body" sz="quarter" idx="34"/>
          </p:nvPr>
        </p:nvSpPr>
        <p:spPr>
          <a:xfrm>
            <a:off x="609600" y="3818465"/>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9" name="Text Placeholder 22"/>
          <p:cNvSpPr>
            <a:spLocks noGrp="1"/>
          </p:cNvSpPr>
          <p:nvPr>
            <p:ph type="body" sz="quarter" idx="35"/>
          </p:nvPr>
        </p:nvSpPr>
        <p:spPr>
          <a:xfrm>
            <a:off x="609600" y="4323078"/>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40" name="Text Placeholder 22"/>
          <p:cNvSpPr>
            <a:spLocks noGrp="1"/>
          </p:cNvSpPr>
          <p:nvPr>
            <p:ph type="body" sz="quarter" idx="36"/>
          </p:nvPr>
        </p:nvSpPr>
        <p:spPr>
          <a:xfrm>
            <a:off x="609600" y="4827691"/>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1"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2" name="Text Placeholder 22"/>
          <p:cNvSpPr>
            <a:spLocks noGrp="1"/>
          </p:cNvSpPr>
          <p:nvPr>
            <p:ph type="body" sz="quarter" idx="37"/>
          </p:nvPr>
        </p:nvSpPr>
        <p:spPr>
          <a:xfrm>
            <a:off x="10972800" y="1295400"/>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25" name="Text Placeholder 22"/>
          <p:cNvSpPr>
            <a:spLocks noGrp="1"/>
          </p:cNvSpPr>
          <p:nvPr>
            <p:ph type="body" sz="quarter" idx="38"/>
          </p:nvPr>
        </p:nvSpPr>
        <p:spPr>
          <a:xfrm>
            <a:off x="10972800" y="1800013"/>
            <a:ext cx="609600" cy="411480"/>
          </a:xfrm>
          <a:prstGeom prst="rect">
            <a:avLst/>
          </a:prstGeom>
          <a:noFill/>
          <a:ln>
            <a:solidFill>
              <a:srgbClr val="C0C0C0"/>
            </a:solidFill>
          </a:ln>
        </p:spPr>
        <p:txBody>
          <a:bodyPr anchor="ctr"/>
          <a:lstStyle>
            <a:lvl1pPr marL="0" marR="0" indent="0" algn="ctr" defTabSz="685800" rtl="0" eaLnBrk="1" fontAlgn="auto" latinLnBrk="0" hangingPunct="1">
              <a:lnSpc>
                <a:spcPct val="100000"/>
              </a:lnSpc>
              <a:spcBef>
                <a:spcPts val="0"/>
              </a:spcBef>
              <a:spcAft>
                <a:spcPts val="0"/>
              </a:spcAft>
              <a:buClrTx/>
              <a:buSzTx/>
              <a:buFont typeface="Arial" pitchFamily="34" charset="0"/>
              <a:buNone/>
              <a:tabLst/>
              <a:defRPr sz="900" b="1">
                <a:solidFill>
                  <a:schemeClr val="tx1"/>
                </a:solidFill>
              </a:defRPr>
            </a:lvl1pPr>
          </a:lstStyle>
          <a:p>
            <a:pPr lvl="0"/>
            <a:r>
              <a:rPr lang="en-US"/>
              <a:t>Click to edit Master text styles</a:t>
            </a:r>
          </a:p>
        </p:txBody>
      </p:sp>
      <p:sp>
        <p:nvSpPr>
          <p:cNvPr id="26" name="Text Placeholder 22"/>
          <p:cNvSpPr>
            <a:spLocks noGrp="1"/>
          </p:cNvSpPr>
          <p:nvPr>
            <p:ph type="body" sz="quarter" idx="39"/>
          </p:nvPr>
        </p:nvSpPr>
        <p:spPr>
          <a:xfrm>
            <a:off x="10972800" y="2304626"/>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1" name="Text Placeholder 22"/>
          <p:cNvSpPr>
            <a:spLocks noGrp="1"/>
          </p:cNvSpPr>
          <p:nvPr>
            <p:ph type="body" sz="quarter" idx="40"/>
          </p:nvPr>
        </p:nvSpPr>
        <p:spPr>
          <a:xfrm>
            <a:off x="10972800" y="2809239"/>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2" name="Text Placeholder 22"/>
          <p:cNvSpPr>
            <a:spLocks noGrp="1"/>
          </p:cNvSpPr>
          <p:nvPr>
            <p:ph type="body" sz="quarter" idx="41"/>
          </p:nvPr>
        </p:nvSpPr>
        <p:spPr>
          <a:xfrm>
            <a:off x="10972800" y="3313852"/>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3" name="Text Placeholder 22"/>
          <p:cNvSpPr>
            <a:spLocks noGrp="1"/>
          </p:cNvSpPr>
          <p:nvPr>
            <p:ph type="body" sz="quarter" idx="42"/>
          </p:nvPr>
        </p:nvSpPr>
        <p:spPr>
          <a:xfrm>
            <a:off x="10972800" y="3818465"/>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4" name="Text Placeholder 22"/>
          <p:cNvSpPr>
            <a:spLocks noGrp="1"/>
          </p:cNvSpPr>
          <p:nvPr>
            <p:ph type="body" sz="quarter" idx="43"/>
          </p:nvPr>
        </p:nvSpPr>
        <p:spPr>
          <a:xfrm>
            <a:off x="10972800" y="4323078"/>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5" name="Text Placeholder 22"/>
          <p:cNvSpPr>
            <a:spLocks noGrp="1"/>
          </p:cNvSpPr>
          <p:nvPr>
            <p:ph type="body" sz="quarter" idx="44"/>
          </p:nvPr>
        </p:nvSpPr>
        <p:spPr>
          <a:xfrm>
            <a:off x="10972800" y="4827691"/>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6" name="Text Placeholder 27"/>
          <p:cNvSpPr>
            <a:spLocks noGrp="1"/>
          </p:cNvSpPr>
          <p:nvPr>
            <p:ph type="body" sz="quarter" idx="45"/>
          </p:nvPr>
        </p:nvSpPr>
        <p:spPr>
          <a:xfrm>
            <a:off x="1215703" y="5332304"/>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47" name="Text Placeholder 22"/>
          <p:cNvSpPr>
            <a:spLocks noGrp="1"/>
          </p:cNvSpPr>
          <p:nvPr>
            <p:ph type="body" sz="quarter" idx="46"/>
          </p:nvPr>
        </p:nvSpPr>
        <p:spPr>
          <a:xfrm>
            <a:off x="606100" y="5332304"/>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48" name="Text Placeholder 22"/>
          <p:cNvSpPr>
            <a:spLocks noGrp="1"/>
          </p:cNvSpPr>
          <p:nvPr>
            <p:ph type="body" sz="quarter" idx="47"/>
          </p:nvPr>
        </p:nvSpPr>
        <p:spPr>
          <a:xfrm>
            <a:off x="10969300" y="5332304"/>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9" name="Text Placeholder 27"/>
          <p:cNvSpPr>
            <a:spLocks noGrp="1"/>
          </p:cNvSpPr>
          <p:nvPr>
            <p:ph type="body" sz="quarter" idx="48"/>
          </p:nvPr>
        </p:nvSpPr>
        <p:spPr>
          <a:xfrm>
            <a:off x="1215703" y="5836920"/>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50" name="Text Placeholder 22"/>
          <p:cNvSpPr>
            <a:spLocks noGrp="1"/>
          </p:cNvSpPr>
          <p:nvPr>
            <p:ph type="body" sz="quarter" idx="49"/>
          </p:nvPr>
        </p:nvSpPr>
        <p:spPr>
          <a:xfrm>
            <a:off x="606100" y="5836920"/>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51" name="Text Placeholder 22"/>
          <p:cNvSpPr>
            <a:spLocks noGrp="1"/>
          </p:cNvSpPr>
          <p:nvPr>
            <p:ph type="body" sz="quarter" idx="50"/>
          </p:nvPr>
        </p:nvSpPr>
        <p:spPr>
          <a:xfrm>
            <a:off x="10969300" y="5836920"/>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52" name="Slide Number Placeholder 9"/>
          <p:cNvSpPr>
            <a:spLocks noGrp="1"/>
          </p:cNvSpPr>
          <p:nvPr>
            <p:ph type="sldNum" sz="quarter" idx="51"/>
          </p:nvPr>
        </p:nvSpPr>
        <p:spPr/>
        <p:txBody>
          <a:bodyPr/>
          <a:lstStyle>
            <a:lvl1pPr>
              <a:defRPr/>
            </a:lvl1pPr>
          </a:lstStyle>
          <a:p>
            <a:fld id="{4A9EBD57-3091-C548-9F5E-83F63CC3338F}" type="slidenum">
              <a:rPr lang="en-US" altLang="en-US"/>
              <a:pPr/>
              <a:t>‹#›</a:t>
            </a:fld>
            <a:endParaRPr lang="en-US" altLang="en-US"/>
          </a:p>
        </p:txBody>
      </p:sp>
      <p:sp>
        <p:nvSpPr>
          <p:cNvPr id="53" name="Footer Placeholder 12"/>
          <p:cNvSpPr>
            <a:spLocks noGrp="1"/>
          </p:cNvSpPr>
          <p:nvPr>
            <p:ph type="ftr" sz="quarter" idx="52"/>
          </p:nvPr>
        </p:nvSpPr>
        <p:spPr/>
        <p:txBody>
          <a:bodyPr/>
          <a:lstStyle>
            <a:lvl1pPr>
              <a:defRPr/>
            </a:lvl1pPr>
          </a:lstStyle>
          <a:p>
            <a:pPr>
              <a:defRPr/>
            </a:pPr>
            <a:r>
              <a:rPr lang="en-US"/>
              <a:t>Residual Income</a:t>
            </a:r>
          </a:p>
        </p:txBody>
      </p:sp>
    </p:spTree>
    <p:extLst>
      <p:ext uri="{BB962C8B-B14F-4D97-AF65-F5344CB8AC3E}">
        <p14:creationId xmlns:p14="http://schemas.microsoft.com/office/powerpoint/2010/main" val="288033229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Blocks - Major and Sub Points">
    <p:spTree>
      <p:nvGrpSpPr>
        <p:cNvPr id="1" name=""/>
        <p:cNvGrpSpPr/>
        <p:nvPr/>
      </p:nvGrpSpPr>
      <p:grpSpPr>
        <a:xfrm>
          <a:off x="0" y="0"/>
          <a:ext cx="0" cy="0"/>
          <a:chOff x="0" y="0"/>
          <a:chExt cx="0" cy="0"/>
        </a:xfrm>
      </p:grpSpPr>
      <p:sp>
        <p:nvSpPr>
          <p:cNvPr id="16" name="Text Placeholder 15"/>
          <p:cNvSpPr>
            <a:spLocks noGrp="1"/>
          </p:cNvSpPr>
          <p:nvPr>
            <p:ph type="body" sz="quarter" idx="21"/>
          </p:nvPr>
        </p:nvSpPr>
        <p:spPr>
          <a:xfrm>
            <a:off x="609600" y="1335024"/>
            <a:ext cx="1828800" cy="2322576"/>
          </a:xfrm>
          <a:prstGeom prst="rect">
            <a:avLst/>
          </a:prstGeom>
          <a:solidFill>
            <a:srgbClr val="B01C2E"/>
          </a:solidFill>
        </p:spPr>
        <p:txBody>
          <a:bodyPr anchor="ctr"/>
          <a:lstStyle>
            <a:lvl1pPr marL="0" indent="0">
              <a:buNone/>
              <a:defRPr sz="900" b="1">
                <a:solidFill>
                  <a:schemeClr val="bg1"/>
                </a:solidFill>
              </a:defRPr>
            </a:lvl1pPr>
          </a:lstStyle>
          <a:p>
            <a:pPr lvl="0"/>
            <a:r>
              <a:rPr lang="en-US"/>
              <a:t>Click to edit Master text styles</a:t>
            </a:r>
          </a:p>
        </p:txBody>
      </p:sp>
      <p:sp>
        <p:nvSpPr>
          <p:cNvPr id="17" name="Text Placeholder 15"/>
          <p:cNvSpPr>
            <a:spLocks noGrp="1"/>
          </p:cNvSpPr>
          <p:nvPr>
            <p:ph type="body" sz="quarter" idx="22"/>
          </p:nvPr>
        </p:nvSpPr>
        <p:spPr>
          <a:xfrm>
            <a:off x="609600" y="3744363"/>
            <a:ext cx="1828800" cy="2322576"/>
          </a:xfrm>
          <a:prstGeom prst="rect">
            <a:avLst/>
          </a:prstGeom>
          <a:solidFill>
            <a:srgbClr val="B01C2E"/>
          </a:solidFill>
        </p:spPr>
        <p:txBody>
          <a:bodyPr anchor="ctr"/>
          <a:lstStyle>
            <a:lvl1pPr marL="0" indent="0">
              <a:buNone/>
              <a:defRPr sz="900" b="1">
                <a:solidFill>
                  <a:schemeClr val="bg1"/>
                </a:solidFill>
              </a:defRPr>
            </a:lvl1pPr>
          </a:lstStyle>
          <a:p>
            <a:pPr lvl="0"/>
            <a:r>
              <a:rPr lang="en-US"/>
              <a:t>Click to edit Master text styles</a:t>
            </a:r>
          </a:p>
        </p:txBody>
      </p:sp>
      <p:sp>
        <p:nvSpPr>
          <p:cNvPr id="18" name="Text Placeholder 15"/>
          <p:cNvSpPr>
            <a:spLocks noGrp="1"/>
          </p:cNvSpPr>
          <p:nvPr>
            <p:ph type="body" sz="quarter" idx="23"/>
          </p:nvPr>
        </p:nvSpPr>
        <p:spPr>
          <a:xfrm>
            <a:off x="2540000" y="1348565"/>
            <a:ext cx="1219200" cy="7772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19" name="Text Placeholder 15"/>
          <p:cNvSpPr>
            <a:spLocks noGrp="1"/>
          </p:cNvSpPr>
          <p:nvPr>
            <p:ph type="body" sz="quarter" idx="24"/>
          </p:nvPr>
        </p:nvSpPr>
        <p:spPr>
          <a:xfrm>
            <a:off x="2540000" y="3763963"/>
            <a:ext cx="1219200" cy="7772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20" name="Text Placeholder 15"/>
          <p:cNvSpPr>
            <a:spLocks noGrp="1"/>
          </p:cNvSpPr>
          <p:nvPr>
            <p:ph type="body" sz="quarter" idx="25"/>
          </p:nvPr>
        </p:nvSpPr>
        <p:spPr>
          <a:xfrm>
            <a:off x="2540000" y="2199167"/>
            <a:ext cx="1219200" cy="14630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21" name="Text Placeholder 15"/>
          <p:cNvSpPr>
            <a:spLocks noGrp="1"/>
          </p:cNvSpPr>
          <p:nvPr>
            <p:ph type="body" sz="quarter" idx="26"/>
          </p:nvPr>
        </p:nvSpPr>
        <p:spPr>
          <a:xfrm>
            <a:off x="2540000" y="4619625"/>
            <a:ext cx="1219200" cy="14630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3759200" y="1348565"/>
            <a:ext cx="7827264" cy="7772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2" name="Text Placeholder 5"/>
          <p:cNvSpPr>
            <a:spLocks noGrp="1"/>
          </p:cNvSpPr>
          <p:nvPr>
            <p:ph type="body" sz="quarter" idx="32"/>
          </p:nvPr>
        </p:nvSpPr>
        <p:spPr>
          <a:xfrm>
            <a:off x="3759200" y="3763963"/>
            <a:ext cx="7827264" cy="7772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6" name="Text Placeholder 5"/>
          <p:cNvSpPr>
            <a:spLocks noGrp="1"/>
          </p:cNvSpPr>
          <p:nvPr>
            <p:ph type="body" sz="quarter" idx="33"/>
          </p:nvPr>
        </p:nvSpPr>
        <p:spPr>
          <a:xfrm>
            <a:off x="3759200" y="2199167"/>
            <a:ext cx="7827264" cy="14630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8" name="Text Placeholder 5"/>
          <p:cNvSpPr>
            <a:spLocks noGrp="1"/>
          </p:cNvSpPr>
          <p:nvPr>
            <p:ph type="body" sz="quarter" idx="34"/>
          </p:nvPr>
        </p:nvSpPr>
        <p:spPr>
          <a:xfrm>
            <a:off x="3759200" y="4619625"/>
            <a:ext cx="7827264" cy="14630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3" name="Slide Number Placeholder 9"/>
          <p:cNvSpPr>
            <a:spLocks noGrp="1"/>
          </p:cNvSpPr>
          <p:nvPr>
            <p:ph type="sldNum" sz="quarter" idx="35"/>
          </p:nvPr>
        </p:nvSpPr>
        <p:spPr/>
        <p:txBody>
          <a:bodyPr/>
          <a:lstStyle>
            <a:lvl1pPr>
              <a:defRPr/>
            </a:lvl1pPr>
          </a:lstStyle>
          <a:p>
            <a:fld id="{1622A13A-1CFD-CA4E-A8DD-C641C07281EA}" type="slidenum">
              <a:rPr lang="en-US" altLang="en-US"/>
              <a:pPr/>
              <a:t>‹#›</a:t>
            </a:fld>
            <a:endParaRPr lang="en-US" altLang="en-US"/>
          </a:p>
        </p:txBody>
      </p:sp>
      <p:sp>
        <p:nvSpPr>
          <p:cNvPr id="23" name="Footer Placeholder 12"/>
          <p:cNvSpPr>
            <a:spLocks noGrp="1"/>
          </p:cNvSpPr>
          <p:nvPr>
            <p:ph type="ftr" sz="quarter" idx="36"/>
          </p:nvPr>
        </p:nvSpPr>
        <p:spPr/>
        <p:txBody>
          <a:bodyPr/>
          <a:lstStyle>
            <a:lvl1pPr>
              <a:defRPr/>
            </a:lvl1pPr>
          </a:lstStyle>
          <a:p>
            <a:pPr>
              <a:defRPr/>
            </a:pPr>
            <a:r>
              <a:rPr lang="en-US"/>
              <a:t>Residual Income</a:t>
            </a:r>
          </a:p>
        </p:txBody>
      </p:sp>
    </p:spTree>
    <p:extLst>
      <p:ext uri="{BB962C8B-B14F-4D97-AF65-F5344CB8AC3E}">
        <p14:creationId xmlns:p14="http://schemas.microsoft.com/office/powerpoint/2010/main" val="16846972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sequences Vertical 2">
    <p:spTree>
      <p:nvGrpSpPr>
        <p:cNvPr id="1" name=""/>
        <p:cNvGrpSpPr/>
        <p:nvPr/>
      </p:nvGrpSpPr>
      <p:grpSpPr>
        <a:xfrm>
          <a:off x="0" y="0"/>
          <a:ext cx="0" cy="0"/>
          <a:chOff x="0" y="0"/>
          <a:chExt cx="0" cy="0"/>
        </a:xfrm>
      </p:grpSpPr>
      <p:sp>
        <p:nvSpPr>
          <p:cNvPr id="7" name="Freeform 4"/>
          <p:cNvSpPr>
            <a:spLocks/>
          </p:cNvSpPr>
          <p:nvPr userDrawn="1"/>
        </p:nvSpPr>
        <p:spPr bwMode="auto">
          <a:xfrm>
            <a:off x="6195484" y="1914525"/>
            <a:ext cx="48768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37160" tIns="274320" rIns="137160" bIns="137160"/>
          <a:lstStyle/>
          <a:p>
            <a:endParaRPr lang="en-US" sz="1350"/>
          </a:p>
        </p:txBody>
      </p:sp>
      <p:sp>
        <p:nvSpPr>
          <p:cNvPr id="8" name="Freeform 4"/>
          <p:cNvSpPr>
            <a:spLocks/>
          </p:cNvSpPr>
          <p:nvPr userDrawn="1"/>
        </p:nvSpPr>
        <p:spPr bwMode="auto">
          <a:xfrm>
            <a:off x="1003300" y="1914525"/>
            <a:ext cx="48768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37160" tIns="274320" rIns="137160" bIns="137160"/>
          <a:lstStyle/>
          <a:p>
            <a:endParaRPr lang="en-US" sz="1350"/>
          </a:p>
        </p:txBody>
      </p:sp>
      <p:sp>
        <p:nvSpPr>
          <p:cNvPr id="9" name="Text Placeholder 8"/>
          <p:cNvSpPr>
            <a:spLocks noGrp="1"/>
          </p:cNvSpPr>
          <p:nvPr>
            <p:ph type="body" sz="quarter" idx="21"/>
          </p:nvPr>
        </p:nvSpPr>
        <p:spPr>
          <a:xfrm rot="5400000">
            <a:off x="3122762" y="-699446"/>
            <a:ext cx="636898" cy="4876800"/>
          </a:xfrm>
          <a:prstGeom prst="homePlate">
            <a:avLst>
              <a:gd name="adj" fmla="val 35000"/>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2" name="Text Placeholder 8"/>
          <p:cNvSpPr>
            <a:spLocks noGrp="1"/>
          </p:cNvSpPr>
          <p:nvPr>
            <p:ph type="body" sz="quarter" idx="25"/>
          </p:nvPr>
        </p:nvSpPr>
        <p:spPr>
          <a:xfrm rot="5400000">
            <a:off x="8315844" y="-699446"/>
            <a:ext cx="636898" cy="4876800"/>
          </a:xfrm>
          <a:prstGeom prst="homePlate">
            <a:avLst>
              <a:gd name="adj" fmla="val 35000"/>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0"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Text Placeholder 5"/>
          <p:cNvSpPr>
            <a:spLocks noGrp="1"/>
          </p:cNvSpPr>
          <p:nvPr>
            <p:ph type="body" sz="quarter" idx="31"/>
          </p:nvPr>
        </p:nvSpPr>
        <p:spPr>
          <a:xfrm>
            <a:off x="1002811" y="2282953"/>
            <a:ext cx="4876800" cy="3813048"/>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5" name="Text Placeholder 5"/>
          <p:cNvSpPr>
            <a:spLocks noGrp="1"/>
          </p:cNvSpPr>
          <p:nvPr>
            <p:ph type="body" sz="quarter" idx="32"/>
          </p:nvPr>
        </p:nvSpPr>
        <p:spPr>
          <a:xfrm>
            <a:off x="6195893" y="2282953"/>
            <a:ext cx="4876800" cy="3813048"/>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vl6pPr marL="857250">
              <a:buClr>
                <a:srgbClr val="B01C2E"/>
              </a:buClr>
              <a:buFont typeface="Arial" pitchFamily="34" charset="0"/>
              <a:buChar char="–"/>
              <a:defRPr sz="900"/>
            </a:lvl6pPr>
          </a:lstStyle>
          <a:p>
            <a:pPr lvl="0"/>
            <a:r>
              <a:rPr lang="en-US"/>
              <a:t>Click to edit Master text styles</a:t>
            </a:r>
          </a:p>
        </p:txBody>
      </p:sp>
      <p:sp>
        <p:nvSpPr>
          <p:cNvPr id="11" name="Slide Number Placeholder 9"/>
          <p:cNvSpPr>
            <a:spLocks noGrp="1"/>
          </p:cNvSpPr>
          <p:nvPr>
            <p:ph type="sldNum" sz="quarter" idx="33"/>
          </p:nvPr>
        </p:nvSpPr>
        <p:spPr/>
        <p:txBody>
          <a:bodyPr/>
          <a:lstStyle>
            <a:lvl1pPr>
              <a:defRPr/>
            </a:lvl1pPr>
          </a:lstStyle>
          <a:p>
            <a:fld id="{9B3A2EF8-18A0-3548-8284-3CDE95E84B95}" type="slidenum">
              <a:rPr lang="en-US" altLang="en-US"/>
              <a:pPr/>
              <a:t>‹#›</a:t>
            </a:fld>
            <a:endParaRPr lang="en-US" altLang="en-US"/>
          </a:p>
        </p:txBody>
      </p:sp>
      <p:sp>
        <p:nvSpPr>
          <p:cNvPr id="14" name="Footer Placeholder 10"/>
          <p:cNvSpPr>
            <a:spLocks noGrp="1"/>
          </p:cNvSpPr>
          <p:nvPr>
            <p:ph type="ftr" sz="quarter" idx="34"/>
          </p:nvPr>
        </p:nvSpPr>
        <p:spPr/>
        <p:txBody>
          <a:bodyPr/>
          <a:lstStyle>
            <a:lvl1pPr>
              <a:defRPr smtClean="0"/>
            </a:lvl1pPr>
          </a:lstStyle>
          <a:p>
            <a:pPr>
              <a:defRPr/>
            </a:pPr>
            <a:r>
              <a:rPr lang="en-US"/>
              <a:t>Residual Income</a:t>
            </a:r>
          </a:p>
        </p:txBody>
      </p:sp>
    </p:spTree>
    <p:extLst>
      <p:ext uri="{BB962C8B-B14F-4D97-AF65-F5344CB8AC3E}">
        <p14:creationId xmlns:p14="http://schemas.microsoft.com/office/powerpoint/2010/main" val="7368673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sequences Vertical 4">
    <p:spTree>
      <p:nvGrpSpPr>
        <p:cNvPr id="1" name=""/>
        <p:cNvGrpSpPr/>
        <p:nvPr/>
      </p:nvGrpSpPr>
      <p:grpSpPr>
        <a:xfrm>
          <a:off x="0" y="0"/>
          <a:ext cx="0" cy="0"/>
          <a:chOff x="0" y="0"/>
          <a:chExt cx="0" cy="0"/>
        </a:xfrm>
      </p:grpSpPr>
      <p:sp>
        <p:nvSpPr>
          <p:cNvPr id="11" name="Freeform 4"/>
          <p:cNvSpPr>
            <a:spLocks/>
          </p:cNvSpPr>
          <p:nvPr userDrawn="1"/>
        </p:nvSpPr>
        <p:spPr bwMode="auto">
          <a:xfrm>
            <a:off x="588435" y="1911353"/>
            <a:ext cx="2561167"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endParaRPr lang="en-US" sz="1350"/>
          </a:p>
        </p:txBody>
      </p:sp>
      <p:sp>
        <p:nvSpPr>
          <p:cNvPr id="12" name="Freeform 4"/>
          <p:cNvSpPr>
            <a:spLocks/>
          </p:cNvSpPr>
          <p:nvPr userDrawn="1"/>
        </p:nvSpPr>
        <p:spPr bwMode="auto">
          <a:xfrm>
            <a:off x="3403601" y="1911353"/>
            <a:ext cx="2559051"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endParaRPr lang="en-US" sz="1350"/>
          </a:p>
        </p:txBody>
      </p:sp>
      <p:sp>
        <p:nvSpPr>
          <p:cNvPr id="13" name="Freeform 4"/>
          <p:cNvSpPr>
            <a:spLocks/>
          </p:cNvSpPr>
          <p:nvPr userDrawn="1"/>
        </p:nvSpPr>
        <p:spPr bwMode="auto">
          <a:xfrm>
            <a:off x="6197602" y="1911353"/>
            <a:ext cx="2561167"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endParaRPr lang="en-US" sz="1350"/>
          </a:p>
        </p:txBody>
      </p:sp>
      <p:sp>
        <p:nvSpPr>
          <p:cNvPr id="14" name="Freeform 4"/>
          <p:cNvSpPr>
            <a:spLocks/>
          </p:cNvSpPr>
          <p:nvPr userDrawn="1"/>
        </p:nvSpPr>
        <p:spPr bwMode="auto">
          <a:xfrm>
            <a:off x="9027586" y="1911353"/>
            <a:ext cx="2561167"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endParaRPr lang="en-US" sz="1350"/>
          </a:p>
        </p:txBody>
      </p:sp>
      <p:sp>
        <p:nvSpPr>
          <p:cNvPr id="17" name="Text Placeholder 8"/>
          <p:cNvSpPr>
            <a:spLocks noGrp="1"/>
          </p:cNvSpPr>
          <p:nvPr>
            <p:ph type="body" sz="quarter" idx="21"/>
          </p:nvPr>
        </p:nvSpPr>
        <p:spPr>
          <a:xfrm rot="5400000">
            <a:off x="1563115" y="473964"/>
            <a:ext cx="612648" cy="256032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2" name="Text Placeholder 8"/>
          <p:cNvSpPr>
            <a:spLocks noGrp="1"/>
          </p:cNvSpPr>
          <p:nvPr>
            <p:ph type="body" sz="quarter" idx="27"/>
          </p:nvPr>
        </p:nvSpPr>
        <p:spPr>
          <a:xfrm rot="5400000">
            <a:off x="4377013" y="473964"/>
            <a:ext cx="612648" cy="256032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3" name="Text Placeholder 8"/>
          <p:cNvSpPr>
            <a:spLocks noGrp="1"/>
          </p:cNvSpPr>
          <p:nvPr>
            <p:ph type="body" sz="quarter" idx="28"/>
          </p:nvPr>
        </p:nvSpPr>
        <p:spPr>
          <a:xfrm rot="5400000">
            <a:off x="7171436" y="473964"/>
            <a:ext cx="612648" cy="256032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4" name="Text Placeholder 8"/>
          <p:cNvSpPr>
            <a:spLocks noGrp="1"/>
          </p:cNvSpPr>
          <p:nvPr>
            <p:ph type="body" sz="quarter" idx="29"/>
          </p:nvPr>
        </p:nvSpPr>
        <p:spPr>
          <a:xfrm rot="5400000">
            <a:off x="10002267" y="473964"/>
            <a:ext cx="612648" cy="256032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6"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589279" y="2155123"/>
            <a:ext cx="256032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2"/>
          </p:nvPr>
        </p:nvSpPr>
        <p:spPr>
          <a:xfrm>
            <a:off x="3403177" y="2155123"/>
            <a:ext cx="256032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20" name="Text Placeholder 5"/>
          <p:cNvSpPr>
            <a:spLocks noGrp="1"/>
          </p:cNvSpPr>
          <p:nvPr>
            <p:ph type="body" sz="quarter" idx="33"/>
          </p:nvPr>
        </p:nvSpPr>
        <p:spPr>
          <a:xfrm>
            <a:off x="6197600" y="2155123"/>
            <a:ext cx="256032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25" name="Text Placeholder 5"/>
          <p:cNvSpPr>
            <a:spLocks noGrp="1"/>
          </p:cNvSpPr>
          <p:nvPr>
            <p:ph type="body" sz="quarter" idx="34"/>
          </p:nvPr>
        </p:nvSpPr>
        <p:spPr>
          <a:xfrm>
            <a:off x="9028431" y="2155123"/>
            <a:ext cx="256032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5" name="Slide Number Placeholder 9"/>
          <p:cNvSpPr>
            <a:spLocks noGrp="1"/>
          </p:cNvSpPr>
          <p:nvPr>
            <p:ph type="sldNum" sz="quarter" idx="35"/>
          </p:nvPr>
        </p:nvSpPr>
        <p:spPr/>
        <p:txBody>
          <a:bodyPr/>
          <a:lstStyle>
            <a:lvl1pPr>
              <a:defRPr/>
            </a:lvl1pPr>
          </a:lstStyle>
          <a:p>
            <a:fld id="{6D75ED15-758A-614E-A17B-56CD5E692F69}" type="slidenum">
              <a:rPr lang="en-US" altLang="en-US"/>
              <a:pPr/>
              <a:t>‹#›</a:t>
            </a:fld>
            <a:endParaRPr lang="en-US" altLang="en-US"/>
          </a:p>
        </p:txBody>
      </p:sp>
      <p:sp>
        <p:nvSpPr>
          <p:cNvPr id="21" name="Footer Placeholder 20"/>
          <p:cNvSpPr>
            <a:spLocks noGrp="1"/>
          </p:cNvSpPr>
          <p:nvPr>
            <p:ph type="ftr" sz="quarter" idx="36"/>
          </p:nvPr>
        </p:nvSpPr>
        <p:spPr/>
        <p:txBody>
          <a:bodyPr/>
          <a:lstStyle>
            <a:lvl1pPr>
              <a:defRPr smtClean="0"/>
            </a:lvl1pPr>
          </a:lstStyle>
          <a:p>
            <a:pPr>
              <a:defRPr/>
            </a:pPr>
            <a:r>
              <a:rPr lang="en-US"/>
              <a:t>Residual Income</a:t>
            </a:r>
          </a:p>
        </p:txBody>
      </p:sp>
    </p:spTree>
    <p:extLst>
      <p:ext uri="{BB962C8B-B14F-4D97-AF65-F5344CB8AC3E}">
        <p14:creationId xmlns:p14="http://schemas.microsoft.com/office/powerpoint/2010/main" val="176810657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roject">
    <p:spTree>
      <p:nvGrpSpPr>
        <p:cNvPr id="1" name=""/>
        <p:cNvGrpSpPr/>
        <p:nvPr/>
      </p:nvGrpSpPr>
      <p:grpSpPr>
        <a:xfrm>
          <a:off x="0" y="0"/>
          <a:ext cx="0" cy="0"/>
          <a:chOff x="0" y="0"/>
          <a:chExt cx="0" cy="0"/>
        </a:xfrm>
      </p:grpSpPr>
      <p:sp>
        <p:nvSpPr>
          <p:cNvPr id="20" name="Text Placeholder 12"/>
          <p:cNvSpPr>
            <a:spLocks noGrp="1"/>
          </p:cNvSpPr>
          <p:nvPr>
            <p:ph type="body" sz="quarter" idx="12"/>
          </p:nvPr>
        </p:nvSpPr>
        <p:spPr>
          <a:xfrm>
            <a:off x="451104" y="1450181"/>
            <a:ext cx="3462528"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l">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11" name="Text Placeholder 13"/>
          <p:cNvSpPr>
            <a:spLocks noGrp="1"/>
          </p:cNvSpPr>
          <p:nvPr>
            <p:ph type="body" sz="quarter" idx="17"/>
          </p:nvPr>
        </p:nvSpPr>
        <p:spPr>
          <a:xfrm>
            <a:off x="4364739" y="1447807"/>
            <a:ext cx="3534833" cy="461963"/>
          </a:xfrm>
          <a:prstGeom prst="chevron">
            <a:avLst>
              <a:gd name="adj" fmla="val 34831"/>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2" name="Text Placeholder 13"/>
          <p:cNvSpPr>
            <a:spLocks noGrp="1"/>
          </p:cNvSpPr>
          <p:nvPr>
            <p:ph type="body" sz="quarter" idx="29"/>
          </p:nvPr>
        </p:nvSpPr>
        <p:spPr>
          <a:xfrm>
            <a:off x="8278373" y="1447807"/>
            <a:ext cx="3534833" cy="461963"/>
          </a:xfrm>
          <a:prstGeom prst="chevron">
            <a:avLst>
              <a:gd name="adj" fmla="val 34831"/>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3"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Text Placeholder 5"/>
          <p:cNvSpPr>
            <a:spLocks noGrp="1"/>
          </p:cNvSpPr>
          <p:nvPr>
            <p:ph type="body" sz="quarter" idx="31"/>
          </p:nvPr>
        </p:nvSpPr>
        <p:spPr>
          <a:xfrm>
            <a:off x="4364736" y="2057400"/>
            <a:ext cx="3364992" cy="3108960"/>
          </a:xfrm>
          <a:prstGeom prst="rect">
            <a:avLst/>
          </a:prstGeom>
          <a:solidFill>
            <a:srgbClr val="FFFFFF"/>
          </a:solidFill>
          <a:ln>
            <a:solidFill>
              <a:srgbClr val="C0C0C0"/>
            </a:solid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8" name="Text Placeholder 5"/>
          <p:cNvSpPr>
            <a:spLocks noGrp="1"/>
          </p:cNvSpPr>
          <p:nvPr>
            <p:ph type="body" sz="quarter" idx="32"/>
          </p:nvPr>
        </p:nvSpPr>
        <p:spPr>
          <a:xfrm>
            <a:off x="8278368" y="2057400"/>
            <a:ext cx="3364992" cy="3108960"/>
          </a:xfrm>
          <a:prstGeom prst="rect">
            <a:avLst/>
          </a:prstGeom>
          <a:solidFill>
            <a:srgbClr val="FFFFFF"/>
          </a:solidFill>
          <a:ln>
            <a:solidFill>
              <a:srgbClr val="C0C0C0"/>
            </a:solid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3"/>
          </p:nvPr>
        </p:nvSpPr>
        <p:spPr>
          <a:xfrm>
            <a:off x="451104" y="2057403"/>
            <a:ext cx="3364992" cy="230832"/>
          </a:xfrm>
          <a:prstGeom prst="rect">
            <a:avLst/>
          </a:prstGeom>
          <a:solidFill>
            <a:srgbClr val="FFFFFF"/>
          </a:solidFill>
          <a:ln>
            <a:solidFill>
              <a:srgbClr val="C0C0C0"/>
            </a:solidFill>
          </a:ln>
        </p:spPr>
        <p:txBody>
          <a:bodyPr lIns="91440" anchor="t" anchorCtr="0">
            <a:spAutoFit/>
          </a:bodyP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9" name="Slide Number Placeholder 9"/>
          <p:cNvSpPr>
            <a:spLocks noGrp="1"/>
          </p:cNvSpPr>
          <p:nvPr>
            <p:ph type="sldNum" sz="quarter" idx="34"/>
          </p:nvPr>
        </p:nvSpPr>
        <p:spPr/>
        <p:txBody>
          <a:bodyPr/>
          <a:lstStyle>
            <a:lvl1pPr>
              <a:defRPr/>
            </a:lvl1pPr>
          </a:lstStyle>
          <a:p>
            <a:fld id="{8A4AF9FF-8501-8442-BA34-6C86C862CF8D}" type="slidenum">
              <a:rPr lang="en-US" altLang="en-US"/>
              <a:pPr/>
              <a:t>‹#›</a:t>
            </a:fld>
            <a:endParaRPr lang="en-US" altLang="en-US"/>
          </a:p>
        </p:txBody>
      </p:sp>
      <p:sp>
        <p:nvSpPr>
          <p:cNvPr id="10" name="Footer Placeholder 12"/>
          <p:cNvSpPr>
            <a:spLocks noGrp="1"/>
          </p:cNvSpPr>
          <p:nvPr>
            <p:ph type="ftr" sz="quarter" idx="35"/>
          </p:nvPr>
        </p:nvSpPr>
        <p:spPr/>
        <p:txBody>
          <a:bodyPr/>
          <a:lstStyle>
            <a:lvl1pPr>
              <a:defRPr/>
            </a:lvl1pPr>
          </a:lstStyle>
          <a:p>
            <a:pPr>
              <a:defRPr/>
            </a:pPr>
            <a:r>
              <a:rPr lang="en-US"/>
              <a:t>Residual Income</a:t>
            </a:r>
          </a:p>
        </p:txBody>
      </p:sp>
    </p:spTree>
    <p:extLst>
      <p:ext uri="{BB962C8B-B14F-4D97-AF65-F5344CB8AC3E}">
        <p14:creationId xmlns:p14="http://schemas.microsoft.com/office/powerpoint/2010/main" val="30384182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arget">
    <p:spTree>
      <p:nvGrpSpPr>
        <p:cNvPr id="1" name=""/>
        <p:cNvGrpSpPr/>
        <p:nvPr/>
      </p:nvGrpSpPr>
      <p:grpSpPr>
        <a:xfrm>
          <a:off x="0" y="0"/>
          <a:ext cx="0" cy="0"/>
          <a:chOff x="0" y="0"/>
          <a:chExt cx="0" cy="0"/>
        </a:xfrm>
      </p:grpSpPr>
      <p:sp>
        <p:nvSpPr>
          <p:cNvPr id="17" name="Text Placeholder 8"/>
          <p:cNvSpPr>
            <a:spLocks noGrp="1"/>
          </p:cNvSpPr>
          <p:nvPr>
            <p:ph type="body" sz="quarter" idx="29"/>
          </p:nvPr>
        </p:nvSpPr>
        <p:spPr>
          <a:xfrm>
            <a:off x="9505696" y="1493520"/>
            <a:ext cx="1975104" cy="4754880"/>
          </a:xfrm>
          <a:prstGeom prst="rect">
            <a:avLst/>
          </a:prstGeom>
          <a:ln>
            <a:solidFill>
              <a:srgbClr val="C0C0C0"/>
            </a:solidFill>
          </a:ln>
        </p:spPr>
        <p:txBody>
          <a:bodyPr lIns="45720" anchor="t"/>
          <a:lstStyle>
            <a:lvl1pPr marL="123444" indent="-123444" algn="l">
              <a:lnSpc>
                <a:spcPts val="1050"/>
              </a:lnSpc>
              <a:spcBef>
                <a:spcPts val="0"/>
              </a:spcBef>
              <a:buClr>
                <a:schemeClr val="accent1"/>
              </a:buClr>
              <a:buFont typeface="Wingdings" pitchFamily="2" charset="2"/>
              <a:buChar char="§"/>
              <a:defRPr sz="900" b="0">
                <a:solidFill>
                  <a:srgbClr val="000000"/>
                </a:solidFill>
              </a:defRPr>
            </a:lvl1pPr>
            <a:lvl2pPr marL="123444" indent="0" algn="l">
              <a:spcBef>
                <a:spcPts val="525"/>
              </a:spcBef>
              <a:buNone/>
              <a:defRPr sz="900" b="0"/>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2" name="Text Placeholder 5"/>
          <p:cNvSpPr>
            <a:spLocks noGrp="1"/>
          </p:cNvSpPr>
          <p:nvPr>
            <p:ph type="body" sz="quarter" idx="21"/>
          </p:nvPr>
        </p:nvSpPr>
        <p:spPr>
          <a:xfrm>
            <a:off x="609600" y="1600200"/>
            <a:ext cx="21336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rgbClr val="C0C0C0"/>
              </a:buClr>
              <a:buSzTx/>
              <a:buFont typeface="Wingdings 2" pitchFamily="18" charset="2"/>
              <a:buChar char="¡"/>
              <a:tabLst/>
              <a:defRPr sz="900" b="1" baseline="0">
                <a:solidFill>
                  <a:srgbClr val="FFFFFF"/>
                </a:solidFill>
              </a:defRPr>
            </a:lvl1pPr>
            <a:lvl2pPr marL="88106" indent="0">
              <a:buFontTx/>
              <a:buNone/>
              <a:defRPr sz="750"/>
            </a:lvl2pPr>
          </a:lstStyle>
          <a:p>
            <a:pPr lvl="0"/>
            <a:r>
              <a:rPr lang="en-US"/>
              <a:t>Click to edit Master text styles</a:t>
            </a:r>
          </a:p>
        </p:txBody>
      </p:sp>
      <p:sp>
        <p:nvSpPr>
          <p:cNvPr id="24" name="Text Placeholder 5"/>
          <p:cNvSpPr>
            <a:spLocks noGrp="1"/>
          </p:cNvSpPr>
          <p:nvPr>
            <p:ph type="body" sz="quarter" idx="23"/>
          </p:nvPr>
        </p:nvSpPr>
        <p:spPr>
          <a:xfrm>
            <a:off x="609600" y="4876800"/>
            <a:ext cx="21336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900" b="1" kern="1200" baseline="0" dirty="0" smtClean="0">
                <a:solidFill>
                  <a:srgbClr val="FFFFFF"/>
                </a:solidFill>
                <a:latin typeface="+mn-lt"/>
                <a:ea typeface="+mn-ea"/>
                <a:cs typeface="+mn-cs"/>
              </a:defRPr>
            </a:lvl1pPr>
            <a:lvl2pPr marL="88106" indent="0">
              <a:buFontTx/>
              <a:buNone/>
              <a:defRPr sz="750"/>
            </a:lvl2pPr>
          </a:lstStyle>
          <a:p>
            <a:pPr lvl="0"/>
            <a:r>
              <a:rPr lang="en-US"/>
              <a:t>Click to edit Master text styles</a:t>
            </a:r>
          </a:p>
        </p:txBody>
      </p:sp>
      <p:sp>
        <p:nvSpPr>
          <p:cNvPr id="25" name="Text Placeholder 5"/>
          <p:cNvSpPr>
            <a:spLocks noGrp="1"/>
          </p:cNvSpPr>
          <p:nvPr>
            <p:ph type="body" sz="quarter" idx="24"/>
          </p:nvPr>
        </p:nvSpPr>
        <p:spPr>
          <a:xfrm>
            <a:off x="609600" y="3238500"/>
            <a:ext cx="21336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900" b="1" kern="1200" baseline="0" dirty="0" smtClean="0">
                <a:solidFill>
                  <a:srgbClr val="FFFFFF"/>
                </a:solidFill>
                <a:latin typeface="+mn-lt"/>
                <a:ea typeface="+mn-ea"/>
                <a:cs typeface="+mn-cs"/>
              </a:defRPr>
            </a:lvl1pPr>
            <a:lvl2pPr marL="88106" indent="0">
              <a:buFontTx/>
              <a:buNone/>
              <a:defRPr sz="750"/>
            </a:lvl2pPr>
          </a:lstStyle>
          <a:p>
            <a:pPr lvl="0"/>
            <a:r>
              <a:rPr lang="en-US"/>
              <a:t>Click to edit Master text styles</a:t>
            </a:r>
          </a:p>
        </p:txBody>
      </p:sp>
      <p:sp>
        <p:nvSpPr>
          <p:cNvPr id="12" name="Text Placeholder 5"/>
          <p:cNvSpPr>
            <a:spLocks noGrp="1"/>
          </p:cNvSpPr>
          <p:nvPr>
            <p:ph type="body" sz="quarter" idx="30"/>
          </p:nvPr>
        </p:nvSpPr>
        <p:spPr>
          <a:xfrm>
            <a:off x="2922016" y="1600200"/>
            <a:ext cx="6486144"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1"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922016" y="3238500"/>
            <a:ext cx="6486144"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6" name="Text Placeholder 5"/>
          <p:cNvSpPr>
            <a:spLocks noGrp="1"/>
          </p:cNvSpPr>
          <p:nvPr>
            <p:ph type="body" sz="quarter" idx="32"/>
          </p:nvPr>
        </p:nvSpPr>
        <p:spPr>
          <a:xfrm>
            <a:off x="2922016" y="4876800"/>
            <a:ext cx="6486144"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0" name="Slide Number Placeholder 9"/>
          <p:cNvSpPr>
            <a:spLocks noGrp="1"/>
          </p:cNvSpPr>
          <p:nvPr>
            <p:ph type="sldNum" sz="quarter" idx="33"/>
          </p:nvPr>
        </p:nvSpPr>
        <p:spPr/>
        <p:txBody>
          <a:bodyPr/>
          <a:lstStyle>
            <a:lvl1pPr>
              <a:defRPr/>
            </a:lvl1pPr>
          </a:lstStyle>
          <a:p>
            <a:fld id="{00398512-78EB-D84B-88E3-8EFD360D49EF}" type="slidenum">
              <a:rPr lang="en-US" altLang="en-US"/>
              <a:pPr/>
              <a:t>‹#›</a:t>
            </a:fld>
            <a:endParaRPr lang="en-US" altLang="en-US"/>
          </a:p>
        </p:txBody>
      </p:sp>
      <p:sp>
        <p:nvSpPr>
          <p:cNvPr id="13" name="Footer Placeholder 12"/>
          <p:cNvSpPr>
            <a:spLocks noGrp="1"/>
          </p:cNvSpPr>
          <p:nvPr>
            <p:ph type="ftr" sz="quarter" idx="34"/>
          </p:nvPr>
        </p:nvSpPr>
        <p:spPr/>
        <p:txBody>
          <a:bodyPr/>
          <a:lstStyle>
            <a:lvl1pPr>
              <a:defRPr/>
            </a:lvl1pPr>
          </a:lstStyle>
          <a:p>
            <a:pPr>
              <a:defRPr/>
            </a:pPr>
            <a:r>
              <a:rPr lang="en-US"/>
              <a:t>Residual Income</a:t>
            </a:r>
          </a:p>
        </p:txBody>
      </p:sp>
    </p:spTree>
    <p:extLst>
      <p:ext uri="{BB962C8B-B14F-4D97-AF65-F5344CB8AC3E}">
        <p14:creationId xmlns:p14="http://schemas.microsoft.com/office/powerpoint/2010/main" val="120726183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 blocks - Two palettes moving forward">
    <p:spTree>
      <p:nvGrpSpPr>
        <p:cNvPr id="1" name=""/>
        <p:cNvGrpSpPr/>
        <p:nvPr/>
      </p:nvGrpSpPr>
      <p:grpSpPr>
        <a:xfrm>
          <a:off x="0" y="0"/>
          <a:ext cx="0" cy="0"/>
          <a:chOff x="0" y="0"/>
          <a:chExt cx="0" cy="0"/>
        </a:xfrm>
      </p:grpSpPr>
      <p:sp>
        <p:nvSpPr>
          <p:cNvPr id="7" name="AutoShape 3"/>
          <p:cNvSpPr>
            <a:spLocks noChangeArrowheads="1"/>
          </p:cNvSpPr>
          <p:nvPr userDrawn="1"/>
        </p:nvSpPr>
        <p:spPr bwMode="auto">
          <a:xfrm>
            <a:off x="912284" y="2635250"/>
            <a:ext cx="10369549" cy="1587500"/>
          </a:xfrm>
          <a:prstGeom prst="homePlate">
            <a:avLst>
              <a:gd name="adj" fmla="val 32592"/>
            </a:avLst>
          </a:prstGeom>
          <a:gradFill rotWithShape="1">
            <a:gsLst>
              <a:gs pos="0">
                <a:srgbClr val="9E9E9E"/>
              </a:gs>
              <a:gs pos="50000">
                <a:srgbClr val="C4C4C4"/>
              </a:gs>
              <a:gs pos="100000">
                <a:srgbClr val="E3E3E3"/>
              </a:gs>
            </a:gsLst>
            <a:lin ang="10800000" scaled="1"/>
          </a:gradFill>
          <a:ln>
            <a:noFill/>
          </a:ln>
          <a:extLst>
            <a:ext uri="{91240B29-F687-4F45-9708-019B960494DF}">
              <a14:hiddenLine xmlns:a14="http://schemas.microsoft.com/office/drawing/2010/main" w="6350">
                <a:solidFill>
                  <a:srgbClr val="000000"/>
                </a:solidFill>
                <a:miter lim="800000"/>
                <a:headEnd/>
                <a:tailEnd/>
              </a14:hiddenLine>
            </a:ext>
          </a:extLst>
        </p:spPr>
        <p:txBody>
          <a:bodyPr tIns="68580" bIns="6858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eaLnBrk="1" hangingPunct="1"/>
            <a:endParaRPr lang="en-US" altLang="en-US" sz="1350">
              <a:latin typeface="Arial" charset="0"/>
            </a:endParaRPr>
          </a:p>
        </p:txBody>
      </p:sp>
      <p:sp>
        <p:nvSpPr>
          <p:cNvPr id="18" name="Text Placeholder 17"/>
          <p:cNvSpPr>
            <a:spLocks noGrp="1"/>
          </p:cNvSpPr>
          <p:nvPr>
            <p:ph type="body" sz="quarter" idx="21"/>
          </p:nvPr>
        </p:nvSpPr>
        <p:spPr>
          <a:xfrm>
            <a:off x="1402080" y="1417320"/>
            <a:ext cx="4389120"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6096000" y="1417320"/>
            <a:ext cx="4389120"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4" name="Content Placeholder 10"/>
          <p:cNvSpPr>
            <a:spLocks noGrp="1"/>
          </p:cNvSpPr>
          <p:nvPr>
            <p:ph sz="quarter" idx="20"/>
          </p:nvPr>
        </p:nvSpPr>
        <p:spPr>
          <a:xfrm>
            <a:off x="1402080" y="1874520"/>
            <a:ext cx="4389120" cy="36576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10"/>
          <p:cNvSpPr>
            <a:spLocks noGrp="1"/>
          </p:cNvSpPr>
          <p:nvPr>
            <p:ph sz="quarter" idx="24"/>
          </p:nvPr>
        </p:nvSpPr>
        <p:spPr>
          <a:xfrm>
            <a:off x="6096000" y="1874520"/>
            <a:ext cx="4389120" cy="36576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p:cNvSpPr>
            <a:spLocks noGrp="1"/>
          </p:cNvSpPr>
          <p:nvPr>
            <p:ph type="sldNum" sz="quarter" idx="25"/>
          </p:nvPr>
        </p:nvSpPr>
        <p:spPr/>
        <p:txBody>
          <a:bodyPr/>
          <a:lstStyle>
            <a:lvl1pPr>
              <a:defRPr/>
            </a:lvl1pPr>
          </a:lstStyle>
          <a:p>
            <a:fld id="{6CB47071-B393-DC4F-9921-408D035EE572}" type="slidenum">
              <a:rPr lang="en-US" altLang="en-US"/>
              <a:pPr/>
              <a:t>‹#›</a:t>
            </a:fld>
            <a:endParaRPr lang="en-US" altLang="en-US"/>
          </a:p>
        </p:txBody>
      </p:sp>
      <p:sp>
        <p:nvSpPr>
          <p:cNvPr id="9" name="Footer Placeholder 8"/>
          <p:cNvSpPr>
            <a:spLocks noGrp="1"/>
          </p:cNvSpPr>
          <p:nvPr>
            <p:ph type="ftr" sz="quarter" idx="26"/>
          </p:nvPr>
        </p:nvSpPr>
        <p:spPr/>
        <p:txBody>
          <a:bodyPr/>
          <a:lstStyle>
            <a:lvl1pPr>
              <a:defRPr smtClean="0"/>
            </a:lvl1pPr>
          </a:lstStyle>
          <a:p>
            <a:pPr>
              <a:defRPr/>
            </a:pPr>
            <a:r>
              <a:rPr lang="en-US"/>
              <a:t>Residual Income</a:t>
            </a:r>
          </a:p>
        </p:txBody>
      </p:sp>
    </p:spTree>
    <p:extLst>
      <p:ext uri="{BB962C8B-B14F-4D97-AF65-F5344CB8AC3E}">
        <p14:creationId xmlns:p14="http://schemas.microsoft.com/office/powerpoint/2010/main" val="395635557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flict">
    <p:spTree>
      <p:nvGrpSpPr>
        <p:cNvPr id="1" name=""/>
        <p:cNvGrpSpPr/>
        <p:nvPr/>
      </p:nvGrpSpPr>
      <p:grpSpPr>
        <a:xfrm>
          <a:off x="0" y="0"/>
          <a:ext cx="0" cy="0"/>
          <a:chOff x="0" y="0"/>
          <a:chExt cx="0" cy="0"/>
        </a:xfrm>
      </p:grpSpPr>
      <p:sp>
        <p:nvSpPr>
          <p:cNvPr id="7" name="Freeform 7"/>
          <p:cNvSpPr>
            <a:spLocks/>
          </p:cNvSpPr>
          <p:nvPr userDrawn="1"/>
        </p:nvSpPr>
        <p:spPr bwMode="auto">
          <a:xfrm>
            <a:off x="5846233" y="3341688"/>
            <a:ext cx="501651" cy="1403350"/>
          </a:xfrm>
          <a:custGeom>
            <a:avLst/>
            <a:gdLst>
              <a:gd name="T0" fmla="*/ 2147483647 w 176"/>
              <a:gd name="T1" fmla="*/ 0 h 608"/>
              <a:gd name="T2" fmla="*/ 0 w 176"/>
              <a:gd name="T3" fmla="*/ 2147483647 h 608"/>
              <a:gd name="T4" fmla="*/ 2147483647 w 176"/>
              <a:gd name="T5" fmla="*/ 2147483647 h 608"/>
              <a:gd name="T6" fmla="*/ 0 w 176"/>
              <a:gd name="T7" fmla="*/ 2147483647 h 608"/>
              <a:gd name="T8" fmla="*/ 2147483647 w 176"/>
              <a:gd name="T9" fmla="*/ 2147483647 h 608"/>
              <a:gd name="T10" fmla="*/ 2147483647 w 176"/>
              <a:gd name="T11" fmla="*/ 2147483647 h 608"/>
              <a:gd name="T12" fmla="*/ 0 w 176"/>
              <a:gd name="T13" fmla="*/ 2147483647 h 608"/>
              <a:gd name="T14" fmla="*/ 0 w 176"/>
              <a:gd name="T15" fmla="*/ 2147483647 h 608"/>
              <a:gd name="T16" fmla="*/ 2147483647 w 176"/>
              <a:gd name="T17" fmla="*/ 2147483647 h 608"/>
              <a:gd name="T18" fmla="*/ 2147483647 w 176"/>
              <a:gd name="T19" fmla="*/ 2147483647 h 608"/>
              <a:gd name="T20" fmla="*/ 2147483647 w 176"/>
              <a:gd name="T21" fmla="*/ 2147483647 h 608"/>
              <a:gd name="T22" fmla="*/ 2147483647 w 176"/>
              <a:gd name="T23" fmla="*/ 2147483647 h 608"/>
              <a:gd name="T24" fmla="*/ 2147483647 w 176"/>
              <a:gd name="T25" fmla="*/ 2147483647 h 608"/>
              <a:gd name="T26" fmla="*/ 2147483647 w 176"/>
              <a:gd name="T27" fmla="*/ 2147483647 h 608"/>
              <a:gd name="T28" fmla="*/ 2147483647 w 176"/>
              <a:gd name="T29" fmla="*/ 0 h 608"/>
              <a:gd name="T30" fmla="*/ 2147483647 w 176"/>
              <a:gd name="T31" fmla="*/ 0 h 60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76" h="608">
                <a:moveTo>
                  <a:pt x="72" y="0"/>
                </a:moveTo>
                <a:lnTo>
                  <a:pt x="0" y="232"/>
                </a:lnTo>
                <a:lnTo>
                  <a:pt x="48" y="232"/>
                </a:lnTo>
                <a:lnTo>
                  <a:pt x="0" y="376"/>
                </a:lnTo>
                <a:lnTo>
                  <a:pt x="72" y="376"/>
                </a:lnTo>
                <a:lnTo>
                  <a:pt x="32" y="504"/>
                </a:lnTo>
                <a:lnTo>
                  <a:pt x="0" y="504"/>
                </a:lnTo>
                <a:lnTo>
                  <a:pt x="0" y="608"/>
                </a:lnTo>
                <a:lnTo>
                  <a:pt x="96" y="496"/>
                </a:lnTo>
                <a:lnTo>
                  <a:pt x="48" y="504"/>
                </a:lnTo>
                <a:lnTo>
                  <a:pt x="144" y="336"/>
                </a:lnTo>
                <a:lnTo>
                  <a:pt x="72" y="336"/>
                </a:lnTo>
                <a:lnTo>
                  <a:pt x="144" y="192"/>
                </a:lnTo>
                <a:lnTo>
                  <a:pt x="88" y="192"/>
                </a:lnTo>
                <a:lnTo>
                  <a:pt x="176" y="0"/>
                </a:lnTo>
                <a:lnTo>
                  <a:pt x="72" y="0"/>
                </a:lnTo>
                <a:close/>
              </a:path>
            </a:pathLst>
          </a:custGeom>
          <a:solidFill>
            <a:srgbClr val="B01C2E"/>
          </a:solidFill>
          <a:ln w="6350" cap="flat" cmpd="sng">
            <a:solidFill>
              <a:srgbClr val="B01C2E"/>
            </a:solidFill>
            <a:prstDash val="solid"/>
            <a:round/>
            <a:headEnd/>
            <a:tailEnd/>
          </a:ln>
        </p:spPr>
        <p:txBody>
          <a:bodyPr lIns="54000" tIns="54000" rIns="54000" bIns="54000" anchor="ctr"/>
          <a:lstStyle/>
          <a:p>
            <a:endParaRPr lang="en-US" sz="1350"/>
          </a:p>
        </p:txBody>
      </p:sp>
      <p:sp>
        <p:nvSpPr>
          <p:cNvPr id="18" name="Text Placeholder 17"/>
          <p:cNvSpPr>
            <a:spLocks noGrp="1"/>
          </p:cNvSpPr>
          <p:nvPr>
            <p:ph type="body" sz="quarter" idx="21"/>
          </p:nvPr>
        </p:nvSpPr>
        <p:spPr>
          <a:xfrm>
            <a:off x="1113536" y="1417320"/>
            <a:ext cx="4047744" cy="457200"/>
          </a:xfrm>
          <a:prstGeom prst="rect">
            <a:avLst/>
          </a:prstGeom>
          <a:solidFill>
            <a:srgbClr val="B01C2E"/>
          </a:solidFill>
          <a:ln>
            <a:solidFill>
              <a:srgbClr val="C0C0C0"/>
            </a:solidFill>
          </a:ln>
        </p:spPr>
        <p:txBody>
          <a:bodyPr anchor="ctr"/>
          <a:lstStyle>
            <a:lvl1pPr algn="ctr">
              <a:buNone/>
              <a:defRPr sz="900" b="1" baseline="0">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7022169" y="1417320"/>
            <a:ext cx="4072128"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9"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1" name="Content Placeholder 10"/>
          <p:cNvSpPr>
            <a:spLocks noGrp="1"/>
          </p:cNvSpPr>
          <p:nvPr>
            <p:ph sz="quarter" idx="20"/>
          </p:nvPr>
        </p:nvSpPr>
        <p:spPr>
          <a:xfrm>
            <a:off x="1113536" y="1874520"/>
            <a:ext cx="4389120" cy="4343400"/>
          </a:xfrm>
          <a:prstGeom prst="homePlate">
            <a:avLst>
              <a:gd name="adj" fmla="val 7684"/>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24"/>
          </p:nvPr>
        </p:nvSpPr>
        <p:spPr>
          <a:xfrm flipH="1">
            <a:off x="6705177" y="1874520"/>
            <a:ext cx="4389120" cy="4343400"/>
          </a:xfrm>
          <a:prstGeom prst="homePlate">
            <a:avLst>
              <a:gd name="adj" fmla="val 7343"/>
            </a:avLst>
          </a:prstGeom>
          <a:solidFill>
            <a:srgbClr val="FFFFFF"/>
          </a:solidFill>
          <a:ln>
            <a:solidFill>
              <a:srgbClr val="C0C0C0"/>
            </a:solidFill>
          </a:ln>
        </p:spPr>
        <p:txBody>
          <a:bodyPr lIns="2286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p:cNvSpPr>
            <a:spLocks noGrp="1"/>
          </p:cNvSpPr>
          <p:nvPr>
            <p:ph type="sldNum" sz="quarter" idx="25"/>
          </p:nvPr>
        </p:nvSpPr>
        <p:spPr/>
        <p:txBody>
          <a:bodyPr/>
          <a:lstStyle>
            <a:lvl1pPr>
              <a:defRPr/>
            </a:lvl1pPr>
          </a:lstStyle>
          <a:p>
            <a:fld id="{6C637242-61C1-4C47-AFEF-079B86936FE6}" type="slidenum">
              <a:rPr lang="en-US" altLang="en-US"/>
              <a:pPr/>
              <a:t>‹#›</a:t>
            </a:fld>
            <a:endParaRPr lang="en-US" altLang="en-US"/>
          </a:p>
        </p:txBody>
      </p:sp>
      <p:sp>
        <p:nvSpPr>
          <p:cNvPr id="10" name="Footer Placeholder 12"/>
          <p:cNvSpPr>
            <a:spLocks noGrp="1"/>
          </p:cNvSpPr>
          <p:nvPr>
            <p:ph type="ftr" sz="quarter" idx="26"/>
          </p:nvPr>
        </p:nvSpPr>
        <p:spPr/>
        <p:txBody>
          <a:bodyPr/>
          <a:lstStyle>
            <a:lvl1pPr>
              <a:defRPr smtClean="0"/>
            </a:lvl1pPr>
          </a:lstStyle>
          <a:p>
            <a:pPr>
              <a:defRPr/>
            </a:pPr>
            <a:r>
              <a:rPr lang="en-US"/>
              <a:t>Residual Income</a:t>
            </a:r>
          </a:p>
        </p:txBody>
      </p:sp>
    </p:spTree>
    <p:extLst>
      <p:ext uri="{BB962C8B-B14F-4D97-AF65-F5344CB8AC3E}">
        <p14:creationId xmlns:p14="http://schemas.microsoft.com/office/powerpoint/2010/main" val="137865793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sequences List">
    <p:spTree>
      <p:nvGrpSpPr>
        <p:cNvPr id="1" name=""/>
        <p:cNvGrpSpPr/>
        <p:nvPr/>
      </p:nvGrpSpPr>
      <p:grpSpPr>
        <a:xfrm>
          <a:off x="0" y="0"/>
          <a:ext cx="0" cy="0"/>
          <a:chOff x="0" y="0"/>
          <a:chExt cx="0" cy="0"/>
        </a:xfrm>
      </p:grpSpPr>
      <p:sp>
        <p:nvSpPr>
          <p:cNvPr id="20" name="Content Placeholder 10"/>
          <p:cNvSpPr>
            <a:spLocks noGrp="1"/>
          </p:cNvSpPr>
          <p:nvPr>
            <p:ph sz="quarter" idx="35"/>
          </p:nvPr>
        </p:nvSpPr>
        <p:spPr>
          <a:xfrm>
            <a:off x="8242300" y="1577977"/>
            <a:ext cx="3316224" cy="3931920"/>
          </a:xfrm>
          <a:prstGeom prst="rect">
            <a:avLst/>
          </a:prstGeom>
          <a:solidFill>
            <a:srgbClr val="FFFFFF"/>
          </a:solidFill>
          <a:ln>
            <a:solidFill>
              <a:srgbClr val="C0C0C0"/>
            </a:solidFill>
          </a:ln>
        </p:spPr>
        <p:txBody>
          <a:bodyPr lIns="457200" rIns="9144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Content Placeholder 10"/>
          <p:cNvSpPr>
            <a:spLocks noGrp="1"/>
          </p:cNvSpPr>
          <p:nvPr>
            <p:ph sz="quarter" idx="20"/>
          </p:nvPr>
        </p:nvSpPr>
        <p:spPr>
          <a:xfrm>
            <a:off x="646176" y="1577977"/>
            <a:ext cx="3316224" cy="3931920"/>
          </a:xfrm>
          <a:prstGeom prst="rect">
            <a:avLst/>
          </a:prstGeom>
          <a:solidFill>
            <a:srgbClr val="FFFFFF"/>
          </a:solidFill>
          <a:ln>
            <a:solidFill>
              <a:srgbClr val="C0C0C0"/>
            </a:solidFill>
          </a:ln>
        </p:spPr>
        <p:txBody>
          <a:bodyPr rIns="4572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23"/>
          <p:cNvSpPr>
            <a:spLocks noGrp="1"/>
          </p:cNvSpPr>
          <p:nvPr>
            <p:ph type="body" sz="quarter" idx="10"/>
          </p:nvPr>
        </p:nvSpPr>
        <p:spPr>
          <a:xfrm>
            <a:off x="3556000" y="1828800"/>
            <a:ext cx="524256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1" name="Text Placeholder 23"/>
          <p:cNvSpPr>
            <a:spLocks noGrp="1"/>
          </p:cNvSpPr>
          <p:nvPr>
            <p:ph type="body" sz="quarter" idx="21"/>
          </p:nvPr>
        </p:nvSpPr>
        <p:spPr>
          <a:xfrm>
            <a:off x="3556000" y="2423160"/>
            <a:ext cx="524256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2" name="Text Placeholder 23"/>
          <p:cNvSpPr>
            <a:spLocks noGrp="1"/>
          </p:cNvSpPr>
          <p:nvPr>
            <p:ph type="body" sz="quarter" idx="22"/>
          </p:nvPr>
        </p:nvSpPr>
        <p:spPr>
          <a:xfrm>
            <a:off x="3556000" y="3017520"/>
            <a:ext cx="524256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3" name="Text Placeholder 23"/>
          <p:cNvSpPr>
            <a:spLocks noGrp="1"/>
          </p:cNvSpPr>
          <p:nvPr>
            <p:ph type="body" sz="quarter" idx="23"/>
          </p:nvPr>
        </p:nvSpPr>
        <p:spPr>
          <a:xfrm>
            <a:off x="3556000" y="3611880"/>
            <a:ext cx="524256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4" name="Text Placeholder 23"/>
          <p:cNvSpPr>
            <a:spLocks noGrp="1"/>
          </p:cNvSpPr>
          <p:nvPr>
            <p:ph type="body" sz="quarter" idx="24"/>
          </p:nvPr>
        </p:nvSpPr>
        <p:spPr>
          <a:xfrm>
            <a:off x="3556000" y="4206240"/>
            <a:ext cx="524256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5" name="Text Placeholder 23"/>
          <p:cNvSpPr>
            <a:spLocks noGrp="1"/>
          </p:cNvSpPr>
          <p:nvPr>
            <p:ph type="body" sz="quarter" idx="25"/>
          </p:nvPr>
        </p:nvSpPr>
        <p:spPr>
          <a:xfrm>
            <a:off x="3556000" y="4800600"/>
            <a:ext cx="524256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6" name="Text Placeholder 22"/>
          <p:cNvSpPr>
            <a:spLocks noGrp="1"/>
          </p:cNvSpPr>
          <p:nvPr>
            <p:ph type="body" sz="quarter" idx="29"/>
          </p:nvPr>
        </p:nvSpPr>
        <p:spPr>
          <a:xfrm>
            <a:off x="3352800" y="1981200"/>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7" name="Text Placeholder 22"/>
          <p:cNvSpPr>
            <a:spLocks noGrp="1"/>
          </p:cNvSpPr>
          <p:nvPr>
            <p:ph type="body" sz="quarter" idx="30"/>
          </p:nvPr>
        </p:nvSpPr>
        <p:spPr>
          <a:xfrm>
            <a:off x="3352800" y="2570074"/>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8" name="Text Placeholder 22"/>
          <p:cNvSpPr>
            <a:spLocks noGrp="1"/>
          </p:cNvSpPr>
          <p:nvPr>
            <p:ph type="body" sz="quarter" idx="31"/>
          </p:nvPr>
        </p:nvSpPr>
        <p:spPr>
          <a:xfrm>
            <a:off x="3352800" y="3158948"/>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9" name="Text Placeholder 22"/>
          <p:cNvSpPr>
            <a:spLocks noGrp="1"/>
          </p:cNvSpPr>
          <p:nvPr>
            <p:ph type="body" sz="quarter" idx="32"/>
          </p:nvPr>
        </p:nvSpPr>
        <p:spPr>
          <a:xfrm>
            <a:off x="3352800" y="3747822"/>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40" name="Text Placeholder 22"/>
          <p:cNvSpPr>
            <a:spLocks noGrp="1"/>
          </p:cNvSpPr>
          <p:nvPr>
            <p:ph type="body" sz="quarter" idx="33"/>
          </p:nvPr>
        </p:nvSpPr>
        <p:spPr>
          <a:xfrm>
            <a:off x="3352800" y="4336696"/>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41" name="Text Placeholder 22"/>
          <p:cNvSpPr>
            <a:spLocks noGrp="1"/>
          </p:cNvSpPr>
          <p:nvPr>
            <p:ph type="body" sz="quarter" idx="34"/>
          </p:nvPr>
        </p:nvSpPr>
        <p:spPr>
          <a:xfrm>
            <a:off x="3352800" y="4925568"/>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18"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Slide Number Placeholder 9"/>
          <p:cNvSpPr>
            <a:spLocks noGrp="1"/>
          </p:cNvSpPr>
          <p:nvPr>
            <p:ph type="sldNum" sz="quarter" idx="36"/>
          </p:nvPr>
        </p:nvSpPr>
        <p:spPr/>
        <p:txBody>
          <a:bodyPr/>
          <a:lstStyle>
            <a:lvl1pPr>
              <a:defRPr/>
            </a:lvl1pPr>
          </a:lstStyle>
          <a:p>
            <a:fld id="{6F716D94-026E-1240-A247-91A0127FD885}" type="slidenum">
              <a:rPr lang="en-US" altLang="en-US"/>
              <a:pPr/>
              <a:t>‹#›</a:t>
            </a:fld>
            <a:endParaRPr lang="en-US" altLang="en-US"/>
          </a:p>
        </p:txBody>
      </p:sp>
      <p:sp>
        <p:nvSpPr>
          <p:cNvPr id="21" name="Footer Placeholder 12"/>
          <p:cNvSpPr>
            <a:spLocks noGrp="1"/>
          </p:cNvSpPr>
          <p:nvPr>
            <p:ph type="ftr" sz="quarter" idx="37"/>
          </p:nvPr>
        </p:nvSpPr>
        <p:spPr/>
        <p:txBody>
          <a:bodyPr/>
          <a:lstStyle>
            <a:lvl1pPr>
              <a:defRPr/>
            </a:lvl1pPr>
          </a:lstStyle>
          <a:p>
            <a:pPr>
              <a:defRPr/>
            </a:pPr>
            <a:r>
              <a:rPr lang="en-US"/>
              <a:t>Residual Income</a:t>
            </a:r>
          </a:p>
        </p:txBody>
      </p:sp>
    </p:spTree>
    <p:extLst>
      <p:ext uri="{BB962C8B-B14F-4D97-AF65-F5344CB8AC3E}">
        <p14:creationId xmlns:p14="http://schemas.microsoft.com/office/powerpoint/2010/main" val="330847830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Blocks - Horizontal chevrons with text">
    <p:spTree>
      <p:nvGrpSpPr>
        <p:cNvPr id="1" name=""/>
        <p:cNvGrpSpPr/>
        <p:nvPr/>
      </p:nvGrpSpPr>
      <p:grpSpPr>
        <a:xfrm>
          <a:off x="0" y="0"/>
          <a:ext cx="0" cy="0"/>
          <a:chOff x="0" y="0"/>
          <a:chExt cx="0" cy="0"/>
        </a:xfrm>
      </p:grpSpPr>
      <p:sp>
        <p:nvSpPr>
          <p:cNvPr id="10" name="Text Placeholder 19"/>
          <p:cNvSpPr>
            <a:spLocks noGrp="1"/>
          </p:cNvSpPr>
          <p:nvPr>
            <p:ph type="body" sz="quarter" idx="10"/>
          </p:nvPr>
        </p:nvSpPr>
        <p:spPr>
          <a:xfrm>
            <a:off x="528320" y="1600200"/>
            <a:ext cx="2438400" cy="1051560"/>
          </a:xfrm>
          <a:prstGeom prst="homePlate">
            <a:avLst>
              <a:gd name="adj" fmla="val 24892"/>
            </a:avLst>
          </a:prstGeom>
          <a:solidFill>
            <a:srgbClr val="B01C2E"/>
          </a:solidFill>
          <a:ln>
            <a:solidFill>
              <a:srgbClr val="B01C2E"/>
            </a:solidFill>
          </a:ln>
        </p:spPr>
        <p:txBody>
          <a:bodyPr anchor="ctr"/>
          <a:lstStyle>
            <a:lvl1pPr marL="0" indent="0">
              <a:buNone/>
              <a:defRPr sz="900" b="1">
                <a:solidFill>
                  <a:srgbClr val="FFFFFF"/>
                </a:solidFill>
              </a:defRPr>
            </a:lvl1pPr>
          </a:lstStyle>
          <a:p>
            <a:pPr lvl="0"/>
            <a:r>
              <a:rPr lang="en-US"/>
              <a:t>Click to edit Master text styles</a:t>
            </a:r>
          </a:p>
        </p:txBody>
      </p:sp>
      <p:sp>
        <p:nvSpPr>
          <p:cNvPr id="11" name="Text Placeholder 19"/>
          <p:cNvSpPr>
            <a:spLocks noGrp="1"/>
          </p:cNvSpPr>
          <p:nvPr>
            <p:ph type="body" sz="quarter" idx="29"/>
          </p:nvPr>
        </p:nvSpPr>
        <p:spPr>
          <a:xfrm>
            <a:off x="3495040" y="1600200"/>
            <a:ext cx="816864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0"/>
          </p:nvPr>
        </p:nvSpPr>
        <p:spPr>
          <a:xfrm>
            <a:off x="528320" y="2748280"/>
            <a:ext cx="24384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18" name="Text Placeholder 19"/>
          <p:cNvSpPr>
            <a:spLocks noGrp="1"/>
          </p:cNvSpPr>
          <p:nvPr>
            <p:ph type="body" sz="quarter" idx="31"/>
          </p:nvPr>
        </p:nvSpPr>
        <p:spPr>
          <a:xfrm>
            <a:off x="3495040" y="2748280"/>
            <a:ext cx="816864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528320" y="3896360"/>
            <a:ext cx="24384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0" name="Text Placeholder 19"/>
          <p:cNvSpPr>
            <a:spLocks noGrp="1"/>
          </p:cNvSpPr>
          <p:nvPr>
            <p:ph type="body" sz="quarter" idx="33"/>
          </p:nvPr>
        </p:nvSpPr>
        <p:spPr>
          <a:xfrm>
            <a:off x="3495040" y="3896360"/>
            <a:ext cx="816864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3" name="Text Placeholder 19"/>
          <p:cNvSpPr>
            <a:spLocks noGrp="1"/>
          </p:cNvSpPr>
          <p:nvPr>
            <p:ph type="body" sz="quarter" idx="34"/>
          </p:nvPr>
        </p:nvSpPr>
        <p:spPr>
          <a:xfrm>
            <a:off x="536355" y="5044440"/>
            <a:ext cx="24384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4" name="Text Placeholder 19"/>
          <p:cNvSpPr>
            <a:spLocks noGrp="1"/>
          </p:cNvSpPr>
          <p:nvPr>
            <p:ph type="body" sz="quarter" idx="35"/>
          </p:nvPr>
        </p:nvSpPr>
        <p:spPr>
          <a:xfrm>
            <a:off x="3503075" y="5044440"/>
            <a:ext cx="816864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Slide Number Placeholder 9"/>
          <p:cNvSpPr>
            <a:spLocks noGrp="1"/>
          </p:cNvSpPr>
          <p:nvPr>
            <p:ph type="sldNum" sz="quarter" idx="36"/>
          </p:nvPr>
        </p:nvSpPr>
        <p:spPr/>
        <p:txBody>
          <a:bodyPr/>
          <a:lstStyle>
            <a:lvl1pPr>
              <a:defRPr/>
            </a:lvl1pPr>
          </a:lstStyle>
          <a:p>
            <a:fld id="{DDD5FA0E-3EAB-CB47-B428-C2E5915BFD66}" type="slidenum">
              <a:rPr lang="en-US" altLang="en-US"/>
              <a:pPr/>
              <a:t>‹#›</a:t>
            </a:fld>
            <a:endParaRPr lang="en-US" altLang="en-US"/>
          </a:p>
        </p:txBody>
      </p:sp>
      <p:sp>
        <p:nvSpPr>
          <p:cNvPr id="14" name="Footer Placeholder 12"/>
          <p:cNvSpPr>
            <a:spLocks noGrp="1"/>
          </p:cNvSpPr>
          <p:nvPr>
            <p:ph type="ftr" sz="quarter" idx="37"/>
          </p:nvPr>
        </p:nvSpPr>
        <p:spPr/>
        <p:txBody>
          <a:bodyPr/>
          <a:lstStyle>
            <a:lvl1pPr>
              <a:defRPr/>
            </a:lvl1pPr>
          </a:lstStyle>
          <a:p>
            <a:pPr>
              <a:defRPr/>
            </a:pPr>
            <a:r>
              <a:rPr lang="en-US"/>
              <a:t>Residual Income</a:t>
            </a:r>
          </a:p>
        </p:txBody>
      </p:sp>
    </p:spTree>
    <p:extLst>
      <p:ext uri="{BB962C8B-B14F-4D97-AF65-F5344CB8AC3E}">
        <p14:creationId xmlns:p14="http://schemas.microsoft.com/office/powerpoint/2010/main" val="60069456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Blocks - Vertical chevrons with text">
    <p:spTree>
      <p:nvGrpSpPr>
        <p:cNvPr id="1" name=""/>
        <p:cNvGrpSpPr/>
        <p:nvPr/>
      </p:nvGrpSpPr>
      <p:grpSpPr>
        <a:xfrm>
          <a:off x="0" y="0"/>
          <a:ext cx="0" cy="0"/>
          <a:chOff x="0" y="0"/>
          <a:chExt cx="0" cy="0"/>
        </a:xfrm>
      </p:grpSpPr>
      <p:sp>
        <p:nvSpPr>
          <p:cNvPr id="20" name="Text Placeholder 13"/>
          <p:cNvSpPr>
            <a:spLocks noGrp="1"/>
          </p:cNvSpPr>
          <p:nvPr>
            <p:ph type="body" sz="quarter" idx="17"/>
          </p:nvPr>
        </p:nvSpPr>
        <p:spPr>
          <a:xfrm rot="5400000">
            <a:off x="1187196" y="794005"/>
            <a:ext cx="1271016" cy="2426208"/>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14" name="Text Placeholder 19"/>
          <p:cNvSpPr>
            <a:spLocks noGrp="1"/>
          </p:cNvSpPr>
          <p:nvPr>
            <p:ph type="body" sz="quarter" idx="29"/>
          </p:nvPr>
        </p:nvSpPr>
        <p:spPr>
          <a:xfrm>
            <a:off x="3149600" y="1371600"/>
            <a:ext cx="829056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5" name="Text Placeholder 19"/>
          <p:cNvSpPr>
            <a:spLocks noGrp="1"/>
          </p:cNvSpPr>
          <p:nvPr>
            <p:ph type="body" sz="quarter" idx="30"/>
          </p:nvPr>
        </p:nvSpPr>
        <p:spPr>
          <a:xfrm>
            <a:off x="3149600" y="2474977"/>
            <a:ext cx="829056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31"/>
          </p:nvPr>
        </p:nvSpPr>
        <p:spPr>
          <a:xfrm>
            <a:off x="3149600" y="3578353"/>
            <a:ext cx="829056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2"/>
          </p:nvPr>
        </p:nvSpPr>
        <p:spPr>
          <a:xfrm>
            <a:off x="3149600" y="4681728"/>
            <a:ext cx="829056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1" name="Text Placeholder 13"/>
          <p:cNvSpPr>
            <a:spLocks noGrp="1"/>
          </p:cNvSpPr>
          <p:nvPr>
            <p:ph type="body" sz="quarter" idx="33"/>
          </p:nvPr>
        </p:nvSpPr>
        <p:spPr>
          <a:xfrm rot="5400000">
            <a:off x="1187196" y="1897381"/>
            <a:ext cx="1271016" cy="2426208"/>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22" name="Text Placeholder 13"/>
          <p:cNvSpPr>
            <a:spLocks noGrp="1"/>
          </p:cNvSpPr>
          <p:nvPr>
            <p:ph type="body" sz="quarter" idx="34"/>
          </p:nvPr>
        </p:nvSpPr>
        <p:spPr>
          <a:xfrm rot="5400000">
            <a:off x="1187196" y="3000757"/>
            <a:ext cx="1271016" cy="2426208"/>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23" name="Text Placeholder 13"/>
          <p:cNvSpPr>
            <a:spLocks noGrp="1"/>
          </p:cNvSpPr>
          <p:nvPr>
            <p:ph type="body" sz="quarter" idx="35"/>
          </p:nvPr>
        </p:nvSpPr>
        <p:spPr>
          <a:xfrm rot="5400000">
            <a:off x="1187196" y="4104132"/>
            <a:ext cx="1271016" cy="2426208"/>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11" name="Slide Number Placeholder 9"/>
          <p:cNvSpPr>
            <a:spLocks noGrp="1"/>
          </p:cNvSpPr>
          <p:nvPr>
            <p:ph type="sldNum" sz="quarter" idx="36"/>
          </p:nvPr>
        </p:nvSpPr>
        <p:spPr/>
        <p:txBody>
          <a:bodyPr/>
          <a:lstStyle>
            <a:lvl1pPr>
              <a:defRPr/>
            </a:lvl1pPr>
          </a:lstStyle>
          <a:p>
            <a:fld id="{4835DA82-056E-9542-8819-BE1B86DFF077}" type="slidenum">
              <a:rPr lang="en-US" altLang="en-US"/>
              <a:pPr/>
              <a:t>‹#›</a:t>
            </a:fld>
            <a:endParaRPr lang="en-US" altLang="en-US"/>
          </a:p>
        </p:txBody>
      </p:sp>
      <p:sp>
        <p:nvSpPr>
          <p:cNvPr id="12" name="Footer Placeholder 12"/>
          <p:cNvSpPr>
            <a:spLocks noGrp="1"/>
          </p:cNvSpPr>
          <p:nvPr>
            <p:ph type="ftr" sz="quarter" idx="37"/>
          </p:nvPr>
        </p:nvSpPr>
        <p:spPr/>
        <p:txBody>
          <a:bodyPr/>
          <a:lstStyle>
            <a:lvl1pPr>
              <a:defRPr/>
            </a:lvl1pPr>
          </a:lstStyle>
          <a:p>
            <a:pPr>
              <a:defRPr/>
            </a:pPr>
            <a:r>
              <a:rPr lang="en-US"/>
              <a:t>Residual Income</a:t>
            </a:r>
          </a:p>
        </p:txBody>
      </p:sp>
    </p:spTree>
    <p:extLst>
      <p:ext uri="{BB962C8B-B14F-4D97-AF65-F5344CB8AC3E}">
        <p14:creationId xmlns:p14="http://schemas.microsoft.com/office/powerpoint/2010/main" val="229330330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Matrix">
    <p:spTree>
      <p:nvGrpSpPr>
        <p:cNvPr id="1" name=""/>
        <p:cNvGrpSpPr/>
        <p:nvPr/>
      </p:nvGrpSpPr>
      <p:grpSpPr>
        <a:xfrm>
          <a:off x="0" y="0"/>
          <a:ext cx="0" cy="0"/>
          <a:chOff x="0" y="0"/>
          <a:chExt cx="0" cy="0"/>
        </a:xfrm>
      </p:grpSpPr>
      <p:sp>
        <p:nvSpPr>
          <p:cNvPr id="11" name="AutoShape 8"/>
          <p:cNvSpPr>
            <a:spLocks noChangeArrowheads="1"/>
          </p:cNvSpPr>
          <p:nvPr userDrawn="1"/>
        </p:nvSpPr>
        <p:spPr bwMode="auto">
          <a:xfrm rot="5400000">
            <a:off x="7797801" y="3117850"/>
            <a:ext cx="4406900" cy="18288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2" name="AutoShape 4"/>
          <p:cNvSpPr>
            <a:spLocks noChangeArrowheads="1"/>
          </p:cNvSpPr>
          <p:nvPr userDrawn="1"/>
        </p:nvSpPr>
        <p:spPr bwMode="auto">
          <a:xfrm rot="5400000">
            <a:off x="-277813" y="3122613"/>
            <a:ext cx="4416425" cy="18288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3" name="AutoShape 5"/>
          <p:cNvSpPr>
            <a:spLocks noChangeArrowheads="1"/>
          </p:cNvSpPr>
          <p:nvPr userDrawn="1"/>
        </p:nvSpPr>
        <p:spPr bwMode="auto">
          <a:xfrm rot="5400000">
            <a:off x="1741489" y="3122613"/>
            <a:ext cx="4416425" cy="18288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4" name="AutoShape 6"/>
          <p:cNvSpPr>
            <a:spLocks noChangeArrowheads="1"/>
          </p:cNvSpPr>
          <p:nvPr userDrawn="1"/>
        </p:nvSpPr>
        <p:spPr bwMode="auto">
          <a:xfrm rot="5400000">
            <a:off x="3758673" y="3122613"/>
            <a:ext cx="4416425" cy="18288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5" name="AutoShape 7"/>
          <p:cNvSpPr>
            <a:spLocks noChangeArrowheads="1"/>
          </p:cNvSpPr>
          <p:nvPr userDrawn="1"/>
        </p:nvSpPr>
        <p:spPr bwMode="auto">
          <a:xfrm rot="5400000">
            <a:off x="5777973" y="3122613"/>
            <a:ext cx="4416425" cy="18288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7" name="Text Placeholder 16"/>
          <p:cNvSpPr>
            <a:spLocks noGrp="1"/>
          </p:cNvSpPr>
          <p:nvPr>
            <p:ph type="body" sz="quarter" idx="10"/>
          </p:nvPr>
        </p:nvSpPr>
        <p:spPr>
          <a:xfrm>
            <a:off x="1016000" y="1417320"/>
            <a:ext cx="1828800" cy="457200"/>
          </a:xfrm>
          <a:prstGeom prst="rect">
            <a:avLst/>
          </a:prstGeom>
          <a:solidFill>
            <a:srgbClr val="4D4D4D"/>
          </a:solidFill>
        </p:spPr>
        <p:txBody>
          <a:bodyPr anchor="ctr"/>
          <a:lstStyle>
            <a:lvl1pPr marL="0" indent="0" algn="ctr">
              <a:spcBef>
                <a:spcPts val="0"/>
              </a:spcBef>
              <a:buNone/>
              <a:defRPr sz="900" b="1">
                <a:solidFill>
                  <a:srgbClr val="FFFFFF"/>
                </a:solidFill>
              </a:defRPr>
            </a:lvl1pPr>
          </a:lstStyle>
          <a:p>
            <a:pPr lvl="0"/>
            <a:r>
              <a:rPr lang="en-US"/>
              <a:t>Click to edit Master text styles</a:t>
            </a:r>
          </a:p>
        </p:txBody>
      </p:sp>
      <p:sp>
        <p:nvSpPr>
          <p:cNvPr id="18" name="Text Placeholder 16"/>
          <p:cNvSpPr>
            <a:spLocks noGrp="1"/>
          </p:cNvSpPr>
          <p:nvPr>
            <p:ph type="body" sz="quarter" idx="11"/>
          </p:nvPr>
        </p:nvSpPr>
        <p:spPr>
          <a:xfrm>
            <a:off x="3035300" y="1417320"/>
            <a:ext cx="18288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19" name="Text Placeholder 16"/>
          <p:cNvSpPr>
            <a:spLocks noGrp="1"/>
          </p:cNvSpPr>
          <p:nvPr>
            <p:ph type="body" sz="quarter" idx="12"/>
          </p:nvPr>
        </p:nvSpPr>
        <p:spPr>
          <a:xfrm>
            <a:off x="5052484" y="1417320"/>
            <a:ext cx="18288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0" name="Text Placeholder 16"/>
          <p:cNvSpPr>
            <a:spLocks noGrp="1"/>
          </p:cNvSpPr>
          <p:nvPr>
            <p:ph type="body" sz="quarter" idx="13"/>
          </p:nvPr>
        </p:nvSpPr>
        <p:spPr>
          <a:xfrm>
            <a:off x="7071784" y="1417320"/>
            <a:ext cx="18288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1" name="Text Placeholder 16"/>
          <p:cNvSpPr>
            <a:spLocks noGrp="1"/>
          </p:cNvSpPr>
          <p:nvPr>
            <p:ph type="body" sz="quarter" idx="14"/>
          </p:nvPr>
        </p:nvSpPr>
        <p:spPr>
          <a:xfrm>
            <a:off x="9086851" y="1417320"/>
            <a:ext cx="18288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6" name="Text Placeholder 19"/>
          <p:cNvSpPr>
            <a:spLocks noGrp="1"/>
          </p:cNvSpPr>
          <p:nvPr>
            <p:ph type="body" sz="quarter" idx="15"/>
          </p:nvPr>
        </p:nvSpPr>
        <p:spPr>
          <a:xfrm>
            <a:off x="812800" y="2133601"/>
            <a:ext cx="10521696"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marL="514350">
              <a:buClr>
                <a:srgbClr val="B01C2E"/>
              </a:buClr>
              <a:buFont typeface="Arial" pitchFamily="34" charset="0"/>
              <a:buChar char="–"/>
              <a:defRPr sz="900"/>
            </a:lvl4pPr>
          </a:lstStyle>
          <a:p>
            <a:pPr lvl="0"/>
            <a:r>
              <a:rPr lang="en-US"/>
              <a:t>Click to edit Master text styles</a:t>
            </a:r>
          </a:p>
          <a:p>
            <a:pPr lvl="1"/>
            <a:r>
              <a:rPr lang="en-US"/>
              <a:t>Second level</a:t>
            </a:r>
          </a:p>
          <a:p>
            <a:pPr lvl="2"/>
            <a:r>
              <a:rPr lang="en-US"/>
              <a:t>Third level</a:t>
            </a:r>
          </a:p>
        </p:txBody>
      </p:sp>
      <p:sp>
        <p:nvSpPr>
          <p:cNvPr id="31" name="Text Placeholder 19"/>
          <p:cNvSpPr>
            <a:spLocks noGrp="1"/>
          </p:cNvSpPr>
          <p:nvPr>
            <p:ph type="body" sz="quarter" idx="21"/>
          </p:nvPr>
        </p:nvSpPr>
        <p:spPr>
          <a:xfrm>
            <a:off x="812800" y="3390901"/>
            <a:ext cx="10521696"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a:defRPr lang="en-US" sz="9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22"/>
          </p:nvPr>
        </p:nvSpPr>
        <p:spPr>
          <a:xfrm>
            <a:off x="812800" y="4648200"/>
            <a:ext cx="10521696"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a:defRPr lang="en-US" sz="9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23"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Slide Number Placeholder 9"/>
          <p:cNvSpPr>
            <a:spLocks noGrp="1"/>
          </p:cNvSpPr>
          <p:nvPr>
            <p:ph type="sldNum" sz="quarter" idx="23"/>
          </p:nvPr>
        </p:nvSpPr>
        <p:spPr/>
        <p:txBody>
          <a:bodyPr/>
          <a:lstStyle>
            <a:lvl1pPr>
              <a:defRPr/>
            </a:lvl1pPr>
          </a:lstStyle>
          <a:p>
            <a:fld id="{4755A724-3117-D848-90FF-6F79FEC20653}" type="slidenum">
              <a:rPr lang="en-US" altLang="en-US"/>
              <a:pPr/>
              <a:t>‹#›</a:t>
            </a:fld>
            <a:endParaRPr lang="en-US" altLang="en-US"/>
          </a:p>
        </p:txBody>
      </p:sp>
      <p:sp>
        <p:nvSpPr>
          <p:cNvPr id="22" name="Footer Placeholder 21"/>
          <p:cNvSpPr>
            <a:spLocks noGrp="1"/>
          </p:cNvSpPr>
          <p:nvPr>
            <p:ph type="ftr" sz="quarter" idx="24"/>
          </p:nvPr>
        </p:nvSpPr>
        <p:spPr/>
        <p:txBody>
          <a:bodyPr/>
          <a:lstStyle>
            <a:lvl1pPr>
              <a:defRPr smtClean="0"/>
            </a:lvl1pPr>
          </a:lstStyle>
          <a:p>
            <a:pPr>
              <a:defRPr/>
            </a:pPr>
            <a:r>
              <a:rPr lang="en-US"/>
              <a:t>Residual Income</a:t>
            </a:r>
          </a:p>
        </p:txBody>
      </p:sp>
    </p:spTree>
    <p:extLst>
      <p:ext uri="{BB962C8B-B14F-4D97-AF65-F5344CB8AC3E}">
        <p14:creationId xmlns:p14="http://schemas.microsoft.com/office/powerpoint/2010/main" val="42797565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Blocks - Chevrons resulting From">
    <p:spTree>
      <p:nvGrpSpPr>
        <p:cNvPr id="1" name=""/>
        <p:cNvGrpSpPr/>
        <p:nvPr/>
      </p:nvGrpSpPr>
      <p:grpSpPr>
        <a:xfrm>
          <a:off x="0" y="0"/>
          <a:ext cx="0" cy="0"/>
          <a:chOff x="0" y="0"/>
          <a:chExt cx="0" cy="0"/>
        </a:xfrm>
      </p:grpSpPr>
      <p:sp>
        <p:nvSpPr>
          <p:cNvPr id="21" name="Text Placeholder 12"/>
          <p:cNvSpPr>
            <a:spLocks noGrp="1"/>
          </p:cNvSpPr>
          <p:nvPr>
            <p:ph type="body" sz="quarter" idx="18"/>
          </p:nvPr>
        </p:nvSpPr>
        <p:spPr>
          <a:xfrm>
            <a:off x="4364736" y="1444752"/>
            <a:ext cx="3462528" cy="3968496"/>
          </a:xfrm>
          <a:prstGeom prst="rect">
            <a:avLst/>
          </a:prstGeom>
        </p:spPr>
        <p:txBody>
          <a:bodyPr wrap="square" lIns="640080" rIns="640080" anchor="ctr" anchorCtr="1">
            <a:noAutofit/>
          </a:bodyPr>
          <a:lstStyle>
            <a:lvl1pPr marL="0" indent="0" algn="ctr">
              <a:spcBef>
                <a:spcPts val="0"/>
              </a:spcBef>
              <a:spcAft>
                <a:spcPts val="0"/>
              </a:spcAft>
              <a:buNone/>
              <a:defRPr sz="900" b="1"/>
            </a:lvl1pPr>
          </a:lstStyle>
          <a:p>
            <a:pPr lvl="0"/>
            <a:r>
              <a:rPr lang="en-US"/>
              <a:t>Click to edit Master text styles</a:t>
            </a:r>
          </a:p>
        </p:txBody>
      </p:sp>
      <p:sp>
        <p:nvSpPr>
          <p:cNvPr id="14" name="Text Placeholder 19"/>
          <p:cNvSpPr>
            <a:spLocks noGrp="1"/>
          </p:cNvSpPr>
          <p:nvPr>
            <p:ph type="body" sz="quarter" idx="15"/>
          </p:nvPr>
        </p:nvSpPr>
        <p:spPr>
          <a:xfrm>
            <a:off x="7160768" y="152400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8" name="Text Placeholder 19"/>
          <p:cNvSpPr>
            <a:spLocks noGrp="1"/>
          </p:cNvSpPr>
          <p:nvPr>
            <p:ph type="body" sz="quarter" idx="31"/>
          </p:nvPr>
        </p:nvSpPr>
        <p:spPr>
          <a:xfrm flipH="1">
            <a:off x="812800" y="152400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7160768" y="255016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0" name="Text Placeholder 19"/>
          <p:cNvSpPr>
            <a:spLocks noGrp="1"/>
          </p:cNvSpPr>
          <p:nvPr>
            <p:ph type="body" sz="quarter" idx="33"/>
          </p:nvPr>
        </p:nvSpPr>
        <p:spPr>
          <a:xfrm flipH="1">
            <a:off x="812800" y="255016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8" name="Text Placeholder 19"/>
          <p:cNvSpPr>
            <a:spLocks noGrp="1"/>
          </p:cNvSpPr>
          <p:nvPr>
            <p:ph type="body" sz="quarter" idx="34"/>
          </p:nvPr>
        </p:nvSpPr>
        <p:spPr>
          <a:xfrm>
            <a:off x="7160768" y="357632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35"/>
          </p:nvPr>
        </p:nvSpPr>
        <p:spPr>
          <a:xfrm flipH="1">
            <a:off x="812800" y="357632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3" name="Text Placeholder 19"/>
          <p:cNvSpPr>
            <a:spLocks noGrp="1"/>
          </p:cNvSpPr>
          <p:nvPr>
            <p:ph type="body" sz="quarter" idx="36"/>
          </p:nvPr>
        </p:nvSpPr>
        <p:spPr>
          <a:xfrm>
            <a:off x="7160768" y="460248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4" name="Text Placeholder 19"/>
          <p:cNvSpPr>
            <a:spLocks noGrp="1"/>
          </p:cNvSpPr>
          <p:nvPr>
            <p:ph type="body" sz="quarter" idx="37"/>
          </p:nvPr>
        </p:nvSpPr>
        <p:spPr>
          <a:xfrm flipH="1">
            <a:off x="812800" y="460248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2" name="Slide Number Placeholder 9"/>
          <p:cNvSpPr>
            <a:spLocks noGrp="1"/>
          </p:cNvSpPr>
          <p:nvPr>
            <p:ph type="sldNum" sz="quarter" idx="38"/>
          </p:nvPr>
        </p:nvSpPr>
        <p:spPr/>
        <p:txBody>
          <a:bodyPr/>
          <a:lstStyle>
            <a:lvl1pPr>
              <a:defRPr/>
            </a:lvl1pPr>
          </a:lstStyle>
          <a:p>
            <a:fld id="{BA6B416F-5AE6-D74C-AE38-5D34E63DFA9A}" type="slidenum">
              <a:rPr lang="en-US" altLang="en-US"/>
              <a:pPr/>
              <a:t>‹#›</a:t>
            </a:fld>
            <a:endParaRPr lang="en-US" altLang="en-US"/>
          </a:p>
        </p:txBody>
      </p:sp>
      <p:sp>
        <p:nvSpPr>
          <p:cNvPr id="15" name="Footer Placeholder 12"/>
          <p:cNvSpPr>
            <a:spLocks noGrp="1"/>
          </p:cNvSpPr>
          <p:nvPr>
            <p:ph type="ftr" sz="quarter" idx="39"/>
          </p:nvPr>
        </p:nvSpPr>
        <p:spPr/>
        <p:txBody>
          <a:bodyPr/>
          <a:lstStyle>
            <a:lvl1pPr>
              <a:defRPr/>
            </a:lvl1pPr>
          </a:lstStyle>
          <a:p>
            <a:pPr>
              <a:defRPr/>
            </a:pPr>
            <a:r>
              <a:rPr lang="en-US"/>
              <a:t>Residual Income</a:t>
            </a:r>
          </a:p>
        </p:txBody>
      </p:sp>
    </p:spTree>
    <p:extLst>
      <p:ext uri="{BB962C8B-B14F-4D97-AF65-F5344CB8AC3E}">
        <p14:creationId xmlns:p14="http://schemas.microsoft.com/office/powerpoint/2010/main" val="254908582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Blocks - Chevrons leading to">
    <p:spTree>
      <p:nvGrpSpPr>
        <p:cNvPr id="1" name=""/>
        <p:cNvGrpSpPr/>
        <p:nvPr/>
      </p:nvGrpSpPr>
      <p:grpSpPr>
        <a:xfrm>
          <a:off x="0" y="0"/>
          <a:ext cx="0" cy="0"/>
          <a:chOff x="0" y="0"/>
          <a:chExt cx="0" cy="0"/>
        </a:xfrm>
      </p:grpSpPr>
      <p:sp>
        <p:nvSpPr>
          <p:cNvPr id="19" name="Text Placeholder 12"/>
          <p:cNvSpPr>
            <a:spLocks noGrp="1"/>
          </p:cNvSpPr>
          <p:nvPr>
            <p:ph type="body" sz="quarter" idx="18"/>
          </p:nvPr>
        </p:nvSpPr>
        <p:spPr>
          <a:xfrm>
            <a:off x="8331200" y="1420504"/>
            <a:ext cx="3450336" cy="4800600"/>
          </a:xfrm>
          <a:prstGeom prst="rect">
            <a:avLst/>
          </a:prstGeom>
          <a:no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900" baseline="0"/>
            </a:lvl1pPr>
            <a:lvl2pPr marL="253604" indent="-129779">
              <a:spcBef>
                <a:spcPts val="150"/>
              </a:spcBef>
              <a:buClr>
                <a:srgbClr val="B01C2E"/>
              </a:buClr>
              <a:buFont typeface="Arial" pitchFamily="34" charset="0"/>
              <a:buChar char="•"/>
              <a:tabLst/>
              <a:defRPr sz="900" baseline="0"/>
            </a:lvl2pPr>
            <a:lvl3pPr marL="377190" indent="-129779">
              <a:spcBef>
                <a:spcPts val="150"/>
              </a:spcBef>
              <a:buClr>
                <a:srgbClr val="B01C2E"/>
              </a:buClr>
              <a:buFont typeface="Arial" pitchFamily="34" charset="0"/>
              <a:buChar char="–"/>
              <a:defRPr sz="900" baseline="0"/>
            </a:lvl3pPr>
            <a:lvl4pPr marL="514350" indent="-130302">
              <a:spcBef>
                <a:spcPts val="150"/>
              </a:spcBef>
              <a:buClr>
                <a:srgbClr val="B01C2E"/>
              </a:buClr>
              <a:buFont typeface="Arial" pitchFamily="34" charset="0"/>
              <a:buChar char="–"/>
              <a:tabLst/>
              <a:defRPr sz="900"/>
            </a:lvl4pPr>
            <a:lvl5pPr marL="637794" indent="-130302">
              <a:spcBef>
                <a:spcPts val="150"/>
              </a:spcBef>
              <a:buClr>
                <a:srgbClr val="B01C2E"/>
              </a:buClr>
              <a:buFont typeface="Arial" pitchFamily="34" charset="0"/>
              <a:buChar char="–"/>
              <a:defRPr sz="900"/>
            </a:lvl5pPr>
            <a:lvl6pPr marL="836676">
              <a:buClr>
                <a:srgbClr val="B01C1A"/>
              </a:buClr>
              <a:buFont typeface="Arial" pitchFamily="34" charset="0"/>
              <a:buChar char="–"/>
              <a:defRPr sz="90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9"/>
          <p:cNvSpPr>
            <a:spLocks noGrp="1"/>
          </p:cNvSpPr>
          <p:nvPr>
            <p:ph type="body" sz="quarter" idx="15"/>
          </p:nvPr>
        </p:nvSpPr>
        <p:spPr>
          <a:xfrm>
            <a:off x="670560" y="15544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1" name="Text Placeholder 19"/>
          <p:cNvSpPr>
            <a:spLocks noGrp="1"/>
          </p:cNvSpPr>
          <p:nvPr>
            <p:ph type="body" sz="quarter" idx="21"/>
          </p:nvPr>
        </p:nvSpPr>
        <p:spPr>
          <a:xfrm>
            <a:off x="670560" y="27482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2" name="Text Placeholder 19"/>
          <p:cNvSpPr>
            <a:spLocks noGrp="1"/>
          </p:cNvSpPr>
          <p:nvPr>
            <p:ph type="body" sz="quarter" idx="22"/>
          </p:nvPr>
        </p:nvSpPr>
        <p:spPr>
          <a:xfrm>
            <a:off x="670560" y="39420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23"/>
          </p:nvPr>
        </p:nvSpPr>
        <p:spPr>
          <a:xfrm>
            <a:off x="670560" y="51358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9"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p:cNvSpPr>
            <a:spLocks noGrp="1"/>
          </p:cNvSpPr>
          <p:nvPr>
            <p:ph type="sldNum" sz="quarter" idx="24"/>
          </p:nvPr>
        </p:nvSpPr>
        <p:spPr/>
        <p:txBody>
          <a:bodyPr/>
          <a:lstStyle>
            <a:lvl1pPr>
              <a:defRPr/>
            </a:lvl1pPr>
          </a:lstStyle>
          <a:p>
            <a:fld id="{12EFD6B5-614C-464C-AC16-8E45A0815BB5}" type="slidenum">
              <a:rPr lang="en-US" altLang="en-US"/>
              <a:pPr/>
              <a:t>‹#›</a:t>
            </a:fld>
            <a:endParaRPr lang="en-US" altLang="en-US"/>
          </a:p>
        </p:txBody>
      </p:sp>
      <p:sp>
        <p:nvSpPr>
          <p:cNvPr id="13" name="Footer Placeholder 12"/>
          <p:cNvSpPr>
            <a:spLocks noGrp="1"/>
          </p:cNvSpPr>
          <p:nvPr>
            <p:ph type="ftr" sz="quarter" idx="25"/>
          </p:nvPr>
        </p:nvSpPr>
        <p:spPr/>
        <p:txBody>
          <a:bodyPr/>
          <a:lstStyle>
            <a:lvl1pPr>
              <a:defRPr/>
            </a:lvl1pPr>
          </a:lstStyle>
          <a:p>
            <a:pPr>
              <a:defRPr/>
            </a:pPr>
            <a:r>
              <a:rPr lang="en-US"/>
              <a:t>Residual Income</a:t>
            </a:r>
          </a:p>
        </p:txBody>
      </p:sp>
    </p:spTree>
    <p:extLst>
      <p:ext uri="{BB962C8B-B14F-4D97-AF65-F5344CB8AC3E}">
        <p14:creationId xmlns:p14="http://schemas.microsoft.com/office/powerpoint/2010/main" val="378428211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Phases and threads with arrows">
    <p:spTree>
      <p:nvGrpSpPr>
        <p:cNvPr id="1" name=""/>
        <p:cNvGrpSpPr/>
        <p:nvPr/>
      </p:nvGrpSpPr>
      <p:grpSpPr>
        <a:xfrm>
          <a:off x="0" y="0"/>
          <a:ext cx="0" cy="0"/>
          <a:chOff x="0" y="0"/>
          <a:chExt cx="0" cy="0"/>
        </a:xfrm>
      </p:grpSpPr>
      <p:sp>
        <p:nvSpPr>
          <p:cNvPr id="32" name="Text Placeholder 19"/>
          <p:cNvSpPr>
            <a:spLocks noGrp="1"/>
          </p:cNvSpPr>
          <p:nvPr>
            <p:ph type="body" sz="quarter" idx="15"/>
          </p:nvPr>
        </p:nvSpPr>
        <p:spPr>
          <a:xfrm>
            <a:off x="406400" y="2362200"/>
            <a:ext cx="8156448"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33" name="Text Placeholder 19"/>
          <p:cNvSpPr>
            <a:spLocks noGrp="1"/>
          </p:cNvSpPr>
          <p:nvPr>
            <p:ph type="body" sz="quarter" idx="33"/>
          </p:nvPr>
        </p:nvSpPr>
        <p:spPr>
          <a:xfrm>
            <a:off x="406400" y="3491484"/>
            <a:ext cx="8128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36" name="Text Placeholder 19"/>
          <p:cNvSpPr>
            <a:spLocks noGrp="1"/>
          </p:cNvSpPr>
          <p:nvPr>
            <p:ph type="body" sz="quarter" idx="34"/>
          </p:nvPr>
        </p:nvSpPr>
        <p:spPr>
          <a:xfrm>
            <a:off x="406400" y="4620768"/>
            <a:ext cx="8128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26" name="Text Placeholder 25"/>
          <p:cNvSpPr>
            <a:spLocks noGrp="1"/>
          </p:cNvSpPr>
          <p:nvPr>
            <p:ph type="body" sz="quarter" idx="21"/>
          </p:nvPr>
        </p:nvSpPr>
        <p:spPr>
          <a:xfrm>
            <a:off x="8548577" y="1417320"/>
            <a:ext cx="2804160" cy="429768"/>
          </a:xfrm>
          <a:prstGeom prst="rect">
            <a:avLst/>
          </a:prstGeom>
          <a:solidFill>
            <a:srgbClr val="B01C2E"/>
          </a:solidFill>
          <a:ln>
            <a:solidFill>
              <a:srgbClr val="B01C2E"/>
            </a:solidFill>
          </a:ln>
        </p:spPr>
        <p:txBody>
          <a:bodyPr anchor="ctr"/>
          <a:lstStyle>
            <a:lvl1pPr algn="ctr">
              <a:buNone/>
              <a:defRPr sz="900" b="1">
                <a:solidFill>
                  <a:srgbClr val="FFFFFF"/>
                </a:solidFill>
              </a:defRPr>
            </a:lvl1pPr>
          </a:lstStyle>
          <a:p>
            <a:pPr lvl="0"/>
            <a:r>
              <a:rPr lang="en-US"/>
              <a:t>Click to edit Master text styles</a:t>
            </a:r>
          </a:p>
        </p:txBody>
      </p:sp>
      <p:sp>
        <p:nvSpPr>
          <p:cNvPr id="17" name="Text Placeholder 12"/>
          <p:cNvSpPr>
            <a:spLocks noGrp="1"/>
          </p:cNvSpPr>
          <p:nvPr>
            <p:ph type="body" sz="quarter" idx="27"/>
          </p:nvPr>
        </p:nvSpPr>
        <p:spPr>
          <a:xfrm>
            <a:off x="5854700" y="2136788"/>
            <a:ext cx="1975104"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12"/>
          <p:cNvSpPr>
            <a:spLocks noGrp="1"/>
          </p:cNvSpPr>
          <p:nvPr>
            <p:ph type="body" sz="quarter" idx="28"/>
          </p:nvPr>
        </p:nvSpPr>
        <p:spPr>
          <a:xfrm>
            <a:off x="3698748" y="2136788"/>
            <a:ext cx="1975104"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2"/>
          <p:cNvSpPr>
            <a:spLocks noGrp="1"/>
          </p:cNvSpPr>
          <p:nvPr>
            <p:ph type="body" sz="quarter" idx="29"/>
          </p:nvPr>
        </p:nvSpPr>
        <p:spPr>
          <a:xfrm>
            <a:off x="1542796" y="2136788"/>
            <a:ext cx="1975104"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5"/>
          <p:cNvSpPr>
            <a:spLocks noGrp="1"/>
          </p:cNvSpPr>
          <p:nvPr>
            <p:ph type="body" sz="quarter" idx="30"/>
          </p:nvPr>
        </p:nvSpPr>
        <p:spPr>
          <a:xfrm>
            <a:off x="1542796" y="1738919"/>
            <a:ext cx="1975104"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21" name="Text Placeholder 25"/>
          <p:cNvSpPr>
            <a:spLocks noGrp="1"/>
          </p:cNvSpPr>
          <p:nvPr>
            <p:ph type="body" sz="quarter" idx="31"/>
          </p:nvPr>
        </p:nvSpPr>
        <p:spPr>
          <a:xfrm>
            <a:off x="3698748" y="1738919"/>
            <a:ext cx="1975104"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25" name="Text Placeholder 25"/>
          <p:cNvSpPr>
            <a:spLocks noGrp="1"/>
          </p:cNvSpPr>
          <p:nvPr>
            <p:ph type="body" sz="quarter" idx="32"/>
          </p:nvPr>
        </p:nvSpPr>
        <p:spPr>
          <a:xfrm>
            <a:off x="5854700" y="1738919"/>
            <a:ext cx="1975104"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Content Placeholder 10"/>
          <p:cNvSpPr>
            <a:spLocks noGrp="1"/>
          </p:cNvSpPr>
          <p:nvPr>
            <p:ph sz="quarter" idx="20"/>
          </p:nvPr>
        </p:nvSpPr>
        <p:spPr>
          <a:xfrm>
            <a:off x="8548577" y="1861185"/>
            <a:ext cx="2804160" cy="4206240"/>
          </a:xfrm>
          <a:prstGeom prst="rect">
            <a:avLst/>
          </a:prstGeom>
          <a:solidFill>
            <a:srgbClr val="FFFFFF"/>
          </a:solidFill>
          <a:ln>
            <a:solidFill>
              <a:srgbClr val="C0C0C0"/>
            </a:solidFill>
          </a:ln>
        </p:spPr>
        <p:txBody>
          <a:bodyPr rIns="4572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p:txBody>
      </p:sp>
      <p:sp>
        <p:nvSpPr>
          <p:cNvPr id="14" name="Slide Number Placeholder 9"/>
          <p:cNvSpPr>
            <a:spLocks noGrp="1"/>
          </p:cNvSpPr>
          <p:nvPr>
            <p:ph type="sldNum" sz="quarter" idx="35"/>
          </p:nvPr>
        </p:nvSpPr>
        <p:spPr/>
        <p:txBody>
          <a:bodyPr/>
          <a:lstStyle>
            <a:lvl1pPr>
              <a:defRPr/>
            </a:lvl1pPr>
          </a:lstStyle>
          <a:p>
            <a:fld id="{08AE5534-AA48-F74E-87DE-645A72BA9DD1}" type="slidenum">
              <a:rPr lang="en-US" altLang="en-US"/>
              <a:pPr/>
              <a:t>‹#›</a:t>
            </a:fld>
            <a:endParaRPr lang="en-US" altLang="en-US"/>
          </a:p>
        </p:txBody>
      </p:sp>
      <p:sp>
        <p:nvSpPr>
          <p:cNvPr id="22" name="Footer Placeholder 12"/>
          <p:cNvSpPr>
            <a:spLocks noGrp="1"/>
          </p:cNvSpPr>
          <p:nvPr>
            <p:ph type="ftr" sz="quarter" idx="36"/>
          </p:nvPr>
        </p:nvSpPr>
        <p:spPr/>
        <p:txBody>
          <a:bodyPr/>
          <a:lstStyle>
            <a:lvl1pPr>
              <a:defRPr/>
            </a:lvl1pPr>
          </a:lstStyle>
          <a:p>
            <a:pPr>
              <a:defRPr/>
            </a:pPr>
            <a:r>
              <a:rPr lang="en-US"/>
              <a:t>Residual Income</a:t>
            </a:r>
          </a:p>
        </p:txBody>
      </p:sp>
    </p:spTree>
    <p:extLst>
      <p:ext uri="{BB962C8B-B14F-4D97-AF65-F5344CB8AC3E}">
        <p14:creationId xmlns:p14="http://schemas.microsoft.com/office/powerpoint/2010/main" val="399667143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roject Phases">
    <p:spTree>
      <p:nvGrpSpPr>
        <p:cNvPr id="1" name=""/>
        <p:cNvGrpSpPr/>
        <p:nvPr/>
      </p:nvGrpSpPr>
      <p:grpSpPr>
        <a:xfrm>
          <a:off x="0" y="0"/>
          <a:ext cx="0" cy="0"/>
          <a:chOff x="0" y="0"/>
          <a:chExt cx="0" cy="0"/>
        </a:xfrm>
      </p:grpSpPr>
      <p:sp>
        <p:nvSpPr>
          <p:cNvPr id="15" name="Freeform 11"/>
          <p:cNvSpPr>
            <a:spLocks/>
          </p:cNvSpPr>
          <p:nvPr userDrawn="1"/>
        </p:nvSpPr>
        <p:spPr bwMode="auto">
          <a:xfrm>
            <a:off x="4091520" y="1981203"/>
            <a:ext cx="3382433" cy="339725"/>
          </a:xfrm>
          <a:custGeom>
            <a:avLst/>
            <a:gdLst>
              <a:gd name="T0" fmla="*/ 0 w 2536891"/>
              <a:gd name="T1" fmla="*/ 0 h 488372"/>
              <a:gd name="T2" fmla="*/ 1942613 w 2536891"/>
              <a:gd name="T3" fmla="*/ 0 h 488372"/>
              <a:gd name="T4" fmla="*/ 2455867 w 2536891"/>
              <a:gd name="T5" fmla="*/ 200 h 488372"/>
              <a:gd name="T6" fmla="*/ 2536627 w 2536891"/>
              <a:gd name="T7" fmla="*/ 114356 h 488372"/>
              <a:gd name="T8" fmla="*/ 131751 w 2536891"/>
              <a:gd name="T9" fmla="*/ 114356 h 488372"/>
              <a:gd name="T10" fmla="*/ 81090 w 2536891"/>
              <a:gd name="T11" fmla="*/ 113442 h 488372"/>
              <a:gd name="T12" fmla="*/ 0 w 2536891"/>
              <a:gd name="T13" fmla="*/ 0 h 48837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36891" h="488372">
                <a:moveTo>
                  <a:pt x="0" y="0"/>
                </a:moveTo>
                <a:lnTo>
                  <a:pt x="1942817" y="0"/>
                </a:lnTo>
                <a:lnTo>
                  <a:pt x="2456123" y="856"/>
                </a:lnTo>
                <a:lnTo>
                  <a:pt x="2536891" y="488372"/>
                </a:lnTo>
                <a:lnTo>
                  <a:pt x="131763" y="488372"/>
                </a:lnTo>
                <a:lnTo>
                  <a:pt x="81098" y="484467"/>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350"/>
          </a:p>
        </p:txBody>
      </p:sp>
      <p:sp>
        <p:nvSpPr>
          <p:cNvPr id="17" name="Freeform 13"/>
          <p:cNvSpPr>
            <a:spLocks/>
          </p:cNvSpPr>
          <p:nvPr userDrawn="1"/>
        </p:nvSpPr>
        <p:spPr bwMode="auto">
          <a:xfrm>
            <a:off x="609602" y="1982791"/>
            <a:ext cx="3373967" cy="339725"/>
          </a:xfrm>
          <a:custGeom>
            <a:avLst/>
            <a:gdLst>
              <a:gd name="T0" fmla="*/ 0 w 2529680"/>
              <a:gd name="T1" fmla="*/ 0 h 488372"/>
              <a:gd name="T2" fmla="*/ 1945261 w 2529680"/>
              <a:gd name="T3" fmla="*/ 0 h 488372"/>
              <a:gd name="T4" fmla="*/ 2463980 w 2529680"/>
              <a:gd name="T5" fmla="*/ 200 h 488372"/>
              <a:gd name="T6" fmla="*/ 2532861 w 2529680"/>
              <a:gd name="T7" fmla="*/ 113442 h 488372"/>
              <a:gd name="T8" fmla="*/ 0 w 2529680"/>
              <a:gd name="T9" fmla="*/ 114356 h 488372"/>
              <a:gd name="T10" fmla="*/ 0 w 2529680"/>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29680" h="488372">
                <a:moveTo>
                  <a:pt x="0" y="0"/>
                </a:moveTo>
                <a:lnTo>
                  <a:pt x="1942817" y="0"/>
                </a:lnTo>
                <a:lnTo>
                  <a:pt x="2460885" y="856"/>
                </a:lnTo>
                <a:lnTo>
                  <a:pt x="2529680" y="484467"/>
                </a:lnTo>
                <a:lnTo>
                  <a:pt x="0"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350"/>
          </a:p>
        </p:txBody>
      </p:sp>
      <p:sp>
        <p:nvSpPr>
          <p:cNvPr id="21" name="Freeform 14"/>
          <p:cNvSpPr>
            <a:spLocks/>
          </p:cNvSpPr>
          <p:nvPr userDrawn="1"/>
        </p:nvSpPr>
        <p:spPr bwMode="auto">
          <a:xfrm>
            <a:off x="7579786" y="1981203"/>
            <a:ext cx="3829049" cy="339725"/>
          </a:xfrm>
          <a:custGeom>
            <a:avLst/>
            <a:gdLst>
              <a:gd name="T0" fmla="*/ 0 w 2996886"/>
              <a:gd name="T1" fmla="*/ 0 h 488372"/>
              <a:gd name="T2" fmla="*/ 1638173 w 2996886"/>
              <a:gd name="T3" fmla="*/ 0 h 488372"/>
              <a:gd name="T4" fmla="*/ 2526959 w 2996886"/>
              <a:gd name="T5" fmla="*/ 200 h 488372"/>
              <a:gd name="T6" fmla="*/ 2525539 w 2996886"/>
              <a:gd name="T7" fmla="*/ 114356 h 488372"/>
              <a:gd name="T8" fmla="*/ 60236 w 2996886"/>
              <a:gd name="T9" fmla="*/ 114356 h 488372"/>
              <a:gd name="T10" fmla="*/ 0 w 2996886"/>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996886" h="488372">
                <a:moveTo>
                  <a:pt x="0" y="0"/>
                </a:moveTo>
                <a:lnTo>
                  <a:pt x="1942817" y="0"/>
                </a:lnTo>
                <a:lnTo>
                  <a:pt x="2996886" y="855"/>
                </a:lnTo>
                <a:cubicBezTo>
                  <a:pt x="2996325" y="163361"/>
                  <a:pt x="2995763" y="325866"/>
                  <a:pt x="2995202" y="488372"/>
                </a:cubicBezTo>
                <a:lnTo>
                  <a:pt x="71438"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350"/>
          </a:p>
        </p:txBody>
      </p:sp>
      <p:sp>
        <p:nvSpPr>
          <p:cNvPr id="28" name="Text Placeholder 12"/>
          <p:cNvSpPr>
            <a:spLocks noGrp="1"/>
          </p:cNvSpPr>
          <p:nvPr>
            <p:ph type="body" sz="quarter" idx="16"/>
          </p:nvPr>
        </p:nvSpPr>
        <p:spPr bwMode="gray">
          <a:xfrm>
            <a:off x="7574515" y="1983087"/>
            <a:ext cx="3834321" cy="1903112"/>
          </a:xfrm>
          <a:custGeom>
            <a:avLst/>
            <a:gdLst>
              <a:gd name="connsiteX0" fmla="*/ 0 w 2674468"/>
              <a:gd name="connsiteY0" fmla="*/ 0 h 1724992"/>
              <a:gd name="connsiteX1" fmla="*/ 2472747 w 2674468"/>
              <a:gd name="connsiteY1" fmla="*/ 0 h 1724992"/>
              <a:gd name="connsiteX2" fmla="*/ 2674468 w 2674468"/>
              <a:gd name="connsiteY2" fmla="*/ 862496 h 1724992"/>
              <a:gd name="connsiteX3" fmla="*/ 2472747 w 2674468"/>
              <a:gd name="connsiteY3" fmla="*/ 1724992 h 1724992"/>
              <a:gd name="connsiteX4" fmla="*/ 0 w 2674468"/>
              <a:gd name="connsiteY4" fmla="*/ 1724992 h 1724992"/>
              <a:gd name="connsiteX5" fmla="*/ 201721 w 2674468"/>
              <a:gd name="connsiteY5" fmla="*/ 862496 h 1724992"/>
              <a:gd name="connsiteX6" fmla="*/ 0 w 2674468"/>
              <a:gd name="connsiteY6"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201721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2747" h="1724992">
                <a:moveTo>
                  <a:pt x="0" y="0"/>
                </a:moveTo>
                <a:lnTo>
                  <a:pt x="2472747" y="0"/>
                </a:lnTo>
                <a:lnTo>
                  <a:pt x="2472747" y="1724992"/>
                </a:lnTo>
                <a:lnTo>
                  <a:pt x="0" y="1724992"/>
                </a:lnTo>
                <a:lnTo>
                  <a:pt x="169327" y="862496"/>
                </a:lnTo>
                <a:lnTo>
                  <a:pt x="0" y="0"/>
                </a:lnTo>
                <a:close/>
              </a:path>
            </a:pathLst>
          </a:custGeom>
          <a:noFill/>
          <a:ln w="6350">
            <a:solidFill>
              <a:srgbClr val="A9A9A9"/>
            </a:solidFill>
            <a:miter lim="800000"/>
            <a:headEnd/>
            <a:tailEnd/>
          </a:ln>
        </p:spPr>
        <p:txBody>
          <a:bodyPr lIns="411480" tIns="457200" rIns="137160" bIns="137160"/>
          <a:lstStyle>
            <a:lvl1pPr marL="128588" indent="-128588">
              <a:buClr>
                <a:srgbClr val="B01C2E"/>
              </a:buClr>
              <a:buFont typeface="Wingdings 2" pitchFamily="18" charset="2"/>
              <a:buChar char=""/>
              <a:defRPr sz="90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Text Placeholder 12"/>
          <p:cNvSpPr>
            <a:spLocks noGrp="1"/>
          </p:cNvSpPr>
          <p:nvPr>
            <p:ph type="body" sz="quarter" idx="33"/>
          </p:nvPr>
        </p:nvSpPr>
        <p:spPr>
          <a:xfrm>
            <a:off x="4091412" y="1983087"/>
            <a:ext cx="3565957" cy="1903112"/>
          </a:xfrm>
          <a:prstGeom prst="chevron">
            <a:avLst>
              <a:gd name="adj" fmla="val 10431"/>
            </a:avLst>
          </a:prstGeom>
          <a:ln w="6350">
            <a:solidFill>
              <a:srgbClr val="A9A9A9"/>
            </a:solidFill>
          </a:ln>
        </p:spPr>
        <p:txBody>
          <a:bodyPr lIns="137160" tIns="457200" rIns="137160" bIns="137160"/>
          <a:lstStyle>
            <a:lvl1pPr marL="128588" indent="-128588">
              <a:buClr>
                <a:srgbClr val="B01C2E"/>
              </a:buClr>
              <a:buFont typeface="Wingdings 2" pitchFamily="18" charset="2"/>
              <a:buChar char=""/>
              <a:defRPr sz="900" baseline="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5"/>
          <p:cNvSpPr>
            <a:spLocks noGrp="1"/>
          </p:cNvSpPr>
          <p:nvPr>
            <p:ph type="body" sz="quarter" idx="21"/>
          </p:nvPr>
        </p:nvSpPr>
        <p:spPr>
          <a:xfrm>
            <a:off x="609600" y="4038600"/>
            <a:ext cx="10769600" cy="310896"/>
          </a:xfrm>
          <a:prstGeom prst="rect">
            <a:avLst/>
          </a:prstGeom>
          <a:solidFill>
            <a:srgbClr val="4D4D4D"/>
          </a:solidFill>
          <a:ln>
            <a:noFill/>
          </a:ln>
        </p:spPr>
        <p:txBody>
          <a:bodyPr anchor="ctr" anchorCtr="1"/>
          <a:lstStyle>
            <a:lvl1pPr marL="0" indent="0" algn="ctr">
              <a:buNone/>
              <a:defRPr sz="900" b="1">
                <a:solidFill>
                  <a:srgbClr val="FFFFFF"/>
                </a:solidFill>
              </a:defRPr>
            </a:lvl1pPr>
          </a:lstStyle>
          <a:p>
            <a:pPr lvl="0"/>
            <a:r>
              <a:rPr lang="en-US"/>
              <a:t>Click to edit Master text styles</a:t>
            </a:r>
          </a:p>
        </p:txBody>
      </p:sp>
      <p:sp>
        <p:nvSpPr>
          <p:cNvPr id="18" name="Text Placeholder 15"/>
          <p:cNvSpPr>
            <a:spLocks noGrp="1"/>
          </p:cNvSpPr>
          <p:nvPr>
            <p:ph type="body" sz="quarter" idx="23"/>
          </p:nvPr>
        </p:nvSpPr>
        <p:spPr>
          <a:xfrm>
            <a:off x="609600" y="5937504"/>
            <a:ext cx="5266944" cy="310896"/>
          </a:xfrm>
          <a:prstGeom prst="rect">
            <a:avLst/>
          </a:prstGeom>
          <a:solidFill>
            <a:srgbClr val="4D4D4D"/>
          </a:solidFill>
          <a:ln>
            <a:noFill/>
          </a:ln>
        </p:spPr>
        <p:txBody>
          <a:bodyPr anchor="ctr" anchorCtr="1"/>
          <a:lstStyle>
            <a:lvl1pPr marL="0" indent="130302" algn="l">
              <a:buClr>
                <a:schemeClr val="accent1"/>
              </a:buClr>
              <a:buFont typeface="Wingdings" pitchFamily="2" charset="2"/>
              <a:buNone/>
              <a:defRPr sz="900" b="1">
                <a:solidFill>
                  <a:srgbClr val="FFFFFF"/>
                </a:solidFill>
              </a:defRPr>
            </a:lvl1pPr>
          </a:lstStyle>
          <a:p>
            <a:pPr lvl="0"/>
            <a:r>
              <a:rPr lang="en-US"/>
              <a:t>Click to edit Master text styles</a:t>
            </a:r>
          </a:p>
        </p:txBody>
      </p:sp>
      <p:sp>
        <p:nvSpPr>
          <p:cNvPr id="19" name="Text Placeholder 15"/>
          <p:cNvSpPr>
            <a:spLocks noGrp="1"/>
          </p:cNvSpPr>
          <p:nvPr>
            <p:ph type="body" sz="quarter" idx="24"/>
          </p:nvPr>
        </p:nvSpPr>
        <p:spPr>
          <a:xfrm>
            <a:off x="6114371" y="5937504"/>
            <a:ext cx="5266944" cy="310896"/>
          </a:xfrm>
          <a:prstGeom prst="rect">
            <a:avLst/>
          </a:prstGeom>
          <a:solidFill>
            <a:srgbClr val="4D4D4D"/>
          </a:solidFill>
          <a:ln>
            <a:noFill/>
          </a:ln>
        </p:spPr>
        <p:txBody>
          <a:bodyPr anchor="ctr" anchorCtr="1"/>
          <a:lstStyle>
            <a:lvl1pPr marL="0" indent="130302" algn="l">
              <a:buClr>
                <a:schemeClr val="accent1"/>
              </a:buClr>
              <a:buFont typeface="Wingdings" pitchFamily="2" charset="2"/>
              <a:buNone/>
              <a:defRPr sz="900" b="1">
                <a:solidFill>
                  <a:srgbClr val="FFFFFF"/>
                </a:solidFill>
              </a:defRPr>
            </a:lvl1pPr>
          </a:lstStyle>
          <a:p>
            <a:pPr lvl="0"/>
            <a:r>
              <a:rPr lang="en-US"/>
              <a:t>Click to edit Master text styles</a:t>
            </a:r>
          </a:p>
        </p:txBody>
      </p:sp>
      <p:sp>
        <p:nvSpPr>
          <p:cNvPr id="26" name="Text Placeholder 12"/>
          <p:cNvSpPr>
            <a:spLocks noGrp="1"/>
          </p:cNvSpPr>
          <p:nvPr>
            <p:ph type="body" sz="quarter" idx="12"/>
          </p:nvPr>
        </p:nvSpPr>
        <p:spPr>
          <a:xfrm>
            <a:off x="609600" y="1417320"/>
            <a:ext cx="6925056"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27" name="Text Placeholder 13"/>
          <p:cNvSpPr>
            <a:spLocks noGrp="1"/>
          </p:cNvSpPr>
          <p:nvPr>
            <p:ph type="body" sz="quarter" idx="17"/>
          </p:nvPr>
        </p:nvSpPr>
        <p:spPr>
          <a:xfrm>
            <a:off x="7541684" y="1417327"/>
            <a:ext cx="4047744" cy="461963"/>
          </a:xfrm>
          <a:prstGeom prst="chevron">
            <a:avLst>
              <a:gd name="adj" fmla="val 34831"/>
            </a:avLst>
          </a:prstGeom>
          <a:solidFill>
            <a:srgbClr val="B01C2E"/>
          </a:solidFill>
        </p:spPr>
        <p:txBody>
          <a:bodyPr anchor="ctr"/>
          <a:lstStyle>
            <a:lvl1pPr marL="257175" marR="0" indent="-257175" algn="ctr" defTabSz="685800" rtl="0" eaLnBrk="1" fontAlgn="auto" latinLnBrk="0" hangingPunct="1">
              <a:lnSpc>
                <a:spcPct val="100000"/>
              </a:lnSpc>
              <a:spcBef>
                <a:spcPct val="20000"/>
              </a:spcBef>
              <a:spcAft>
                <a:spcPts val="0"/>
              </a:spcAft>
              <a:buClrTx/>
              <a:buSzTx/>
              <a:buFont typeface="Arial" pitchFamily="34" charset="0"/>
              <a:buNone/>
              <a:tabLst/>
              <a:defRPr sz="900" b="1">
                <a:solidFill>
                  <a:srgbClr val="FFFFFF"/>
                </a:solidFill>
              </a:defRPr>
            </a:lvl1pPr>
          </a:lstStyle>
          <a:p>
            <a:pPr lvl="0"/>
            <a:r>
              <a:rPr lang="en-US"/>
              <a:t>Click to edit Master text styles</a:t>
            </a:r>
          </a:p>
        </p:txBody>
      </p:sp>
      <p:sp>
        <p:nvSpPr>
          <p:cNvPr id="40" name="Text Placeholder 12"/>
          <p:cNvSpPr>
            <a:spLocks noGrp="1"/>
          </p:cNvSpPr>
          <p:nvPr>
            <p:ph type="body" sz="quarter" idx="11"/>
          </p:nvPr>
        </p:nvSpPr>
        <p:spPr>
          <a:xfrm>
            <a:off x="609600" y="1983087"/>
            <a:ext cx="3565957" cy="1903112"/>
          </a:xfrm>
          <a:prstGeom prst="homePlate">
            <a:avLst>
              <a:gd name="adj" fmla="val 11448"/>
            </a:avLst>
          </a:prstGeom>
          <a:ln w="6350">
            <a:solidFill>
              <a:srgbClr val="A9A9A9"/>
            </a:solidFill>
          </a:ln>
        </p:spPr>
        <p:txBody>
          <a:bodyPr lIns="137160" tIns="457200" rIns="137160" bIns="137160"/>
          <a:lstStyle>
            <a:lvl1pPr marL="128588" indent="-128588">
              <a:buClr>
                <a:srgbClr val="B01C2E"/>
              </a:buClr>
              <a:buFont typeface="Wingdings 2" pitchFamily="18" charset="2"/>
              <a:buChar char=""/>
              <a:defRPr sz="900" baseline="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9"/>
          <p:cNvSpPr>
            <a:spLocks noGrp="1"/>
          </p:cNvSpPr>
          <p:nvPr>
            <p:ph type="body" sz="quarter" idx="13"/>
          </p:nvPr>
        </p:nvSpPr>
        <p:spPr>
          <a:xfrm>
            <a:off x="609600" y="1981200"/>
            <a:ext cx="3297573"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43" name="Text Placeholder 29"/>
          <p:cNvSpPr>
            <a:spLocks noGrp="1"/>
          </p:cNvSpPr>
          <p:nvPr>
            <p:ph type="body" sz="quarter" idx="15"/>
          </p:nvPr>
        </p:nvSpPr>
        <p:spPr>
          <a:xfrm>
            <a:off x="4192431" y="1988239"/>
            <a:ext cx="3183381"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49" name="Content Placeholder 10"/>
          <p:cNvSpPr>
            <a:spLocks noGrp="1"/>
          </p:cNvSpPr>
          <p:nvPr>
            <p:ph sz="quarter" idx="18"/>
          </p:nvPr>
        </p:nvSpPr>
        <p:spPr>
          <a:xfrm>
            <a:off x="609600" y="4343400"/>
            <a:ext cx="10769600" cy="1481328"/>
          </a:xfrm>
          <a:prstGeom prst="rect">
            <a:avLst/>
          </a:prstGeom>
          <a:solidFill>
            <a:srgbClr val="FFFFFF"/>
          </a:solidFill>
          <a:ln>
            <a:solidFill>
              <a:srgbClr val="C0C0C0"/>
            </a:solidFill>
          </a:ln>
        </p:spPr>
        <p:txBody>
          <a:bodyPr/>
          <a:lstStyle>
            <a:lvl1pPr marL="130302" indent="-130302">
              <a:lnSpc>
                <a:spcPct val="95000"/>
              </a:lnSpc>
              <a:spcBef>
                <a:spcPts val="540"/>
              </a:spcBef>
              <a:buClr>
                <a:schemeClr val="accent1"/>
              </a:buClr>
              <a:buFont typeface="Wingdings 2" pitchFamily="18" charset="2"/>
              <a:buChar char=""/>
              <a:defRPr sz="900"/>
            </a:lvl1pPr>
            <a:lvl2pPr marL="260604" indent="-130302">
              <a:lnSpc>
                <a:spcPct val="95000"/>
              </a:lnSpc>
              <a:spcBef>
                <a:spcPts val="225"/>
              </a:spcBef>
              <a:buClr>
                <a:schemeClr val="accent1"/>
              </a:buClr>
              <a:buFont typeface="Arial" pitchFamily="34" charset="0"/>
              <a:buChar char="•"/>
              <a:defRPr sz="900"/>
            </a:lvl2pPr>
            <a:lvl3pPr marL="390906" indent="-130302">
              <a:lnSpc>
                <a:spcPct val="95000"/>
              </a:lnSpc>
              <a:spcBef>
                <a:spcPts val="225"/>
              </a:spcBef>
              <a:buClr>
                <a:schemeClr val="accent1"/>
              </a:buClr>
              <a:buFont typeface="Arial" pitchFamily="34" charset="0"/>
              <a:buChar char="–"/>
              <a:defRPr sz="900"/>
            </a:lvl3pPr>
            <a:lvl4pPr marL="514350" indent="-130302">
              <a:lnSpc>
                <a:spcPct val="95000"/>
              </a:lnSpc>
              <a:spcBef>
                <a:spcPts val="225"/>
              </a:spcBef>
              <a:buClr>
                <a:schemeClr val="accent1"/>
              </a:buClr>
              <a:buFont typeface="Arial" pitchFamily="34" charset="0"/>
              <a:buChar char="–"/>
              <a:defRPr sz="900"/>
            </a:lvl4pPr>
            <a:lvl5pPr marL="685800" indent="-130302">
              <a:lnSpc>
                <a:spcPct val="95000"/>
              </a:lnSpc>
              <a:spcBef>
                <a:spcPts val="225"/>
              </a:spcBef>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29"/>
          <p:cNvSpPr>
            <a:spLocks noGrp="1"/>
          </p:cNvSpPr>
          <p:nvPr>
            <p:ph type="body" sz="quarter" idx="34"/>
          </p:nvPr>
        </p:nvSpPr>
        <p:spPr>
          <a:xfrm>
            <a:off x="7683242" y="1987175"/>
            <a:ext cx="3725596"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20"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3" name="Slide Number Placeholder 9"/>
          <p:cNvSpPr>
            <a:spLocks noGrp="1"/>
          </p:cNvSpPr>
          <p:nvPr>
            <p:ph type="sldNum" sz="quarter" idx="35"/>
          </p:nvPr>
        </p:nvSpPr>
        <p:spPr/>
        <p:txBody>
          <a:bodyPr/>
          <a:lstStyle>
            <a:lvl1pPr>
              <a:defRPr/>
            </a:lvl1pPr>
          </a:lstStyle>
          <a:p>
            <a:fld id="{E70D8206-912D-3041-8A60-C5747B4B98EB}" type="slidenum">
              <a:rPr lang="en-US" altLang="en-US"/>
              <a:pPr/>
              <a:t>‹#›</a:t>
            </a:fld>
            <a:endParaRPr lang="en-US" altLang="en-US"/>
          </a:p>
        </p:txBody>
      </p:sp>
      <p:sp>
        <p:nvSpPr>
          <p:cNvPr id="24" name="Footer Placeholder 23"/>
          <p:cNvSpPr>
            <a:spLocks noGrp="1"/>
          </p:cNvSpPr>
          <p:nvPr>
            <p:ph type="ftr" sz="quarter" idx="36"/>
          </p:nvPr>
        </p:nvSpPr>
        <p:spPr/>
        <p:txBody>
          <a:bodyPr/>
          <a:lstStyle>
            <a:lvl1pPr>
              <a:defRPr smtClean="0"/>
            </a:lvl1pPr>
          </a:lstStyle>
          <a:p>
            <a:pPr>
              <a:defRPr/>
            </a:pPr>
            <a:r>
              <a:rPr lang="en-US"/>
              <a:t>Residual Income</a:t>
            </a:r>
          </a:p>
        </p:txBody>
      </p:sp>
    </p:spTree>
    <p:extLst>
      <p:ext uri="{BB962C8B-B14F-4D97-AF65-F5344CB8AC3E}">
        <p14:creationId xmlns:p14="http://schemas.microsoft.com/office/powerpoint/2010/main" val="351354146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xt Blocks - Workstreams and outcomes">
    <p:spTree>
      <p:nvGrpSpPr>
        <p:cNvPr id="1" name=""/>
        <p:cNvGrpSpPr/>
        <p:nvPr/>
      </p:nvGrpSpPr>
      <p:grpSpPr>
        <a:xfrm>
          <a:off x="0" y="0"/>
          <a:ext cx="0" cy="0"/>
          <a:chOff x="0" y="0"/>
          <a:chExt cx="0" cy="0"/>
        </a:xfrm>
      </p:grpSpPr>
      <p:sp>
        <p:nvSpPr>
          <p:cNvPr id="33" name="Pentagon 32"/>
          <p:cNvSpPr/>
          <p:nvPr userDrawn="1"/>
        </p:nvSpPr>
        <p:spPr bwMode="auto">
          <a:xfrm>
            <a:off x="7342719" y="1755775"/>
            <a:ext cx="905933" cy="4343400"/>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nchor="ctr"/>
          <a:lstStyle/>
          <a:p>
            <a:pPr indent="-88106" eaLnBrk="0" hangingPunct="0">
              <a:lnSpc>
                <a:spcPct val="95000"/>
              </a:lnSpc>
              <a:defRPr/>
            </a:pPr>
            <a:endParaRPr lang="en-US" sz="1350">
              <a:latin typeface="Arial" charset="0"/>
              <a:ea typeface="+mn-ea"/>
            </a:endParaRPr>
          </a:p>
        </p:txBody>
      </p:sp>
      <p:sp>
        <p:nvSpPr>
          <p:cNvPr id="6" name="Text Placeholder 2"/>
          <p:cNvSpPr>
            <a:spLocks noGrp="1"/>
          </p:cNvSpPr>
          <p:nvPr>
            <p:ph type="body" idx="38"/>
          </p:nvPr>
        </p:nvSpPr>
        <p:spPr>
          <a:xfrm>
            <a:off x="3991647" y="1290639"/>
            <a:ext cx="316992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7" name="Text Placeholder 2"/>
          <p:cNvSpPr>
            <a:spLocks noGrp="1"/>
          </p:cNvSpPr>
          <p:nvPr>
            <p:ph type="body" idx="39"/>
          </p:nvPr>
        </p:nvSpPr>
        <p:spPr>
          <a:xfrm>
            <a:off x="637117" y="1290639"/>
            <a:ext cx="316992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5"/>
          </p:nvPr>
        </p:nvSpPr>
        <p:spPr>
          <a:xfrm>
            <a:off x="3991647" y="1290638"/>
            <a:ext cx="3169920" cy="380392"/>
          </a:xfrm>
          <a:prstGeom prst="rect">
            <a:avLst/>
          </a:prstGeom>
          <a:solidFill>
            <a:schemeClr val="tx1">
              <a:lumMod val="50000"/>
              <a:lumOff val="50000"/>
            </a:schemeClr>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2"/>
          </p:nvPr>
        </p:nvSpPr>
        <p:spPr>
          <a:xfrm>
            <a:off x="8400511" y="1290638"/>
            <a:ext cx="316992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 name="Text Placeholder 2"/>
          <p:cNvSpPr>
            <a:spLocks noGrp="1"/>
          </p:cNvSpPr>
          <p:nvPr>
            <p:ph type="body" idx="30"/>
          </p:nvPr>
        </p:nvSpPr>
        <p:spPr>
          <a:xfrm>
            <a:off x="637117" y="1290638"/>
            <a:ext cx="3169920" cy="380392"/>
          </a:xfrm>
          <a:prstGeom prst="rect">
            <a:avLst/>
          </a:prstGeom>
          <a:solidFill>
            <a:srgbClr val="4D4D4D"/>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1" name="Text Placeholder 19"/>
          <p:cNvSpPr>
            <a:spLocks noGrp="1"/>
          </p:cNvSpPr>
          <p:nvPr>
            <p:ph type="body" sz="quarter" idx="40"/>
          </p:nvPr>
        </p:nvSpPr>
        <p:spPr>
          <a:xfrm>
            <a:off x="759037" y="1731264"/>
            <a:ext cx="2926080" cy="521208"/>
          </a:xfrm>
          <a:prstGeom prst="flowChartAlternateProcess">
            <a:avLst/>
          </a:prstGeom>
          <a:solidFill>
            <a:srgbClr val="FFFFFF"/>
          </a:solidFill>
          <a:ln>
            <a:solidFill>
              <a:srgbClr val="C0C0C0"/>
            </a:solidFill>
          </a:ln>
        </p:spPr>
        <p:txBody>
          <a:bodyPr lIns="45720" tIns="0" rIns="45720" bIns="0" anchor="ctr" anchorCtr="0"/>
          <a:lstStyle>
            <a:lvl1pPr marL="0" indent="-89154">
              <a:lnSpc>
                <a:spcPct val="95000"/>
              </a:lnSpc>
              <a:spcBef>
                <a:spcPts val="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2" name="Text Placeholder 19"/>
          <p:cNvSpPr>
            <a:spLocks noGrp="1"/>
          </p:cNvSpPr>
          <p:nvPr>
            <p:ph type="body" sz="quarter" idx="41"/>
          </p:nvPr>
        </p:nvSpPr>
        <p:spPr>
          <a:xfrm>
            <a:off x="759037" y="2357120"/>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3" name="Text Placeholder 19"/>
          <p:cNvSpPr>
            <a:spLocks noGrp="1"/>
          </p:cNvSpPr>
          <p:nvPr>
            <p:ph type="body" sz="quarter" idx="42"/>
          </p:nvPr>
        </p:nvSpPr>
        <p:spPr>
          <a:xfrm>
            <a:off x="759037" y="2982976"/>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4" name="Text Placeholder 19"/>
          <p:cNvSpPr>
            <a:spLocks noGrp="1"/>
          </p:cNvSpPr>
          <p:nvPr>
            <p:ph type="body" sz="quarter" idx="43"/>
          </p:nvPr>
        </p:nvSpPr>
        <p:spPr>
          <a:xfrm>
            <a:off x="759037" y="3608832"/>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5" name="Text Placeholder 19"/>
          <p:cNvSpPr>
            <a:spLocks noGrp="1"/>
          </p:cNvSpPr>
          <p:nvPr>
            <p:ph type="body" sz="quarter" idx="44"/>
          </p:nvPr>
        </p:nvSpPr>
        <p:spPr>
          <a:xfrm>
            <a:off x="759037" y="4234688"/>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6" name="Text Placeholder 19"/>
          <p:cNvSpPr>
            <a:spLocks noGrp="1"/>
          </p:cNvSpPr>
          <p:nvPr>
            <p:ph type="body" sz="quarter" idx="45"/>
          </p:nvPr>
        </p:nvSpPr>
        <p:spPr>
          <a:xfrm>
            <a:off x="759037" y="5486400"/>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7" name="Text Placeholder 19"/>
          <p:cNvSpPr>
            <a:spLocks noGrp="1"/>
          </p:cNvSpPr>
          <p:nvPr>
            <p:ph type="body" sz="quarter" idx="46"/>
          </p:nvPr>
        </p:nvSpPr>
        <p:spPr>
          <a:xfrm>
            <a:off x="759037" y="4860544"/>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8" name="Text Placeholder 19"/>
          <p:cNvSpPr>
            <a:spLocks noGrp="1"/>
          </p:cNvSpPr>
          <p:nvPr>
            <p:ph type="body" sz="quarter" idx="47"/>
          </p:nvPr>
        </p:nvSpPr>
        <p:spPr>
          <a:xfrm>
            <a:off x="4113567" y="1743456"/>
            <a:ext cx="292608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9" name="Text Placeholder 19"/>
          <p:cNvSpPr>
            <a:spLocks noGrp="1"/>
          </p:cNvSpPr>
          <p:nvPr>
            <p:ph type="body" sz="quarter" idx="48"/>
          </p:nvPr>
        </p:nvSpPr>
        <p:spPr>
          <a:xfrm>
            <a:off x="4113567" y="2369312"/>
            <a:ext cx="292608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0" name="Text Placeholder 19"/>
          <p:cNvSpPr>
            <a:spLocks noGrp="1"/>
          </p:cNvSpPr>
          <p:nvPr>
            <p:ph type="body" sz="quarter" idx="49"/>
          </p:nvPr>
        </p:nvSpPr>
        <p:spPr>
          <a:xfrm>
            <a:off x="4113567" y="2995168"/>
            <a:ext cx="292608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1" name="Text Placeholder 19"/>
          <p:cNvSpPr>
            <a:spLocks noGrp="1"/>
          </p:cNvSpPr>
          <p:nvPr>
            <p:ph type="body" sz="quarter" idx="50"/>
          </p:nvPr>
        </p:nvSpPr>
        <p:spPr>
          <a:xfrm>
            <a:off x="4113567" y="3621024"/>
            <a:ext cx="292608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2" name="Text Placeholder 19"/>
          <p:cNvSpPr>
            <a:spLocks noGrp="1"/>
          </p:cNvSpPr>
          <p:nvPr>
            <p:ph type="body" sz="quarter" idx="51"/>
          </p:nvPr>
        </p:nvSpPr>
        <p:spPr>
          <a:xfrm>
            <a:off x="4113567" y="4246880"/>
            <a:ext cx="292608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3" name="Text Placeholder 19"/>
          <p:cNvSpPr>
            <a:spLocks noGrp="1"/>
          </p:cNvSpPr>
          <p:nvPr>
            <p:ph type="body" sz="quarter" idx="52"/>
          </p:nvPr>
        </p:nvSpPr>
        <p:spPr>
          <a:xfrm>
            <a:off x="4113567" y="5498592"/>
            <a:ext cx="292608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4" name="Text Placeholder 19"/>
          <p:cNvSpPr>
            <a:spLocks noGrp="1"/>
          </p:cNvSpPr>
          <p:nvPr>
            <p:ph type="body" sz="quarter" idx="53"/>
          </p:nvPr>
        </p:nvSpPr>
        <p:spPr>
          <a:xfrm>
            <a:off x="4113567" y="4872736"/>
            <a:ext cx="292608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5" name="Text Placeholder 19"/>
          <p:cNvSpPr>
            <a:spLocks noGrp="1"/>
          </p:cNvSpPr>
          <p:nvPr>
            <p:ph type="body" sz="quarter" idx="54"/>
          </p:nvPr>
        </p:nvSpPr>
        <p:spPr>
          <a:xfrm>
            <a:off x="8400511" y="1743456"/>
            <a:ext cx="316992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6" name="Text Placeholder 19"/>
          <p:cNvSpPr>
            <a:spLocks noGrp="1"/>
          </p:cNvSpPr>
          <p:nvPr>
            <p:ph type="body" sz="quarter" idx="55"/>
          </p:nvPr>
        </p:nvSpPr>
        <p:spPr>
          <a:xfrm>
            <a:off x="8400511" y="2369312"/>
            <a:ext cx="316992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7" name="Text Placeholder 19"/>
          <p:cNvSpPr>
            <a:spLocks noGrp="1"/>
          </p:cNvSpPr>
          <p:nvPr>
            <p:ph type="body" sz="quarter" idx="56"/>
          </p:nvPr>
        </p:nvSpPr>
        <p:spPr>
          <a:xfrm>
            <a:off x="8400511" y="2995168"/>
            <a:ext cx="316992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8" name="Text Placeholder 19"/>
          <p:cNvSpPr>
            <a:spLocks noGrp="1"/>
          </p:cNvSpPr>
          <p:nvPr>
            <p:ph type="body" sz="quarter" idx="57"/>
          </p:nvPr>
        </p:nvSpPr>
        <p:spPr>
          <a:xfrm>
            <a:off x="8400511" y="3621024"/>
            <a:ext cx="316992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9" name="Text Placeholder 19"/>
          <p:cNvSpPr>
            <a:spLocks noGrp="1"/>
          </p:cNvSpPr>
          <p:nvPr>
            <p:ph type="body" sz="quarter" idx="58"/>
          </p:nvPr>
        </p:nvSpPr>
        <p:spPr>
          <a:xfrm>
            <a:off x="8400511" y="4246880"/>
            <a:ext cx="316992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0" name="Text Placeholder 19"/>
          <p:cNvSpPr>
            <a:spLocks noGrp="1"/>
          </p:cNvSpPr>
          <p:nvPr>
            <p:ph type="body" sz="quarter" idx="59"/>
          </p:nvPr>
        </p:nvSpPr>
        <p:spPr>
          <a:xfrm>
            <a:off x="8400511" y="5498592"/>
            <a:ext cx="316992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1" name="Text Placeholder 19"/>
          <p:cNvSpPr>
            <a:spLocks noGrp="1"/>
          </p:cNvSpPr>
          <p:nvPr>
            <p:ph type="body" sz="quarter" idx="60"/>
          </p:nvPr>
        </p:nvSpPr>
        <p:spPr>
          <a:xfrm>
            <a:off x="8400511" y="4872736"/>
            <a:ext cx="316992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2"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4" name="Slide Number Placeholder 9"/>
          <p:cNvSpPr>
            <a:spLocks noGrp="1"/>
          </p:cNvSpPr>
          <p:nvPr>
            <p:ph type="sldNum" sz="quarter" idx="61"/>
          </p:nvPr>
        </p:nvSpPr>
        <p:spPr/>
        <p:txBody>
          <a:bodyPr/>
          <a:lstStyle>
            <a:lvl1pPr>
              <a:defRPr/>
            </a:lvl1pPr>
          </a:lstStyle>
          <a:p>
            <a:fld id="{250D9D91-D592-1043-AF8D-0FC015913F1E}" type="slidenum">
              <a:rPr lang="en-US" altLang="en-US"/>
              <a:pPr/>
              <a:t>‹#›</a:t>
            </a:fld>
            <a:endParaRPr lang="en-US" altLang="en-US"/>
          </a:p>
        </p:txBody>
      </p:sp>
      <p:sp>
        <p:nvSpPr>
          <p:cNvPr id="35" name="Footer Placeholder 33"/>
          <p:cNvSpPr>
            <a:spLocks noGrp="1"/>
          </p:cNvSpPr>
          <p:nvPr>
            <p:ph type="ftr" sz="quarter" idx="62"/>
          </p:nvPr>
        </p:nvSpPr>
        <p:spPr/>
        <p:txBody>
          <a:bodyPr/>
          <a:lstStyle>
            <a:lvl1pPr>
              <a:defRPr smtClean="0"/>
            </a:lvl1pPr>
          </a:lstStyle>
          <a:p>
            <a:pPr>
              <a:defRPr/>
            </a:pPr>
            <a:r>
              <a:rPr lang="en-US"/>
              <a:t>Residual Income</a:t>
            </a:r>
          </a:p>
        </p:txBody>
      </p:sp>
    </p:spTree>
    <p:extLst>
      <p:ext uri="{BB962C8B-B14F-4D97-AF65-F5344CB8AC3E}">
        <p14:creationId xmlns:p14="http://schemas.microsoft.com/office/powerpoint/2010/main" val="376549610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Blocks - Elements Leading To">
    <p:spTree>
      <p:nvGrpSpPr>
        <p:cNvPr id="1" name=""/>
        <p:cNvGrpSpPr/>
        <p:nvPr/>
      </p:nvGrpSpPr>
      <p:grpSpPr>
        <a:xfrm>
          <a:off x="0" y="0"/>
          <a:ext cx="0" cy="0"/>
          <a:chOff x="0" y="0"/>
          <a:chExt cx="0" cy="0"/>
        </a:xfrm>
      </p:grpSpPr>
      <p:sp>
        <p:nvSpPr>
          <p:cNvPr id="15" name="Pentagon 14"/>
          <p:cNvSpPr/>
          <p:nvPr userDrawn="1"/>
        </p:nvSpPr>
        <p:spPr bwMode="auto">
          <a:xfrm>
            <a:off x="7133168" y="1497016"/>
            <a:ext cx="905933" cy="4352925"/>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7" name="Text Placeholder 8"/>
          <p:cNvSpPr>
            <a:spLocks noGrp="1"/>
          </p:cNvSpPr>
          <p:nvPr>
            <p:ph type="body" sz="quarter" idx="21"/>
          </p:nvPr>
        </p:nvSpPr>
        <p:spPr>
          <a:xfrm rot="5400000">
            <a:off x="9549384" y="-97536"/>
            <a:ext cx="640080" cy="3425952"/>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8" name="Text Placeholder 12"/>
          <p:cNvSpPr>
            <a:spLocks noGrp="1"/>
          </p:cNvSpPr>
          <p:nvPr>
            <p:ph type="body" sz="quarter" idx="18"/>
          </p:nvPr>
        </p:nvSpPr>
        <p:spPr>
          <a:xfrm>
            <a:off x="8156448" y="1981200"/>
            <a:ext cx="3425952" cy="4114800"/>
          </a:xfrm>
          <a:prstGeom prst="rect">
            <a:avLst/>
          </a:prstGeom>
          <a:noFill/>
          <a:ln>
            <a:solidFill>
              <a:srgbClr val="C0C0C0"/>
            </a:solidFill>
          </a:ln>
        </p:spPr>
        <p:txBody>
          <a:bodyPr wrap="square" lIns="91440" anchor="t" anchorCtr="0">
            <a:noAutofit/>
          </a:bodyPr>
          <a:lstStyle>
            <a:lvl1pPr marL="175022" indent="-175022" algn="l">
              <a:spcBef>
                <a:spcPts val="150"/>
              </a:spcBef>
              <a:buClr>
                <a:srgbClr val="B01C2E"/>
              </a:buClr>
              <a:buFont typeface="Wingdings" pitchFamily="2" charset="2"/>
              <a:buChar char="§"/>
              <a:defRPr sz="900" b="1" baseline="0"/>
            </a:lvl1pPr>
            <a:lvl2pPr marL="253604" indent="-129779">
              <a:spcBef>
                <a:spcPts val="150"/>
              </a:spcBef>
              <a:buClr>
                <a:srgbClr val="B01C2E"/>
              </a:buClr>
              <a:buFont typeface="Arial" pitchFamily="34" charset="0"/>
              <a:buChar char="•"/>
              <a:tabLst/>
              <a:defRPr sz="900" b="1" baseline="0"/>
            </a:lvl2pPr>
            <a:lvl3pPr marL="377190" indent="-129779">
              <a:spcBef>
                <a:spcPts val="150"/>
              </a:spcBef>
              <a:buClr>
                <a:srgbClr val="B01C2E"/>
              </a:buClr>
              <a:buFont typeface="Arial" pitchFamily="34" charset="0"/>
              <a:buChar char="–"/>
              <a:defRPr sz="900" b="1" baseline="0"/>
            </a:lvl3pPr>
            <a:lvl4pPr marL="514350" indent="-130302">
              <a:spcBef>
                <a:spcPts val="150"/>
              </a:spcBef>
              <a:buClr>
                <a:srgbClr val="B01C2E"/>
              </a:buClr>
              <a:buFont typeface="Arial" pitchFamily="34" charset="0"/>
              <a:buChar char="–"/>
              <a:tabLst/>
              <a:defRPr sz="900" b="1"/>
            </a:lvl4pPr>
            <a:lvl5pPr marL="637794" indent="-130302">
              <a:spcBef>
                <a:spcPts val="150"/>
              </a:spcBef>
              <a:buClr>
                <a:srgbClr val="B01C2E"/>
              </a:buClr>
              <a:buFont typeface="Arial" pitchFamily="34" charset="0"/>
              <a:buChar char="–"/>
              <a:defRPr sz="9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3"/>
          <p:cNvSpPr>
            <a:spLocks noGrp="1"/>
          </p:cNvSpPr>
          <p:nvPr>
            <p:ph sz="half" idx="12"/>
          </p:nvPr>
        </p:nvSpPr>
        <p:spPr>
          <a:xfrm>
            <a:off x="508005" y="1497018"/>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Content Placeholder 3"/>
          <p:cNvSpPr>
            <a:spLocks noGrp="1"/>
          </p:cNvSpPr>
          <p:nvPr>
            <p:ph sz="half" idx="22"/>
          </p:nvPr>
        </p:nvSpPr>
        <p:spPr>
          <a:xfrm>
            <a:off x="508005" y="2985440"/>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Content Placeholder 3"/>
          <p:cNvSpPr>
            <a:spLocks noGrp="1"/>
          </p:cNvSpPr>
          <p:nvPr>
            <p:ph sz="half" idx="23"/>
          </p:nvPr>
        </p:nvSpPr>
        <p:spPr>
          <a:xfrm>
            <a:off x="508005" y="4473860"/>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Content Placeholder 3"/>
          <p:cNvSpPr>
            <a:spLocks noGrp="1"/>
          </p:cNvSpPr>
          <p:nvPr>
            <p:ph sz="half" idx="24"/>
          </p:nvPr>
        </p:nvSpPr>
        <p:spPr>
          <a:xfrm>
            <a:off x="2743205" y="1497018"/>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Content Placeholder 3"/>
          <p:cNvSpPr>
            <a:spLocks noGrp="1"/>
          </p:cNvSpPr>
          <p:nvPr>
            <p:ph sz="half" idx="25"/>
          </p:nvPr>
        </p:nvSpPr>
        <p:spPr>
          <a:xfrm>
            <a:off x="2743205" y="2985440"/>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Content Placeholder 3"/>
          <p:cNvSpPr>
            <a:spLocks noGrp="1"/>
          </p:cNvSpPr>
          <p:nvPr>
            <p:ph sz="half" idx="26"/>
          </p:nvPr>
        </p:nvSpPr>
        <p:spPr>
          <a:xfrm>
            <a:off x="2743205" y="4473860"/>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Content Placeholder 3"/>
          <p:cNvSpPr>
            <a:spLocks noGrp="1"/>
          </p:cNvSpPr>
          <p:nvPr>
            <p:ph sz="half" idx="27"/>
          </p:nvPr>
        </p:nvSpPr>
        <p:spPr>
          <a:xfrm>
            <a:off x="4978405" y="1497018"/>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Content Placeholder 3"/>
          <p:cNvSpPr>
            <a:spLocks noGrp="1"/>
          </p:cNvSpPr>
          <p:nvPr>
            <p:ph sz="half" idx="28"/>
          </p:nvPr>
        </p:nvSpPr>
        <p:spPr>
          <a:xfrm>
            <a:off x="4978405" y="2985440"/>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Content Placeholder 3"/>
          <p:cNvSpPr>
            <a:spLocks noGrp="1"/>
          </p:cNvSpPr>
          <p:nvPr>
            <p:ph sz="half" idx="29"/>
          </p:nvPr>
        </p:nvSpPr>
        <p:spPr>
          <a:xfrm>
            <a:off x="4978405" y="4473860"/>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Slide Number Placeholder 9"/>
          <p:cNvSpPr>
            <a:spLocks noGrp="1"/>
          </p:cNvSpPr>
          <p:nvPr>
            <p:ph type="sldNum" sz="quarter" idx="30"/>
          </p:nvPr>
        </p:nvSpPr>
        <p:spPr/>
        <p:txBody>
          <a:bodyPr/>
          <a:lstStyle>
            <a:lvl1pPr>
              <a:defRPr/>
            </a:lvl1pPr>
          </a:lstStyle>
          <a:p>
            <a:fld id="{09CF501B-85A3-0748-9525-578425C49286}" type="slidenum">
              <a:rPr lang="en-US" altLang="en-US"/>
              <a:pPr/>
              <a:t>‹#›</a:t>
            </a:fld>
            <a:endParaRPr lang="en-US" altLang="en-US"/>
          </a:p>
        </p:txBody>
      </p:sp>
      <p:sp>
        <p:nvSpPr>
          <p:cNvPr id="21" name="Footer Placeholder 20"/>
          <p:cNvSpPr>
            <a:spLocks noGrp="1"/>
          </p:cNvSpPr>
          <p:nvPr>
            <p:ph type="ftr" sz="quarter" idx="31"/>
          </p:nvPr>
        </p:nvSpPr>
        <p:spPr/>
        <p:txBody>
          <a:bodyPr/>
          <a:lstStyle>
            <a:lvl1pPr>
              <a:defRPr smtClean="0"/>
            </a:lvl1pPr>
          </a:lstStyle>
          <a:p>
            <a:pPr>
              <a:defRPr/>
            </a:pPr>
            <a:r>
              <a:rPr lang="en-US"/>
              <a:t>Residual Income</a:t>
            </a:r>
          </a:p>
        </p:txBody>
      </p:sp>
    </p:spTree>
    <p:extLst>
      <p:ext uri="{BB962C8B-B14F-4D97-AF65-F5344CB8AC3E}">
        <p14:creationId xmlns:p14="http://schemas.microsoft.com/office/powerpoint/2010/main" val="175985672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Related Text Blocks - Sequence">
    <p:spTree>
      <p:nvGrpSpPr>
        <p:cNvPr id="1" name=""/>
        <p:cNvGrpSpPr/>
        <p:nvPr/>
      </p:nvGrpSpPr>
      <p:grpSpPr>
        <a:xfrm>
          <a:off x="0" y="0"/>
          <a:ext cx="0" cy="0"/>
          <a:chOff x="0" y="0"/>
          <a:chExt cx="0" cy="0"/>
        </a:xfrm>
      </p:grpSpPr>
      <p:cxnSp>
        <p:nvCxnSpPr>
          <p:cNvPr id="7" name="Elbow Connector 24"/>
          <p:cNvCxnSpPr>
            <a:cxnSpLocks noChangeShapeType="1"/>
          </p:cNvCxnSpPr>
          <p:nvPr userDrawn="1"/>
        </p:nvCxnSpPr>
        <p:spPr bwMode="auto">
          <a:xfrm rot="16200000" flipH="1">
            <a:off x="1340909" y="2289176"/>
            <a:ext cx="768350" cy="850900"/>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3" name="Elbow Connector 28"/>
          <p:cNvCxnSpPr>
            <a:cxnSpLocks noChangeShapeType="1"/>
          </p:cNvCxnSpPr>
          <p:nvPr userDrawn="1"/>
        </p:nvCxnSpPr>
        <p:spPr bwMode="auto">
          <a:xfrm rot="16200000" flipH="1">
            <a:off x="2881315" y="3486682"/>
            <a:ext cx="752475" cy="833967"/>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4" name="Elbow Connector 39"/>
          <p:cNvCxnSpPr>
            <a:cxnSpLocks noChangeShapeType="1"/>
          </p:cNvCxnSpPr>
          <p:nvPr userDrawn="1"/>
        </p:nvCxnSpPr>
        <p:spPr bwMode="auto">
          <a:xfrm rot="16200000" flipH="1">
            <a:off x="4429126" y="4714877"/>
            <a:ext cx="698500" cy="793751"/>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sp>
        <p:nvSpPr>
          <p:cNvPr id="8" name="Content Placeholder 3"/>
          <p:cNvSpPr>
            <a:spLocks noGrp="1"/>
          </p:cNvSpPr>
          <p:nvPr>
            <p:ph sz="half" idx="17"/>
          </p:nvPr>
        </p:nvSpPr>
        <p:spPr>
          <a:xfrm>
            <a:off x="5175609" y="4986243"/>
            <a:ext cx="6413145"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9" name="Content Placeholder 3"/>
          <p:cNvSpPr>
            <a:spLocks noGrp="1"/>
          </p:cNvSpPr>
          <p:nvPr>
            <p:ph sz="half" idx="14"/>
          </p:nvPr>
        </p:nvSpPr>
        <p:spPr>
          <a:xfrm>
            <a:off x="638824" y="1441358"/>
            <a:ext cx="6413145"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0" name="Content Placeholder 3"/>
          <p:cNvSpPr>
            <a:spLocks noGrp="1"/>
          </p:cNvSpPr>
          <p:nvPr>
            <p:ph sz="half" idx="15"/>
          </p:nvPr>
        </p:nvSpPr>
        <p:spPr>
          <a:xfrm>
            <a:off x="2150311" y="2622986"/>
            <a:ext cx="6413145"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1" name="Content Placeholder 3"/>
          <p:cNvSpPr>
            <a:spLocks noGrp="1"/>
          </p:cNvSpPr>
          <p:nvPr>
            <p:ph sz="half" idx="16"/>
          </p:nvPr>
        </p:nvSpPr>
        <p:spPr>
          <a:xfrm>
            <a:off x="3674315" y="3804614"/>
            <a:ext cx="6413145"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p:cNvSpPr>
            <a:spLocks noGrp="1"/>
          </p:cNvSpPr>
          <p:nvPr>
            <p:ph type="sldNum" sz="quarter" idx="18"/>
          </p:nvPr>
        </p:nvSpPr>
        <p:spPr/>
        <p:txBody>
          <a:bodyPr/>
          <a:lstStyle>
            <a:lvl1pPr>
              <a:defRPr/>
            </a:lvl1pPr>
          </a:lstStyle>
          <a:p>
            <a:fld id="{0C10D6D8-3B97-854D-B9A2-DD1E2B17F6F0}" type="slidenum">
              <a:rPr lang="en-US" altLang="en-US"/>
              <a:pPr/>
              <a:t>‹#›</a:t>
            </a:fld>
            <a:endParaRPr lang="en-US" altLang="en-US"/>
          </a:p>
        </p:txBody>
      </p:sp>
      <p:sp>
        <p:nvSpPr>
          <p:cNvPr id="16" name="Footer Placeholder 13"/>
          <p:cNvSpPr>
            <a:spLocks noGrp="1"/>
          </p:cNvSpPr>
          <p:nvPr>
            <p:ph type="ftr" sz="quarter" idx="19"/>
          </p:nvPr>
        </p:nvSpPr>
        <p:spPr/>
        <p:txBody>
          <a:bodyPr/>
          <a:lstStyle>
            <a:lvl1pPr>
              <a:defRPr smtClean="0"/>
            </a:lvl1pPr>
          </a:lstStyle>
          <a:p>
            <a:pPr>
              <a:defRPr/>
            </a:pPr>
            <a:r>
              <a:rPr lang="en-US"/>
              <a:t>Residual Income</a:t>
            </a:r>
          </a:p>
        </p:txBody>
      </p:sp>
    </p:spTree>
    <p:extLst>
      <p:ext uri="{BB962C8B-B14F-4D97-AF65-F5344CB8AC3E}">
        <p14:creationId xmlns:p14="http://schemas.microsoft.com/office/powerpoint/2010/main" val="204986213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Guidelines">
    <p:spTree>
      <p:nvGrpSpPr>
        <p:cNvPr id="1" name=""/>
        <p:cNvGrpSpPr/>
        <p:nvPr/>
      </p:nvGrpSpPr>
      <p:grpSpPr>
        <a:xfrm>
          <a:off x="0" y="0"/>
          <a:ext cx="0" cy="0"/>
          <a:chOff x="0" y="0"/>
          <a:chExt cx="0" cy="0"/>
        </a:xfrm>
      </p:grpSpPr>
      <p:sp>
        <p:nvSpPr>
          <p:cNvPr id="7" name="Parallelogram 6"/>
          <p:cNvSpPr/>
          <p:nvPr userDrawn="1"/>
        </p:nvSpPr>
        <p:spPr bwMode="auto">
          <a:xfrm>
            <a:off x="950385" y="1782765"/>
            <a:ext cx="10625667"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8" name="Parallelogram 7"/>
          <p:cNvSpPr/>
          <p:nvPr userDrawn="1"/>
        </p:nvSpPr>
        <p:spPr bwMode="auto">
          <a:xfrm>
            <a:off x="950385" y="5300666"/>
            <a:ext cx="10625667" cy="530225"/>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14" name="Parallelogram 13"/>
          <p:cNvSpPr/>
          <p:nvPr userDrawn="1"/>
        </p:nvSpPr>
        <p:spPr bwMode="auto">
          <a:xfrm>
            <a:off x="950385" y="4129091"/>
            <a:ext cx="10625667"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15" name="Parallelogram 14"/>
          <p:cNvSpPr/>
          <p:nvPr userDrawn="1"/>
        </p:nvSpPr>
        <p:spPr bwMode="auto">
          <a:xfrm>
            <a:off x="950385" y="2955925"/>
            <a:ext cx="10625667" cy="528638"/>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9" name="Content Placeholder 3"/>
          <p:cNvSpPr>
            <a:spLocks noGrp="1"/>
          </p:cNvSpPr>
          <p:nvPr>
            <p:ph sz="half" idx="12"/>
          </p:nvPr>
        </p:nvSpPr>
        <p:spPr>
          <a:xfrm>
            <a:off x="944921" y="1501649"/>
            <a:ext cx="9934099"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0" name="Content Placeholder 3"/>
          <p:cNvSpPr>
            <a:spLocks noGrp="1"/>
          </p:cNvSpPr>
          <p:nvPr>
            <p:ph sz="half" idx="13"/>
          </p:nvPr>
        </p:nvSpPr>
        <p:spPr>
          <a:xfrm>
            <a:off x="944921" y="5019705"/>
            <a:ext cx="9934099" cy="789371"/>
          </a:xfrm>
          <a:prstGeom prst="parallelogram">
            <a:avLst/>
          </a:prstGeom>
          <a:solidFill>
            <a:schemeClr val="accent1"/>
          </a:solidFill>
          <a:ln w="6350">
            <a:noFill/>
          </a:ln>
        </p:spPr>
        <p:txBody>
          <a:bodyPr lIns="137160" tIns="137160" rIns="137160" bIns="137160" anchor="ctr"/>
          <a:lstStyle>
            <a:lvl1pPr marL="132160" marR="0" indent="-132160" algn="ctr"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1" name="Content Placeholder 3"/>
          <p:cNvSpPr>
            <a:spLocks noGrp="1"/>
          </p:cNvSpPr>
          <p:nvPr>
            <p:ph sz="half" idx="14"/>
          </p:nvPr>
        </p:nvSpPr>
        <p:spPr>
          <a:xfrm>
            <a:off x="944921" y="3847018"/>
            <a:ext cx="9934099"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2" name="Content Placeholder 3"/>
          <p:cNvSpPr>
            <a:spLocks noGrp="1"/>
          </p:cNvSpPr>
          <p:nvPr>
            <p:ph sz="half" idx="15"/>
          </p:nvPr>
        </p:nvSpPr>
        <p:spPr>
          <a:xfrm>
            <a:off x="944921" y="2674337"/>
            <a:ext cx="9934099"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3"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Slide Number Placeholder 9"/>
          <p:cNvSpPr>
            <a:spLocks noGrp="1"/>
          </p:cNvSpPr>
          <p:nvPr>
            <p:ph type="sldNum" sz="quarter" idx="16"/>
          </p:nvPr>
        </p:nvSpPr>
        <p:spPr/>
        <p:txBody>
          <a:bodyPr/>
          <a:lstStyle>
            <a:lvl1pPr>
              <a:defRPr/>
            </a:lvl1pPr>
          </a:lstStyle>
          <a:p>
            <a:fld id="{97E92AD8-7AD1-8240-8596-9839AB315E2F}" type="slidenum">
              <a:rPr lang="en-US" altLang="en-US"/>
              <a:pPr/>
              <a:t>‹#›</a:t>
            </a:fld>
            <a:endParaRPr lang="en-US" altLang="en-US"/>
          </a:p>
        </p:txBody>
      </p:sp>
      <p:sp>
        <p:nvSpPr>
          <p:cNvPr id="17" name="Footer Placeholder 14"/>
          <p:cNvSpPr>
            <a:spLocks noGrp="1"/>
          </p:cNvSpPr>
          <p:nvPr>
            <p:ph type="ftr" sz="quarter" idx="17"/>
          </p:nvPr>
        </p:nvSpPr>
        <p:spPr/>
        <p:txBody>
          <a:bodyPr/>
          <a:lstStyle>
            <a:lvl1pPr>
              <a:defRPr smtClean="0"/>
            </a:lvl1pPr>
          </a:lstStyle>
          <a:p>
            <a:pPr>
              <a:defRPr/>
            </a:pPr>
            <a:r>
              <a:rPr lang="en-US"/>
              <a:t>Residual Income</a:t>
            </a:r>
          </a:p>
        </p:txBody>
      </p:sp>
    </p:spTree>
    <p:extLst>
      <p:ext uri="{BB962C8B-B14F-4D97-AF65-F5344CB8AC3E}">
        <p14:creationId xmlns:p14="http://schemas.microsoft.com/office/powerpoint/2010/main" val="213067854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Phases and threads with chevrons">
    <p:spTree>
      <p:nvGrpSpPr>
        <p:cNvPr id="1" name=""/>
        <p:cNvGrpSpPr/>
        <p:nvPr/>
      </p:nvGrpSpPr>
      <p:grpSpPr>
        <a:xfrm>
          <a:off x="0" y="0"/>
          <a:ext cx="0" cy="0"/>
          <a:chOff x="0" y="0"/>
          <a:chExt cx="0" cy="0"/>
        </a:xfrm>
      </p:grpSpPr>
      <p:cxnSp>
        <p:nvCxnSpPr>
          <p:cNvPr id="22" name="Straight Connector 8"/>
          <p:cNvCxnSpPr>
            <a:cxnSpLocks noChangeShapeType="1"/>
          </p:cNvCxnSpPr>
          <p:nvPr userDrawn="1"/>
        </p:nvCxnSpPr>
        <p:spPr bwMode="auto">
          <a:xfrm>
            <a:off x="637117" y="3294066"/>
            <a:ext cx="10651067"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3" name="Straight Connector 9"/>
          <p:cNvCxnSpPr>
            <a:cxnSpLocks noChangeShapeType="1"/>
          </p:cNvCxnSpPr>
          <p:nvPr userDrawn="1"/>
        </p:nvCxnSpPr>
        <p:spPr bwMode="auto">
          <a:xfrm>
            <a:off x="637117" y="4670425"/>
            <a:ext cx="10651067" cy="1588"/>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4" name="Straight Connector 10"/>
          <p:cNvCxnSpPr>
            <a:cxnSpLocks noChangeShapeType="1"/>
          </p:cNvCxnSpPr>
          <p:nvPr userDrawn="1"/>
        </p:nvCxnSpPr>
        <p:spPr bwMode="auto">
          <a:xfrm>
            <a:off x="637117" y="6046791"/>
            <a:ext cx="10651067"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sp>
        <p:nvSpPr>
          <p:cNvPr id="5" name="Text Placeholder 12"/>
          <p:cNvSpPr>
            <a:spLocks noGrp="1"/>
          </p:cNvSpPr>
          <p:nvPr>
            <p:ph type="body" sz="quarter" idx="12"/>
          </p:nvPr>
        </p:nvSpPr>
        <p:spPr>
          <a:xfrm>
            <a:off x="2110661" y="1290645"/>
            <a:ext cx="2494291" cy="600507"/>
          </a:xfrm>
          <a:prstGeom prst="homePlate">
            <a:avLst>
              <a:gd name="adj" fmla="val 31973"/>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6" name="Text Placeholder 12"/>
          <p:cNvSpPr>
            <a:spLocks noGrp="1"/>
          </p:cNvSpPr>
          <p:nvPr>
            <p:ph type="body" sz="quarter" idx="15"/>
          </p:nvPr>
        </p:nvSpPr>
        <p:spPr>
          <a:xfrm>
            <a:off x="9195340" y="1290645"/>
            <a:ext cx="2538493"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7" name="Text Placeholder 12"/>
          <p:cNvSpPr>
            <a:spLocks noGrp="1"/>
          </p:cNvSpPr>
          <p:nvPr>
            <p:ph type="body" sz="quarter" idx="30"/>
          </p:nvPr>
        </p:nvSpPr>
        <p:spPr>
          <a:xfrm>
            <a:off x="6819047" y="1290645"/>
            <a:ext cx="2538493"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marR="0" indent="0" algn="ctr"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8" name="Text Placeholder 12"/>
          <p:cNvSpPr>
            <a:spLocks noGrp="1"/>
          </p:cNvSpPr>
          <p:nvPr>
            <p:ph type="body" sz="quarter" idx="31"/>
          </p:nvPr>
        </p:nvSpPr>
        <p:spPr>
          <a:xfrm>
            <a:off x="4442752" y="1290645"/>
            <a:ext cx="2538493"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9" name="Text Placeholder 12"/>
          <p:cNvSpPr>
            <a:spLocks noGrp="1"/>
          </p:cNvSpPr>
          <p:nvPr>
            <p:ph type="body" sz="quarter" idx="11"/>
          </p:nvPr>
        </p:nvSpPr>
        <p:spPr>
          <a:xfrm>
            <a:off x="609600" y="2068960"/>
            <a:ext cx="134112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900"/>
            </a:lvl5pPr>
          </a:lstStyle>
          <a:p>
            <a:pPr lvl="0"/>
            <a:r>
              <a:rPr lang="en-US"/>
              <a:t>Click to edit Master text styles</a:t>
            </a:r>
          </a:p>
        </p:txBody>
      </p:sp>
      <p:sp>
        <p:nvSpPr>
          <p:cNvPr id="10" name="Text Placeholder 12"/>
          <p:cNvSpPr>
            <a:spLocks noGrp="1"/>
          </p:cNvSpPr>
          <p:nvPr>
            <p:ph type="body" sz="quarter" idx="32"/>
          </p:nvPr>
        </p:nvSpPr>
        <p:spPr>
          <a:xfrm>
            <a:off x="609600" y="3436667"/>
            <a:ext cx="134112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1" name="Text Placeholder 12"/>
          <p:cNvSpPr>
            <a:spLocks noGrp="1"/>
          </p:cNvSpPr>
          <p:nvPr>
            <p:ph type="body" sz="quarter" idx="33"/>
          </p:nvPr>
        </p:nvSpPr>
        <p:spPr>
          <a:xfrm>
            <a:off x="609600" y="4802487"/>
            <a:ext cx="134112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2" name="Text Placeholder 12"/>
          <p:cNvSpPr>
            <a:spLocks noGrp="1"/>
          </p:cNvSpPr>
          <p:nvPr>
            <p:ph type="body" sz="quarter" idx="34"/>
          </p:nvPr>
        </p:nvSpPr>
        <p:spPr>
          <a:xfrm>
            <a:off x="2110661" y="2068960"/>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3" name="Text Placeholder 12"/>
          <p:cNvSpPr>
            <a:spLocks noGrp="1"/>
          </p:cNvSpPr>
          <p:nvPr>
            <p:ph type="body" sz="quarter" idx="35"/>
          </p:nvPr>
        </p:nvSpPr>
        <p:spPr>
          <a:xfrm>
            <a:off x="2110661" y="3441508"/>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4" name="Text Placeholder 12"/>
          <p:cNvSpPr>
            <a:spLocks noGrp="1"/>
          </p:cNvSpPr>
          <p:nvPr>
            <p:ph type="body" sz="quarter" idx="36"/>
          </p:nvPr>
        </p:nvSpPr>
        <p:spPr>
          <a:xfrm>
            <a:off x="2110661" y="4807328"/>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7"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8" name="Text Placeholder 12"/>
          <p:cNvSpPr>
            <a:spLocks noGrp="1"/>
          </p:cNvSpPr>
          <p:nvPr>
            <p:ph type="body" sz="quarter" idx="37"/>
          </p:nvPr>
        </p:nvSpPr>
        <p:spPr>
          <a:xfrm>
            <a:off x="4442752" y="2066925"/>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9" name="Text Placeholder 12"/>
          <p:cNvSpPr>
            <a:spLocks noGrp="1"/>
          </p:cNvSpPr>
          <p:nvPr>
            <p:ph type="body" sz="quarter" idx="38"/>
          </p:nvPr>
        </p:nvSpPr>
        <p:spPr>
          <a:xfrm>
            <a:off x="4442752" y="3439473"/>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0" name="Text Placeholder 12"/>
          <p:cNvSpPr>
            <a:spLocks noGrp="1"/>
          </p:cNvSpPr>
          <p:nvPr>
            <p:ph type="body" sz="quarter" idx="39"/>
          </p:nvPr>
        </p:nvSpPr>
        <p:spPr>
          <a:xfrm>
            <a:off x="4442752" y="4805293"/>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1" name="Text Placeholder 12"/>
          <p:cNvSpPr>
            <a:spLocks noGrp="1"/>
          </p:cNvSpPr>
          <p:nvPr>
            <p:ph type="body" sz="quarter" idx="40"/>
          </p:nvPr>
        </p:nvSpPr>
        <p:spPr>
          <a:xfrm>
            <a:off x="6819045" y="2066925"/>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2" name="Text Placeholder 12"/>
          <p:cNvSpPr>
            <a:spLocks noGrp="1"/>
          </p:cNvSpPr>
          <p:nvPr>
            <p:ph type="body" sz="quarter" idx="41"/>
          </p:nvPr>
        </p:nvSpPr>
        <p:spPr>
          <a:xfrm>
            <a:off x="6819045" y="3439473"/>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3" name="Text Placeholder 12"/>
          <p:cNvSpPr>
            <a:spLocks noGrp="1"/>
          </p:cNvSpPr>
          <p:nvPr>
            <p:ph type="body" sz="quarter" idx="42"/>
          </p:nvPr>
        </p:nvSpPr>
        <p:spPr>
          <a:xfrm>
            <a:off x="6819045" y="4805293"/>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4" name="Text Placeholder 12"/>
          <p:cNvSpPr>
            <a:spLocks noGrp="1"/>
          </p:cNvSpPr>
          <p:nvPr>
            <p:ph type="body" sz="quarter" idx="43"/>
          </p:nvPr>
        </p:nvSpPr>
        <p:spPr>
          <a:xfrm>
            <a:off x="9195340" y="2066925"/>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5" name="Text Placeholder 12"/>
          <p:cNvSpPr>
            <a:spLocks noGrp="1"/>
          </p:cNvSpPr>
          <p:nvPr>
            <p:ph type="body" sz="quarter" idx="44"/>
          </p:nvPr>
        </p:nvSpPr>
        <p:spPr>
          <a:xfrm>
            <a:off x="9195340" y="3439473"/>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6" name="Text Placeholder 12"/>
          <p:cNvSpPr>
            <a:spLocks noGrp="1"/>
          </p:cNvSpPr>
          <p:nvPr>
            <p:ph type="body" sz="quarter" idx="45"/>
          </p:nvPr>
        </p:nvSpPr>
        <p:spPr>
          <a:xfrm>
            <a:off x="9195340" y="4805293"/>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5" name="Slide Number Placeholder 9"/>
          <p:cNvSpPr>
            <a:spLocks noGrp="1"/>
          </p:cNvSpPr>
          <p:nvPr>
            <p:ph type="sldNum" sz="quarter" idx="46"/>
          </p:nvPr>
        </p:nvSpPr>
        <p:spPr/>
        <p:txBody>
          <a:bodyPr/>
          <a:lstStyle>
            <a:lvl1pPr>
              <a:defRPr/>
            </a:lvl1pPr>
          </a:lstStyle>
          <a:p>
            <a:fld id="{BC9105C1-E9DE-DA45-BFF7-4F496C07EBDE}" type="slidenum">
              <a:rPr lang="en-US" altLang="en-US"/>
              <a:pPr/>
              <a:t>‹#›</a:t>
            </a:fld>
            <a:endParaRPr lang="en-US" altLang="en-US"/>
          </a:p>
        </p:txBody>
      </p:sp>
      <p:sp>
        <p:nvSpPr>
          <p:cNvPr id="26" name="Footer Placeholder 37"/>
          <p:cNvSpPr>
            <a:spLocks noGrp="1"/>
          </p:cNvSpPr>
          <p:nvPr>
            <p:ph type="ftr" sz="quarter" idx="47"/>
          </p:nvPr>
        </p:nvSpPr>
        <p:spPr/>
        <p:txBody>
          <a:bodyPr/>
          <a:lstStyle>
            <a:lvl1pPr>
              <a:defRPr smtClean="0"/>
            </a:lvl1pPr>
          </a:lstStyle>
          <a:p>
            <a:pPr>
              <a:defRPr/>
            </a:pPr>
            <a:r>
              <a:rPr lang="en-US"/>
              <a:t>Residual Income</a:t>
            </a:r>
          </a:p>
        </p:txBody>
      </p:sp>
    </p:spTree>
    <p:extLst>
      <p:ext uri="{BB962C8B-B14F-4D97-AF65-F5344CB8AC3E}">
        <p14:creationId xmlns:p14="http://schemas.microsoft.com/office/powerpoint/2010/main" val="414610446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metable">
    <p:spTree>
      <p:nvGrpSpPr>
        <p:cNvPr id="1" name=""/>
        <p:cNvGrpSpPr/>
        <p:nvPr/>
      </p:nvGrpSpPr>
      <p:grpSpPr>
        <a:xfrm>
          <a:off x="0" y="0"/>
          <a:ext cx="0" cy="0"/>
          <a:chOff x="0" y="0"/>
          <a:chExt cx="0" cy="0"/>
        </a:xfrm>
      </p:grpSpPr>
      <p:sp>
        <p:nvSpPr>
          <p:cNvPr id="22" name="Pentagon 11"/>
          <p:cNvSpPr>
            <a:spLocks noChangeArrowheads="1"/>
          </p:cNvSpPr>
          <p:nvPr userDrawn="1"/>
        </p:nvSpPr>
        <p:spPr bwMode="auto">
          <a:xfrm>
            <a:off x="2868086" y="1277938"/>
            <a:ext cx="8824383" cy="582612"/>
          </a:xfrm>
          <a:prstGeom prst="homePlate">
            <a:avLst>
              <a:gd name="adj" fmla="val 39286"/>
            </a:avLst>
          </a:prstGeom>
          <a:solidFill>
            <a:schemeClr val="accent1"/>
          </a:solidFill>
          <a:ln w="12700">
            <a:solidFill>
              <a:srgbClr val="A9A9A9"/>
            </a:solidFill>
            <a:miter lim="800000"/>
            <a:headEnd/>
            <a:tailEnd/>
          </a:ln>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350" b="1">
              <a:solidFill>
                <a:schemeClr val="bg1"/>
              </a:solidFill>
              <a:latin typeface="Arial" charset="0"/>
            </a:endParaRPr>
          </a:p>
        </p:txBody>
      </p:sp>
      <p:cxnSp>
        <p:nvCxnSpPr>
          <p:cNvPr id="23" name="Straight Connector 9"/>
          <p:cNvCxnSpPr>
            <a:cxnSpLocks noChangeShapeType="1"/>
          </p:cNvCxnSpPr>
          <p:nvPr userDrawn="1"/>
        </p:nvCxnSpPr>
        <p:spPr bwMode="auto">
          <a:xfrm>
            <a:off x="2880785" y="1568450"/>
            <a:ext cx="8811683" cy="0"/>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cxnSp>
        <p:nvCxnSpPr>
          <p:cNvPr id="24" name="Straight Connector 10"/>
          <p:cNvCxnSpPr>
            <a:cxnSpLocks noChangeShapeType="1"/>
          </p:cNvCxnSpPr>
          <p:nvPr userDrawn="1"/>
        </p:nvCxnSpPr>
        <p:spPr bwMode="auto">
          <a:xfrm rot="16200000" flipH="1">
            <a:off x="554302" y="3602304"/>
            <a:ext cx="4665662" cy="16933"/>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grpSp>
        <p:nvGrpSpPr>
          <p:cNvPr id="25" name="Group 115"/>
          <p:cNvGrpSpPr>
            <a:grpSpLocks/>
          </p:cNvGrpSpPr>
          <p:nvPr userDrawn="1"/>
        </p:nvGrpSpPr>
        <p:grpSpPr bwMode="auto">
          <a:xfrm>
            <a:off x="3445933" y="1576388"/>
            <a:ext cx="7374467" cy="4367212"/>
            <a:chOff x="2585007" y="1576462"/>
            <a:chExt cx="5530617" cy="4041195"/>
          </a:xfrm>
        </p:grpSpPr>
        <p:cxnSp>
          <p:nvCxnSpPr>
            <p:cNvPr id="42" name="Straight Connector 12"/>
            <p:cNvCxnSpPr>
              <a:cxnSpLocks noChangeShapeType="1"/>
            </p:cNvCxnSpPr>
            <p:nvPr userDrawn="1"/>
          </p:nvCxnSpPr>
          <p:spPr bwMode="auto">
            <a:xfrm rot="5400000">
              <a:off x="564416" y="3597053"/>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6" name="Straight Connector 13"/>
            <p:cNvCxnSpPr>
              <a:cxnSpLocks noChangeShapeType="1"/>
            </p:cNvCxnSpPr>
            <p:nvPr userDrawn="1"/>
          </p:nvCxnSpPr>
          <p:spPr bwMode="auto">
            <a:xfrm rot="5400000">
              <a:off x="1415280" y="359705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8" name="Straight Connector 14"/>
            <p:cNvCxnSpPr>
              <a:cxnSpLocks noChangeShapeType="1"/>
            </p:cNvCxnSpPr>
            <p:nvPr userDrawn="1"/>
          </p:nvCxnSpPr>
          <p:spPr bwMode="auto">
            <a:xfrm rot="5400000">
              <a:off x="989848"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9" name="Straight Connector 15"/>
            <p:cNvCxnSpPr>
              <a:cxnSpLocks noChangeShapeType="1"/>
            </p:cNvCxnSpPr>
            <p:nvPr userDrawn="1"/>
          </p:nvCxnSpPr>
          <p:spPr bwMode="auto">
            <a:xfrm rot="5400000">
              <a:off x="2266144"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0" name="Straight Connector 16"/>
            <p:cNvCxnSpPr>
              <a:cxnSpLocks noChangeShapeType="1"/>
            </p:cNvCxnSpPr>
            <p:nvPr userDrawn="1"/>
          </p:nvCxnSpPr>
          <p:spPr bwMode="auto">
            <a:xfrm rot="5400000">
              <a:off x="1840712"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1" name="Straight Connector 17"/>
            <p:cNvCxnSpPr>
              <a:cxnSpLocks noChangeShapeType="1"/>
            </p:cNvCxnSpPr>
            <p:nvPr userDrawn="1"/>
          </p:nvCxnSpPr>
          <p:spPr bwMode="auto">
            <a:xfrm rot="5400000">
              <a:off x="3117008"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2" name="Straight Connector 18"/>
            <p:cNvCxnSpPr>
              <a:cxnSpLocks noChangeShapeType="1"/>
            </p:cNvCxnSpPr>
            <p:nvPr userDrawn="1"/>
          </p:nvCxnSpPr>
          <p:spPr bwMode="auto">
            <a:xfrm rot="5400000">
              <a:off x="2691576"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3" name="Straight Connector 19"/>
            <p:cNvCxnSpPr>
              <a:cxnSpLocks noChangeShapeType="1"/>
            </p:cNvCxnSpPr>
            <p:nvPr userDrawn="1"/>
          </p:nvCxnSpPr>
          <p:spPr bwMode="auto">
            <a:xfrm rot="5400000">
              <a:off x="3967872"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4" name="Straight Connector 20"/>
            <p:cNvCxnSpPr>
              <a:cxnSpLocks noChangeShapeType="1"/>
            </p:cNvCxnSpPr>
            <p:nvPr userDrawn="1"/>
          </p:nvCxnSpPr>
          <p:spPr bwMode="auto">
            <a:xfrm rot="5400000">
              <a:off x="3542440"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5" name="Straight Connector 21"/>
            <p:cNvCxnSpPr>
              <a:cxnSpLocks noChangeShapeType="1"/>
            </p:cNvCxnSpPr>
            <p:nvPr userDrawn="1"/>
          </p:nvCxnSpPr>
          <p:spPr bwMode="auto">
            <a:xfrm rot="5400000">
              <a:off x="4818736"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6" name="Straight Connector 22"/>
            <p:cNvCxnSpPr>
              <a:cxnSpLocks noChangeShapeType="1"/>
            </p:cNvCxnSpPr>
            <p:nvPr userDrawn="1"/>
          </p:nvCxnSpPr>
          <p:spPr bwMode="auto">
            <a:xfrm rot="5400000">
              <a:off x="4393304"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7" name="Straight Connector 23"/>
            <p:cNvCxnSpPr>
              <a:cxnSpLocks noChangeShapeType="1"/>
            </p:cNvCxnSpPr>
            <p:nvPr userDrawn="1"/>
          </p:nvCxnSpPr>
          <p:spPr bwMode="auto">
            <a:xfrm rot="5400000">
              <a:off x="5669600"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8" name="Straight Connector 24"/>
            <p:cNvCxnSpPr>
              <a:cxnSpLocks noChangeShapeType="1"/>
            </p:cNvCxnSpPr>
            <p:nvPr userDrawn="1"/>
          </p:nvCxnSpPr>
          <p:spPr bwMode="auto">
            <a:xfrm rot="5400000">
              <a:off x="5244168" y="3597064"/>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9" name="Straight Connector 25"/>
            <p:cNvCxnSpPr>
              <a:cxnSpLocks noChangeShapeType="1"/>
            </p:cNvCxnSpPr>
            <p:nvPr userDrawn="1"/>
          </p:nvCxnSpPr>
          <p:spPr bwMode="auto">
            <a:xfrm rot="5400000">
              <a:off x="6095032" y="359706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sp>
        <p:nvSpPr>
          <p:cNvPr id="60" name="Rectangle 30"/>
          <p:cNvSpPr>
            <a:spLocks noChangeArrowheads="1"/>
          </p:cNvSpPr>
          <p:nvPr userDrawn="1"/>
        </p:nvSpPr>
        <p:spPr bwMode="auto">
          <a:xfrm>
            <a:off x="624417" y="1860550"/>
            <a:ext cx="10759016" cy="4083050"/>
          </a:xfrm>
          <a:prstGeom prst="rect">
            <a:avLst/>
          </a:prstGeom>
          <a:noFill/>
          <a:ln w="12700">
            <a:solidFill>
              <a:srgbClr val="A9A9A9"/>
            </a:solidFill>
            <a:miter lim="800000"/>
            <a:headEnd/>
            <a:tailEnd/>
          </a:ln>
          <a:extLst>
            <a:ext uri="{909E8E84-426E-40DD-AFC4-6F175D3DCCD1}">
              <a14:hiddenFill xmlns:a14="http://schemas.microsoft.com/office/drawing/2010/main">
                <a:solidFill>
                  <a:srgbClr val="FFFFFF"/>
                </a:solidFill>
              </a14:hiddenFill>
            </a:ext>
          </a:extLst>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350" b="1">
              <a:solidFill>
                <a:schemeClr val="bg1"/>
              </a:solidFill>
              <a:latin typeface="Arial" charset="0"/>
            </a:endParaRPr>
          </a:p>
        </p:txBody>
      </p:sp>
      <p:sp>
        <p:nvSpPr>
          <p:cNvPr id="61" name="Rectangle 31"/>
          <p:cNvSpPr>
            <a:spLocks noChangeArrowheads="1"/>
          </p:cNvSpPr>
          <p:nvPr userDrawn="1"/>
        </p:nvSpPr>
        <p:spPr bwMode="auto">
          <a:xfrm>
            <a:off x="624419" y="1277938"/>
            <a:ext cx="2256367" cy="582612"/>
          </a:xfrm>
          <a:prstGeom prst="rect">
            <a:avLst/>
          </a:prstGeom>
          <a:solidFill>
            <a:srgbClr val="4D4D4D"/>
          </a:solidFill>
          <a:ln w="12700">
            <a:solidFill>
              <a:srgbClr val="A9A9A9"/>
            </a:solidFill>
            <a:miter lim="800000"/>
            <a:headEnd/>
            <a:tailEnd/>
          </a:ln>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350" b="1">
              <a:solidFill>
                <a:schemeClr val="bg1"/>
              </a:solidFill>
              <a:latin typeface="Arial" charset="0"/>
            </a:endParaRPr>
          </a:p>
        </p:txBody>
      </p:sp>
      <p:cxnSp>
        <p:nvCxnSpPr>
          <p:cNvPr id="62" name="Straight Connector 28"/>
          <p:cNvCxnSpPr>
            <a:cxnSpLocks noChangeShapeType="1"/>
          </p:cNvCxnSpPr>
          <p:nvPr userDrawn="1"/>
        </p:nvCxnSpPr>
        <p:spPr bwMode="auto">
          <a:xfrm>
            <a:off x="630767" y="1277938"/>
            <a:ext cx="2235200" cy="582612"/>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sp>
        <p:nvSpPr>
          <p:cNvPr id="26" name="Text Placeholder 12"/>
          <p:cNvSpPr>
            <a:spLocks noGrp="1"/>
          </p:cNvSpPr>
          <p:nvPr>
            <p:ph type="body" sz="quarter" idx="28"/>
          </p:nvPr>
        </p:nvSpPr>
        <p:spPr>
          <a:xfrm>
            <a:off x="2879953" y="1282932"/>
            <a:ext cx="8496387" cy="294737"/>
          </a:xfrm>
          <a:prstGeom prst="rect">
            <a:avLst/>
          </a:prstGeom>
          <a:ln w="6350">
            <a:noFill/>
          </a:ln>
        </p:spPr>
        <p:txBody>
          <a:bodyPr anchor="ctr"/>
          <a:lstStyle>
            <a:lvl1pPr marL="0" indent="0">
              <a:lnSpc>
                <a:spcPct val="100000"/>
              </a:lnSpc>
              <a:spcBef>
                <a:spcPts val="0"/>
              </a:spcBef>
              <a:buFontTx/>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7" name="Text Placeholder 12"/>
          <p:cNvSpPr>
            <a:spLocks noGrp="1"/>
          </p:cNvSpPr>
          <p:nvPr>
            <p:ph type="body" sz="quarter" idx="31"/>
          </p:nvPr>
        </p:nvSpPr>
        <p:spPr>
          <a:xfrm>
            <a:off x="4021496"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8" name="Text Placeholder 12"/>
          <p:cNvSpPr>
            <a:spLocks noGrp="1"/>
          </p:cNvSpPr>
          <p:nvPr>
            <p:ph type="body" sz="quarter" idx="32"/>
          </p:nvPr>
        </p:nvSpPr>
        <p:spPr>
          <a:xfrm>
            <a:off x="4588797"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9" name="Text Placeholder 12"/>
          <p:cNvSpPr>
            <a:spLocks noGrp="1"/>
          </p:cNvSpPr>
          <p:nvPr>
            <p:ph type="body" sz="quarter" idx="33"/>
          </p:nvPr>
        </p:nvSpPr>
        <p:spPr>
          <a:xfrm>
            <a:off x="2886893"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0" name="Text Placeholder 12"/>
          <p:cNvSpPr>
            <a:spLocks noGrp="1"/>
          </p:cNvSpPr>
          <p:nvPr>
            <p:ph type="body" sz="quarter" idx="34"/>
          </p:nvPr>
        </p:nvSpPr>
        <p:spPr>
          <a:xfrm>
            <a:off x="3454193"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1" name="Text Placeholder 12"/>
          <p:cNvSpPr>
            <a:spLocks noGrp="1"/>
          </p:cNvSpPr>
          <p:nvPr>
            <p:ph type="body" sz="quarter" idx="35"/>
          </p:nvPr>
        </p:nvSpPr>
        <p:spPr>
          <a:xfrm>
            <a:off x="6290701"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2" name="Text Placeholder 12"/>
          <p:cNvSpPr>
            <a:spLocks noGrp="1"/>
          </p:cNvSpPr>
          <p:nvPr>
            <p:ph type="body" sz="quarter" idx="36"/>
          </p:nvPr>
        </p:nvSpPr>
        <p:spPr>
          <a:xfrm>
            <a:off x="6858001"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3" name="Text Placeholder 12"/>
          <p:cNvSpPr>
            <a:spLocks noGrp="1"/>
          </p:cNvSpPr>
          <p:nvPr>
            <p:ph type="body" sz="quarter" idx="37"/>
          </p:nvPr>
        </p:nvSpPr>
        <p:spPr>
          <a:xfrm>
            <a:off x="5156097"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4" name="Text Placeholder 12"/>
          <p:cNvSpPr>
            <a:spLocks noGrp="1"/>
          </p:cNvSpPr>
          <p:nvPr>
            <p:ph type="body" sz="quarter" idx="38"/>
          </p:nvPr>
        </p:nvSpPr>
        <p:spPr>
          <a:xfrm>
            <a:off x="5723400"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5" name="Text Placeholder 12"/>
          <p:cNvSpPr>
            <a:spLocks noGrp="1"/>
          </p:cNvSpPr>
          <p:nvPr>
            <p:ph type="body" sz="quarter" idx="39"/>
          </p:nvPr>
        </p:nvSpPr>
        <p:spPr>
          <a:xfrm>
            <a:off x="8559905"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6" name="Text Placeholder 12"/>
          <p:cNvSpPr>
            <a:spLocks noGrp="1"/>
          </p:cNvSpPr>
          <p:nvPr>
            <p:ph type="body" sz="quarter" idx="40"/>
          </p:nvPr>
        </p:nvSpPr>
        <p:spPr>
          <a:xfrm>
            <a:off x="9127208"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7" name="Text Placeholder 12"/>
          <p:cNvSpPr>
            <a:spLocks noGrp="1"/>
          </p:cNvSpPr>
          <p:nvPr>
            <p:ph type="body" sz="quarter" idx="41"/>
          </p:nvPr>
        </p:nvSpPr>
        <p:spPr>
          <a:xfrm>
            <a:off x="7425304"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8" name="Text Placeholder 12"/>
          <p:cNvSpPr>
            <a:spLocks noGrp="1"/>
          </p:cNvSpPr>
          <p:nvPr>
            <p:ph type="body" sz="quarter" idx="42"/>
          </p:nvPr>
        </p:nvSpPr>
        <p:spPr>
          <a:xfrm>
            <a:off x="7992605"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9" name="Text Placeholder 12"/>
          <p:cNvSpPr>
            <a:spLocks noGrp="1"/>
          </p:cNvSpPr>
          <p:nvPr>
            <p:ph type="body" sz="quarter" idx="43"/>
          </p:nvPr>
        </p:nvSpPr>
        <p:spPr>
          <a:xfrm>
            <a:off x="9694509"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0" name="Text Placeholder 12"/>
          <p:cNvSpPr>
            <a:spLocks noGrp="1"/>
          </p:cNvSpPr>
          <p:nvPr>
            <p:ph type="body" sz="quarter" idx="44"/>
          </p:nvPr>
        </p:nvSpPr>
        <p:spPr>
          <a:xfrm>
            <a:off x="10261809"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1" name="Text Placeholder 12"/>
          <p:cNvSpPr>
            <a:spLocks noGrp="1"/>
          </p:cNvSpPr>
          <p:nvPr>
            <p:ph type="body" sz="quarter" idx="45"/>
          </p:nvPr>
        </p:nvSpPr>
        <p:spPr>
          <a:xfrm>
            <a:off x="10829112"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3" name="Text Placeholder 12"/>
          <p:cNvSpPr>
            <a:spLocks noGrp="1"/>
          </p:cNvSpPr>
          <p:nvPr>
            <p:ph type="body" sz="quarter" idx="46"/>
          </p:nvPr>
        </p:nvSpPr>
        <p:spPr>
          <a:xfrm>
            <a:off x="730741" y="1548247"/>
            <a:ext cx="860776" cy="280554"/>
          </a:xfrm>
          <a:prstGeom prst="rect">
            <a:avLst/>
          </a:prstGeom>
          <a:ln w="6350">
            <a:noFill/>
          </a:ln>
        </p:spPr>
        <p:txBody>
          <a:bodyPr lIns="0" tIns="0" rIns="0" bIns="0" anchor="ctr"/>
          <a:lstStyle>
            <a:lvl1pPr marL="0" indent="0">
              <a:lnSpc>
                <a:spcPct val="100000"/>
              </a:lnSpc>
              <a:spcBef>
                <a:spcPts val="0"/>
              </a:spcBef>
              <a:buNone/>
              <a:defRPr sz="900"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4" name="Text Placeholder 12"/>
          <p:cNvSpPr>
            <a:spLocks noGrp="1"/>
          </p:cNvSpPr>
          <p:nvPr>
            <p:ph type="body" sz="quarter" idx="47"/>
          </p:nvPr>
        </p:nvSpPr>
        <p:spPr>
          <a:xfrm>
            <a:off x="1868569" y="1278090"/>
            <a:ext cx="860776" cy="561107"/>
          </a:xfrm>
          <a:prstGeom prst="rect">
            <a:avLst/>
          </a:prstGeom>
          <a:ln w="6350">
            <a:noFill/>
          </a:ln>
        </p:spPr>
        <p:txBody>
          <a:bodyPr lIns="0" tIns="0" rIns="0" bIns="0" anchor="ctr"/>
          <a:lstStyle>
            <a:lvl1pPr marL="0" marR="0" indent="0" algn="r" defTabSz="685800" rtl="0" eaLnBrk="1" fontAlgn="auto" latinLnBrk="0" hangingPunct="1">
              <a:lnSpc>
                <a:spcPts val="1275"/>
              </a:lnSpc>
              <a:spcBef>
                <a:spcPts val="0"/>
              </a:spcBef>
              <a:spcAft>
                <a:spcPts val="0"/>
              </a:spcAft>
              <a:buClrTx/>
              <a:buSzTx/>
              <a:buFont typeface="Arial" pitchFamily="34" charset="0"/>
              <a:buNone/>
              <a:tabLst/>
              <a:defRPr sz="900"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a:p>
            <a:pPr lvl="1"/>
            <a:r>
              <a:rPr lang="en-US"/>
              <a:t>Second level</a:t>
            </a:r>
          </a:p>
        </p:txBody>
      </p:sp>
      <p:sp>
        <p:nvSpPr>
          <p:cNvPr id="47" name="Text Placeholder 12"/>
          <p:cNvSpPr>
            <a:spLocks noGrp="1"/>
          </p:cNvSpPr>
          <p:nvPr>
            <p:ph type="body" sz="quarter" idx="18"/>
          </p:nvPr>
        </p:nvSpPr>
        <p:spPr>
          <a:xfrm>
            <a:off x="711200" y="1905000"/>
            <a:ext cx="2072640" cy="3977640"/>
          </a:xfrm>
          <a:prstGeom prst="rect">
            <a:avLst/>
          </a:prstGeom>
          <a:noFill/>
          <a:ln>
            <a:noFill/>
          </a:ln>
        </p:spPr>
        <p:txBody>
          <a:bodyPr wrap="square" lIns="91440" anchor="t" anchorCtr="0">
            <a:noAutofit/>
          </a:bodyPr>
          <a:lstStyle>
            <a:lvl1pPr marL="130302" indent="-130302" algn="l">
              <a:spcBef>
                <a:spcPts val="150"/>
              </a:spcBef>
              <a:buClr>
                <a:srgbClr val="B01C2E"/>
              </a:buClr>
              <a:buFont typeface="Wingdings" pitchFamily="2" charset="2"/>
              <a:buChar char="§"/>
              <a:defRPr sz="900" baseline="0"/>
            </a:lvl1pPr>
            <a:lvl2pPr marL="253604" indent="-129779">
              <a:spcBef>
                <a:spcPts val="150"/>
              </a:spcBef>
              <a:buClr>
                <a:srgbClr val="B01C2E"/>
              </a:buClr>
              <a:buFont typeface="Arial" pitchFamily="34" charset="0"/>
              <a:buChar char="•"/>
              <a:tabLst/>
              <a:defRPr sz="900" baseline="0"/>
            </a:lvl2pPr>
            <a:lvl3pPr marL="377190" indent="-129779">
              <a:spcBef>
                <a:spcPts val="150"/>
              </a:spcBef>
              <a:buClr>
                <a:srgbClr val="B01C2E"/>
              </a:buClr>
              <a:buFont typeface="Arial" pitchFamily="34" charset="0"/>
              <a:buChar char="–"/>
              <a:defRPr sz="900" baseline="0"/>
            </a:lvl3pPr>
            <a:lvl4pPr marL="514350" indent="-130302">
              <a:spcBef>
                <a:spcPts val="150"/>
              </a:spcBef>
              <a:buClr>
                <a:srgbClr val="B01C2E"/>
              </a:buClr>
              <a:buFont typeface="Arial" pitchFamily="34" charset="0"/>
              <a:buChar char="–"/>
              <a:tabLst/>
              <a:defRPr sz="900"/>
            </a:lvl4pPr>
            <a:lvl5pPr marL="637794" indent="-130302">
              <a:spcBef>
                <a:spcPts val="150"/>
              </a:spcBef>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3" name="Slide Number Placeholder 9"/>
          <p:cNvSpPr>
            <a:spLocks noGrp="1"/>
          </p:cNvSpPr>
          <p:nvPr>
            <p:ph type="sldNum" sz="quarter" idx="48"/>
          </p:nvPr>
        </p:nvSpPr>
        <p:spPr/>
        <p:txBody>
          <a:bodyPr/>
          <a:lstStyle>
            <a:lvl1pPr>
              <a:defRPr/>
            </a:lvl1pPr>
          </a:lstStyle>
          <a:p>
            <a:fld id="{A2AEA599-6C77-BA4A-9F89-7B2425581CA4}" type="slidenum">
              <a:rPr lang="en-US" altLang="en-US"/>
              <a:pPr/>
              <a:t>‹#›</a:t>
            </a:fld>
            <a:endParaRPr lang="en-US" altLang="en-US"/>
          </a:p>
        </p:txBody>
      </p:sp>
      <p:sp>
        <p:nvSpPr>
          <p:cNvPr id="64" name="Footer Placeholder 47"/>
          <p:cNvSpPr>
            <a:spLocks noGrp="1"/>
          </p:cNvSpPr>
          <p:nvPr>
            <p:ph type="ftr" sz="quarter" idx="49"/>
          </p:nvPr>
        </p:nvSpPr>
        <p:spPr/>
        <p:txBody>
          <a:bodyPr/>
          <a:lstStyle>
            <a:lvl1pPr>
              <a:defRPr smtClean="0"/>
            </a:lvl1pPr>
          </a:lstStyle>
          <a:p>
            <a:pPr>
              <a:defRPr/>
            </a:pPr>
            <a:r>
              <a:rPr lang="en-US"/>
              <a:t>Residual Income</a:t>
            </a:r>
          </a:p>
        </p:txBody>
      </p:sp>
    </p:spTree>
    <p:extLst>
      <p:ext uri="{BB962C8B-B14F-4D97-AF65-F5344CB8AC3E}">
        <p14:creationId xmlns:p14="http://schemas.microsoft.com/office/powerpoint/2010/main" val="420103584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Gant chart or Timeline chart">
    <p:spTree>
      <p:nvGrpSpPr>
        <p:cNvPr id="1" name=""/>
        <p:cNvGrpSpPr/>
        <p:nvPr/>
      </p:nvGrpSpPr>
      <p:grpSpPr>
        <a:xfrm>
          <a:off x="0" y="0"/>
          <a:ext cx="0" cy="0"/>
          <a:chOff x="0" y="0"/>
          <a:chExt cx="0" cy="0"/>
        </a:xfrm>
      </p:grpSpPr>
      <p:sp>
        <p:nvSpPr>
          <p:cNvPr id="70" name="Rectangle 11"/>
          <p:cNvSpPr>
            <a:spLocks noChangeArrowheads="1"/>
          </p:cNvSpPr>
          <p:nvPr userDrawn="1"/>
        </p:nvSpPr>
        <p:spPr bwMode="auto">
          <a:xfrm>
            <a:off x="2074333" y="1828803"/>
            <a:ext cx="9508067" cy="379413"/>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endParaRPr lang="en-US" altLang="en-US" sz="1350">
              <a:latin typeface="Arial" charset="0"/>
            </a:endParaRPr>
          </a:p>
        </p:txBody>
      </p:sp>
      <p:sp>
        <p:nvSpPr>
          <p:cNvPr id="71" name="Rectangle 13"/>
          <p:cNvSpPr>
            <a:spLocks noChangeArrowheads="1"/>
          </p:cNvSpPr>
          <p:nvPr userDrawn="1"/>
        </p:nvSpPr>
        <p:spPr bwMode="auto">
          <a:xfrm>
            <a:off x="596900" y="2189163"/>
            <a:ext cx="1464733" cy="3287712"/>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endParaRPr lang="en-US" altLang="en-US" sz="1350">
              <a:latin typeface="Arial" charset="0"/>
            </a:endParaRPr>
          </a:p>
        </p:txBody>
      </p:sp>
      <p:grpSp>
        <p:nvGrpSpPr>
          <p:cNvPr id="72" name="Group 84"/>
          <p:cNvGrpSpPr>
            <a:grpSpLocks/>
          </p:cNvGrpSpPr>
          <p:nvPr userDrawn="1"/>
        </p:nvGrpSpPr>
        <p:grpSpPr bwMode="auto">
          <a:xfrm>
            <a:off x="590552" y="1819275"/>
            <a:ext cx="10979149" cy="3657600"/>
            <a:chOff x="443344" y="1819866"/>
            <a:chExt cx="8234523" cy="3657600"/>
          </a:xfrm>
        </p:grpSpPr>
        <p:grpSp>
          <p:nvGrpSpPr>
            <p:cNvPr id="73" name="Group 83"/>
            <p:cNvGrpSpPr>
              <a:grpSpLocks/>
            </p:cNvGrpSpPr>
            <p:nvPr userDrawn="1"/>
          </p:nvGrpSpPr>
          <p:grpSpPr bwMode="auto">
            <a:xfrm>
              <a:off x="443344" y="2565862"/>
              <a:ext cx="8229600" cy="2556366"/>
              <a:chOff x="443344" y="2565862"/>
              <a:chExt cx="8229600" cy="2556366"/>
            </a:xfrm>
          </p:grpSpPr>
          <p:cxnSp>
            <p:nvCxnSpPr>
              <p:cNvPr id="87" name="Straight Connector 27"/>
              <p:cNvCxnSpPr>
                <a:cxnSpLocks noChangeShapeType="1"/>
              </p:cNvCxnSpPr>
              <p:nvPr userDrawn="1"/>
            </p:nvCxnSpPr>
            <p:spPr bwMode="auto">
              <a:xfrm>
                <a:off x="443344" y="512064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8" name="Straight Connector 28"/>
              <p:cNvCxnSpPr>
                <a:cxnSpLocks noChangeShapeType="1"/>
              </p:cNvCxnSpPr>
              <p:nvPr userDrawn="1"/>
            </p:nvCxnSpPr>
            <p:spPr bwMode="auto">
              <a:xfrm>
                <a:off x="443344" y="47548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9" name="Straight Connector 29"/>
              <p:cNvCxnSpPr>
                <a:cxnSpLocks noChangeShapeType="1"/>
              </p:cNvCxnSpPr>
              <p:nvPr userDrawn="1"/>
            </p:nvCxnSpPr>
            <p:spPr bwMode="auto">
              <a:xfrm>
                <a:off x="443344" y="438912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0" name="Straight Connector 30"/>
              <p:cNvCxnSpPr>
                <a:cxnSpLocks noChangeShapeType="1"/>
              </p:cNvCxnSpPr>
              <p:nvPr userDrawn="1"/>
            </p:nvCxnSpPr>
            <p:spPr bwMode="auto">
              <a:xfrm>
                <a:off x="443344" y="402890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1" name="Straight Connector 31"/>
              <p:cNvCxnSpPr>
                <a:cxnSpLocks noChangeShapeType="1"/>
              </p:cNvCxnSpPr>
              <p:nvPr userDrawn="1"/>
            </p:nvCxnSpPr>
            <p:spPr bwMode="auto">
              <a:xfrm>
                <a:off x="443344" y="366314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2" name="Straight Connector 32"/>
              <p:cNvCxnSpPr>
                <a:cxnSpLocks noChangeShapeType="1"/>
              </p:cNvCxnSpPr>
              <p:nvPr userDrawn="1"/>
            </p:nvCxnSpPr>
            <p:spPr bwMode="auto">
              <a:xfrm>
                <a:off x="443344" y="3302924"/>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3" name="Straight Connector 33"/>
              <p:cNvCxnSpPr>
                <a:cxnSpLocks noChangeShapeType="1"/>
              </p:cNvCxnSpPr>
              <p:nvPr userDrawn="1"/>
            </p:nvCxnSpPr>
            <p:spPr bwMode="auto">
              <a:xfrm>
                <a:off x="443344" y="29260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4" name="Straight Connector 34"/>
              <p:cNvCxnSpPr>
                <a:cxnSpLocks noChangeShapeType="1"/>
              </p:cNvCxnSpPr>
              <p:nvPr userDrawn="1"/>
            </p:nvCxnSpPr>
            <p:spPr bwMode="auto">
              <a:xfrm>
                <a:off x="443344" y="256586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grpSp>
        <p:grpSp>
          <p:nvGrpSpPr>
            <p:cNvPr id="74" name="Group 82"/>
            <p:cNvGrpSpPr>
              <a:grpSpLocks/>
            </p:cNvGrpSpPr>
            <p:nvPr userDrawn="1"/>
          </p:nvGrpSpPr>
          <p:grpSpPr bwMode="auto">
            <a:xfrm>
              <a:off x="2202964" y="1819866"/>
              <a:ext cx="6474903" cy="3657600"/>
              <a:chOff x="2202964" y="1819866"/>
              <a:chExt cx="6474903" cy="3657600"/>
            </a:xfrm>
          </p:grpSpPr>
          <p:cxnSp>
            <p:nvCxnSpPr>
              <p:cNvPr id="75" name="Straight Connector 16"/>
              <p:cNvCxnSpPr>
                <a:cxnSpLocks noChangeShapeType="1"/>
              </p:cNvCxnSpPr>
              <p:nvPr userDrawn="1"/>
            </p:nvCxnSpPr>
            <p:spPr bwMode="auto">
              <a:xfrm rot="5400000">
                <a:off x="37495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6" name="Straight Connector 17"/>
              <p:cNvCxnSpPr>
                <a:cxnSpLocks noChangeShapeType="1"/>
              </p:cNvCxnSpPr>
              <p:nvPr userDrawn="1"/>
            </p:nvCxnSpPr>
            <p:spPr bwMode="auto">
              <a:xfrm rot="5400000">
                <a:off x="102229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7" name="Straight Connector 18"/>
              <p:cNvCxnSpPr>
                <a:cxnSpLocks noChangeShapeType="1"/>
              </p:cNvCxnSpPr>
              <p:nvPr userDrawn="1"/>
            </p:nvCxnSpPr>
            <p:spPr bwMode="auto">
              <a:xfrm rot="5400000">
                <a:off x="166962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9" name="Straight Connector 19"/>
              <p:cNvCxnSpPr>
                <a:cxnSpLocks noChangeShapeType="1"/>
              </p:cNvCxnSpPr>
              <p:nvPr userDrawn="1"/>
            </p:nvCxnSpPr>
            <p:spPr bwMode="auto">
              <a:xfrm rot="5400000">
                <a:off x="231695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0" name="Straight Connector 20"/>
              <p:cNvCxnSpPr>
                <a:cxnSpLocks noChangeShapeType="1"/>
              </p:cNvCxnSpPr>
              <p:nvPr userDrawn="1"/>
            </p:nvCxnSpPr>
            <p:spPr bwMode="auto">
              <a:xfrm rot="5400000">
                <a:off x="296428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1" name="Straight Connector 21"/>
              <p:cNvCxnSpPr>
                <a:cxnSpLocks noChangeShapeType="1"/>
              </p:cNvCxnSpPr>
              <p:nvPr userDrawn="1"/>
            </p:nvCxnSpPr>
            <p:spPr bwMode="auto">
              <a:xfrm rot="5400000">
                <a:off x="361161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2" name="Straight Connector 22"/>
              <p:cNvCxnSpPr>
                <a:cxnSpLocks noChangeShapeType="1"/>
              </p:cNvCxnSpPr>
              <p:nvPr userDrawn="1"/>
            </p:nvCxnSpPr>
            <p:spPr bwMode="auto">
              <a:xfrm rot="5400000">
                <a:off x="425895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3" name="Straight Connector 23"/>
              <p:cNvCxnSpPr>
                <a:cxnSpLocks noChangeShapeType="1"/>
              </p:cNvCxnSpPr>
              <p:nvPr userDrawn="1"/>
            </p:nvCxnSpPr>
            <p:spPr bwMode="auto">
              <a:xfrm rot="5400000">
                <a:off x="490628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4" name="Straight Connector 24"/>
              <p:cNvCxnSpPr>
                <a:cxnSpLocks noChangeShapeType="1"/>
              </p:cNvCxnSpPr>
              <p:nvPr userDrawn="1"/>
            </p:nvCxnSpPr>
            <p:spPr bwMode="auto">
              <a:xfrm rot="5400000">
                <a:off x="555361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5" name="Straight Connector 25"/>
              <p:cNvCxnSpPr>
                <a:cxnSpLocks noChangeShapeType="1"/>
              </p:cNvCxnSpPr>
              <p:nvPr userDrawn="1"/>
            </p:nvCxnSpPr>
            <p:spPr bwMode="auto">
              <a:xfrm rot="5400000">
                <a:off x="620094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6" name="Straight Connector 26"/>
              <p:cNvCxnSpPr>
                <a:cxnSpLocks noChangeShapeType="1"/>
              </p:cNvCxnSpPr>
              <p:nvPr userDrawn="1"/>
            </p:nvCxnSpPr>
            <p:spPr bwMode="auto">
              <a:xfrm rot="5400000">
                <a:off x="6848273"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grpSp>
      <p:sp>
        <p:nvSpPr>
          <p:cNvPr id="95" name="TextBox 36"/>
          <p:cNvSpPr txBox="1">
            <a:spLocks noChangeArrowheads="1"/>
          </p:cNvSpPr>
          <p:nvPr userDrawn="1"/>
        </p:nvSpPr>
        <p:spPr bwMode="auto">
          <a:xfrm>
            <a:off x="683686" y="1566866"/>
            <a:ext cx="1178983"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0" hangingPunct="0">
              <a:lnSpc>
                <a:spcPts val="1050"/>
              </a:lnSpc>
              <a:spcBef>
                <a:spcPts val="1125"/>
              </a:spcBef>
              <a:buClr>
                <a:schemeClr val="accent1"/>
              </a:buClr>
              <a:buFont typeface="Wingdings 2" pitchFamily="18" charset="2"/>
              <a:buNone/>
              <a:defRPr/>
            </a:pPr>
            <a:r>
              <a:rPr lang="en-US" sz="600" b="1">
                <a:solidFill>
                  <a:srgbClr val="000000"/>
                </a:solidFill>
                <a:latin typeface="Arial" charset="0"/>
                <a:ea typeface="+mn-ea"/>
              </a:rPr>
              <a:t>WEEK NUMBER</a:t>
            </a:r>
          </a:p>
        </p:txBody>
      </p:sp>
      <p:sp>
        <p:nvSpPr>
          <p:cNvPr id="96" name="TextBox 37"/>
          <p:cNvSpPr txBox="1">
            <a:spLocks noChangeArrowheads="1"/>
          </p:cNvSpPr>
          <p:nvPr userDrawn="1"/>
        </p:nvSpPr>
        <p:spPr bwMode="auto">
          <a:xfrm>
            <a:off x="683686" y="1939925"/>
            <a:ext cx="1178983"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0" hangingPunct="0">
              <a:lnSpc>
                <a:spcPts val="1050"/>
              </a:lnSpc>
              <a:spcBef>
                <a:spcPts val="1125"/>
              </a:spcBef>
              <a:buClr>
                <a:schemeClr val="accent1"/>
              </a:buClr>
              <a:buFont typeface="Wingdings 2" pitchFamily="18" charset="2"/>
              <a:buNone/>
              <a:defRPr/>
            </a:pPr>
            <a:r>
              <a:rPr lang="en-US" sz="600" b="1">
                <a:solidFill>
                  <a:srgbClr val="000000"/>
                </a:solidFill>
                <a:latin typeface="Arial" charset="0"/>
                <a:ea typeface="+mn-ea"/>
              </a:rPr>
              <a:t>STARTS ON</a:t>
            </a:r>
          </a:p>
        </p:txBody>
      </p:sp>
      <p:cxnSp>
        <p:nvCxnSpPr>
          <p:cNvPr id="97" name="Straight Connector 39"/>
          <p:cNvCxnSpPr>
            <a:cxnSpLocks noChangeShapeType="1"/>
          </p:cNvCxnSpPr>
          <p:nvPr userDrawn="1"/>
        </p:nvCxnSpPr>
        <p:spPr bwMode="auto">
          <a:xfrm>
            <a:off x="590551" y="2200275"/>
            <a:ext cx="109728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cxnSp>
        <p:nvCxnSpPr>
          <p:cNvPr id="98" name="Straight Connector 40"/>
          <p:cNvCxnSpPr>
            <a:cxnSpLocks noChangeShapeType="1"/>
          </p:cNvCxnSpPr>
          <p:nvPr userDrawn="1"/>
        </p:nvCxnSpPr>
        <p:spPr bwMode="auto">
          <a:xfrm>
            <a:off x="590551" y="5486400"/>
            <a:ext cx="109728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99" name="Freeform 40"/>
          <p:cNvSpPr>
            <a:spLocks/>
          </p:cNvSpPr>
          <p:nvPr userDrawn="1"/>
        </p:nvSpPr>
        <p:spPr bwMode="auto">
          <a:xfrm>
            <a:off x="2074335" y="1468440"/>
            <a:ext cx="9469967" cy="4027487"/>
          </a:xfrm>
          <a:custGeom>
            <a:avLst/>
            <a:gdLst>
              <a:gd name="T0" fmla="*/ 0 w 7101191"/>
              <a:gd name="T1" fmla="*/ 4028195 h 4027251"/>
              <a:gd name="T2" fmla="*/ 0 w 7101191"/>
              <a:gd name="T3" fmla="*/ 0 h 4027251"/>
              <a:gd name="T4" fmla="*/ 7106328 w 7101191"/>
              <a:gd name="T5" fmla="*/ 0 h 4027251"/>
              <a:gd name="T6" fmla="*/ 0 60000 65536"/>
              <a:gd name="T7" fmla="*/ 0 60000 65536"/>
              <a:gd name="T8" fmla="*/ 0 60000 65536"/>
            </a:gdLst>
            <a:ahLst/>
            <a:cxnLst>
              <a:cxn ang="T6">
                <a:pos x="T0" y="T1"/>
              </a:cxn>
              <a:cxn ang="T7">
                <a:pos x="T2" y="T3"/>
              </a:cxn>
              <a:cxn ang="T8">
                <a:pos x="T4" y="T5"/>
              </a:cxn>
            </a:cxnLst>
            <a:rect l="0" t="0" r="r" b="b"/>
            <a:pathLst>
              <a:path w="7101191" h="4027251">
                <a:moveTo>
                  <a:pt x="0" y="4027251"/>
                </a:moveTo>
                <a:lnTo>
                  <a:pt x="0" y="0"/>
                </a:lnTo>
                <a:lnTo>
                  <a:pt x="7101191" y="0"/>
                </a:lnTo>
              </a:path>
            </a:pathLst>
          </a:custGeom>
          <a:noFill/>
          <a:ln w="19050" cap="flat" cmpd="sng">
            <a:solidFill>
              <a:srgbClr val="666666"/>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sz="1350"/>
          </a:p>
        </p:txBody>
      </p:sp>
      <p:cxnSp>
        <p:nvCxnSpPr>
          <p:cNvPr id="100" name="Straight Connector 42"/>
          <p:cNvCxnSpPr>
            <a:cxnSpLocks noChangeShapeType="1"/>
          </p:cNvCxnSpPr>
          <p:nvPr userDrawn="1"/>
        </p:nvCxnSpPr>
        <p:spPr bwMode="auto">
          <a:xfrm>
            <a:off x="2061635" y="1828800"/>
            <a:ext cx="865717" cy="228600"/>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39" name="Text Placeholder 12"/>
          <p:cNvSpPr>
            <a:spLocks noGrp="1"/>
          </p:cNvSpPr>
          <p:nvPr>
            <p:ph type="body" sz="quarter" idx="33"/>
          </p:nvPr>
        </p:nvSpPr>
        <p:spPr>
          <a:xfrm>
            <a:off x="2061633" y="1835813"/>
            <a:ext cx="861216"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0" name="Text Placeholder 12"/>
          <p:cNvSpPr>
            <a:spLocks noGrp="1"/>
          </p:cNvSpPr>
          <p:nvPr>
            <p:ph type="body" sz="quarter" idx="34"/>
          </p:nvPr>
        </p:nvSpPr>
        <p:spPr>
          <a:xfrm>
            <a:off x="2937753" y="1835813"/>
            <a:ext cx="862519"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1" name="Text Placeholder 12"/>
          <p:cNvSpPr>
            <a:spLocks noGrp="1"/>
          </p:cNvSpPr>
          <p:nvPr>
            <p:ph type="body" sz="quarter" idx="35"/>
          </p:nvPr>
        </p:nvSpPr>
        <p:spPr>
          <a:xfrm>
            <a:off x="3800275" y="1835813"/>
            <a:ext cx="869005"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2" name="Text Placeholder 12"/>
          <p:cNvSpPr>
            <a:spLocks noGrp="1"/>
          </p:cNvSpPr>
          <p:nvPr>
            <p:ph type="body" sz="quarter" idx="36"/>
          </p:nvPr>
        </p:nvSpPr>
        <p:spPr>
          <a:xfrm>
            <a:off x="4662792" y="1835813"/>
            <a:ext cx="856035"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3" name="Text Placeholder 12"/>
          <p:cNvSpPr>
            <a:spLocks noGrp="1"/>
          </p:cNvSpPr>
          <p:nvPr>
            <p:ph type="body" sz="quarter" idx="37"/>
          </p:nvPr>
        </p:nvSpPr>
        <p:spPr>
          <a:xfrm>
            <a:off x="5518824" y="1835813"/>
            <a:ext cx="865632"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4" name="Text Placeholder 12"/>
          <p:cNvSpPr>
            <a:spLocks noGrp="1"/>
          </p:cNvSpPr>
          <p:nvPr>
            <p:ph type="body" sz="quarter" idx="38"/>
          </p:nvPr>
        </p:nvSpPr>
        <p:spPr>
          <a:xfrm>
            <a:off x="6394315" y="1835813"/>
            <a:ext cx="865632"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5" name="Text Placeholder 12"/>
          <p:cNvSpPr>
            <a:spLocks noGrp="1"/>
          </p:cNvSpPr>
          <p:nvPr>
            <p:ph type="body" sz="quarter" idx="39"/>
          </p:nvPr>
        </p:nvSpPr>
        <p:spPr>
          <a:xfrm>
            <a:off x="7250347" y="1835813"/>
            <a:ext cx="865632"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6" name="Text Placeholder 12"/>
          <p:cNvSpPr>
            <a:spLocks noGrp="1"/>
          </p:cNvSpPr>
          <p:nvPr>
            <p:ph type="body" sz="quarter" idx="40"/>
          </p:nvPr>
        </p:nvSpPr>
        <p:spPr>
          <a:xfrm>
            <a:off x="8112868" y="1835813"/>
            <a:ext cx="869005"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7" name="Text Placeholder 12"/>
          <p:cNvSpPr>
            <a:spLocks noGrp="1"/>
          </p:cNvSpPr>
          <p:nvPr>
            <p:ph type="body" sz="quarter" idx="41"/>
          </p:nvPr>
        </p:nvSpPr>
        <p:spPr>
          <a:xfrm>
            <a:off x="8975387" y="1835813"/>
            <a:ext cx="862520"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8" name="Text Placeholder 12"/>
          <p:cNvSpPr>
            <a:spLocks noGrp="1"/>
          </p:cNvSpPr>
          <p:nvPr>
            <p:ph type="body" sz="quarter" idx="42"/>
          </p:nvPr>
        </p:nvSpPr>
        <p:spPr>
          <a:xfrm>
            <a:off x="9844389" y="1835813"/>
            <a:ext cx="865632"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9" name="Text Placeholder 12"/>
          <p:cNvSpPr>
            <a:spLocks noGrp="1"/>
          </p:cNvSpPr>
          <p:nvPr>
            <p:ph type="body" sz="quarter" idx="43"/>
          </p:nvPr>
        </p:nvSpPr>
        <p:spPr>
          <a:xfrm>
            <a:off x="10700427" y="1835813"/>
            <a:ext cx="870892"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0" name="Text Placeholder 12"/>
          <p:cNvSpPr>
            <a:spLocks noGrp="1"/>
          </p:cNvSpPr>
          <p:nvPr>
            <p:ph type="body" sz="quarter" idx="45"/>
          </p:nvPr>
        </p:nvSpPr>
        <p:spPr>
          <a:xfrm>
            <a:off x="625654" y="2230260"/>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1" name="Text Placeholder 12"/>
          <p:cNvSpPr>
            <a:spLocks noGrp="1"/>
          </p:cNvSpPr>
          <p:nvPr>
            <p:ph type="body" sz="quarter" idx="46"/>
          </p:nvPr>
        </p:nvSpPr>
        <p:spPr>
          <a:xfrm>
            <a:off x="625654" y="2595570"/>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2" name="Text Placeholder 12"/>
          <p:cNvSpPr>
            <a:spLocks noGrp="1"/>
          </p:cNvSpPr>
          <p:nvPr>
            <p:ph type="body" sz="quarter" idx="47"/>
          </p:nvPr>
        </p:nvSpPr>
        <p:spPr>
          <a:xfrm>
            <a:off x="625654" y="2960880"/>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3" name="Text Placeholder 12"/>
          <p:cNvSpPr>
            <a:spLocks noGrp="1"/>
          </p:cNvSpPr>
          <p:nvPr>
            <p:ph type="body" sz="quarter" idx="48"/>
          </p:nvPr>
        </p:nvSpPr>
        <p:spPr>
          <a:xfrm>
            <a:off x="625654" y="3326190"/>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4" name="Text Placeholder 12"/>
          <p:cNvSpPr>
            <a:spLocks noGrp="1"/>
          </p:cNvSpPr>
          <p:nvPr>
            <p:ph type="body" sz="quarter" idx="49"/>
          </p:nvPr>
        </p:nvSpPr>
        <p:spPr>
          <a:xfrm>
            <a:off x="625654" y="3691500"/>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5" name="Text Placeholder 12"/>
          <p:cNvSpPr>
            <a:spLocks noGrp="1"/>
          </p:cNvSpPr>
          <p:nvPr>
            <p:ph type="body" sz="quarter" idx="50"/>
          </p:nvPr>
        </p:nvSpPr>
        <p:spPr>
          <a:xfrm>
            <a:off x="625654" y="4056810"/>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6" name="Text Placeholder 12"/>
          <p:cNvSpPr>
            <a:spLocks noGrp="1"/>
          </p:cNvSpPr>
          <p:nvPr>
            <p:ph type="body" sz="quarter" idx="51"/>
          </p:nvPr>
        </p:nvSpPr>
        <p:spPr>
          <a:xfrm>
            <a:off x="625654" y="5152742"/>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7" name="Text Placeholder 12"/>
          <p:cNvSpPr>
            <a:spLocks noGrp="1"/>
          </p:cNvSpPr>
          <p:nvPr>
            <p:ph type="body" sz="quarter" idx="52"/>
          </p:nvPr>
        </p:nvSpPr>
        <p:spPr>
          <a:xfrm>
            <a:off x="625654" y="4422120"/>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8" name="Text Placeholder 12"/>
          <p:cNvSpPr>
            <a:spLocks noGrp="1"/>
          </p:cNvSpPr>
          <p:nvPr>
            <p:ph type="body" sz="quarter" idx="53"/>
          </p:nvPr>
        </p:nvSpPr>
        <p:spPr>
          <a:xfrm>
            <a:off x="625654" y="4787430"/>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9" name="Text Placeholder 12"/>
          <p:cNvSpPr>
            <a:spLocks noGrp="1"/>
          </p:cNvSpPr>
          <p:nvPr>
            <p:ph type="body" sz="quarter" idx="54"/>
          </p:nvPr>
        </p:nvSpPr>
        <p:spPr>
          <a:xfrm>
            <a:off x="2083023"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94301C"/>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0" name="Text Placeholder 12"/>
          <p:cNvSpPr>
            <a:spLocks noGrp="1"/>
          </p:cNvSpPr>
          <p:nvPr>
            <p:ph type="body" sz="quarter" idx="55"/>
          </p:nvPr>
        </p:nvSpPr>
        <p:spPr>
          <a:xfrm>
            <a:off x="2937751"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1" name="Text Placeholder 12"/>
          <p:cNvSpPr>
            <a:spLocks noGrp="1"/>
          </p:cNvSpPr>
          <p:nvPr>
            <p:ph type="body" sz="quarter" idx="56"/>
          </p:nvPr>
        </p:nvSpPr>
        <p:spPr>
          <a:xfrm>
            <a:off x="3800271"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2" name="Text Placeholder 12"/>
          <p:cNvSpPr>
            <a:spLocks noGrp="1"/>
          </p:cNvSpPr>
          <p:nvPr>
            <p:ph type="body" sz="quarter" idx="57"/>
          </p:nvPr>
        </p:nvSpPr>
        <p:spPr>
          <a:xfrm>
            <a:off x="4662791"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3" name="Text Placeholder 12"/>
          <p:cNvSpPr>
            <a:spLocks noGrp="1"/>
          </p:cNvSpPr>
          <p:nvPr>
            <p:ph type="body" sz="quarter" idx="58"/>
          </p:nvPr>
        </p:nvSpPr>
        <p:spPr>
          <a:xfrm>
            <a:off x="5518824"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4" name="Text Placeholder 12"/>
          <p:cNvSpPr>
            <a:spLocks noGrp="1"/>
          </p:cNvSpPr>
          <p:nvPr>
            <p:ph type="body" sz="quarter" idx="59"/>
          </p:nvPr>
        </p:nvSpPr>
        <p:spPr>
          <a:xfrm>
            <a:off x="6394315"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5" name="Text Placeholder 12"/>
          <p:cNvSpPr>
            <a:spLocks noGrp="1"/>
          </p:cNvSpPr>
          <p:nvPr>
            <p:ph type="body" sz="quarter" idx="60"/>
          </p:nvPr>
        </p:nvSpPr>
        <p:spPr>
          <a:xfrm>
            <a:off x="7250347"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6" name="Text Placeholder 12"/>
          <p:cNvSpPr>
            <a:spLocks noGrp="1"/>
          </p:cNvSpPr>
          <p:nvPr>
            <p:ph type="body" sz="quarter" idx="61"/>
          </p:nvPr>
        </p:nvSpPr>
        <p:spPr>
          <a:xfrm>
            <a:off x="8112867"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7" name="Text Placeholder 12"/>
          <p:cNvSpPr>
            <a:spLocks noGrp="1"/>
          </p:cNvSpPr>
          <p:nvPr>
            <p:ph type="body" sz="quarter" idx="62"/>
          </p:nvPr>
        </p:nvSpPr>
        <p:spPr>
          <a:xfrm>
            <a:off x="8975387"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8" name="Text Placeholder 12"/>
          <p:cNvSpPr>
            <a:spLocks noGrp="1"/>
          </p:cNvSpPr>
          <p:nvPr>
            <p:ph type="body" sz="quarter" idx="63"/>
          </p:nvPr>
        </p:nvSpPr>
        <p:spPr>
          <a:xfrm>
            <a:off x="9844389"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9" name="Text Placeholder 12"/>
          <p:cNvSpPr>
            <a:spLocks noGrp="1"/>
          </p:cNvSpPr>
          <p:nvPr>
            <p:ph type="body" sz="quarter" idx="64"/>
          </p:nvPr>
        </p:nvSpPr>
        <p:spPr>
          <a:xfrm>
            <a:off x="10700424"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179" name="Text Placeholder 178"/>
          <p:cNvSpPr>
            <a:spLocks noGrp="1"/>
          </p:cNvSpPr>
          <p:nvPr>
            <p:ph type="body" sz="quarter" idx="65"/>
          </p:nvPr>
        </p:nvSpPr>
        <p:spPr>
          <a:xfrm>
            <a:off x="2061633" y="2321700"/>
            <a:ext cx="12192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0" name="Text Placeholder 178"/>
          <p:cNvSpPr>
            <a:spLocks noGrp="1"/>
          </p:cNvSpPr>
          <p:nvPr>
            <p:ph type="body" sz="quarter" idx="66"/>
          </p:nvPr>
        </p:nvSpPr>
        <p:spPr>
          <a:xfrm>
            <a:off x="2061633" y="2687010"/>
            <a:ext cx="24384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1" name="Text Placeholder 178"/>
          <p:cNvSpPr>
            <a:spLocks noGrp="1"/>
          </p:cNvSpPr>
          <p:nvPr>
            <p:ph type="body" sz="quarter" idx="67"/>
          </p:nvPr>
        </p:nvSpPr>
        <p:spPr>
          <a:xfrm>
            <a:off x="2061633" y="3052320"/>
            <a:ext cx="36576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2" name="Text Placeholder 178"/>
          <p:cNvSpPr>
            <a:spLocks noGrp="1"/>
          </p:cNvSpPr>
          <p:nvPr>
            <p:ph type="body" sz="quarter" idx="68"/>
          </p:nvPr>
        </p:nvSpPr>
        <p:spPr>
          <a:xfrm>
            <a:off x="2061633" y="3417630"/>
            <a:ext cx="48768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3" name="Text Placeholder 178"/>
          <p:cNvSpPr>
            <a:spLocks noGrp="1"/>
          </p:cNvSpPr>
          <p:nvPr>
            <p:ph type="body" sz="quarter" idx="69"/>
          </p:nvPr>
        </p:nvSpPr>
        <p:spPr>
          <a:xfrm>
            <a:off x="2061633" y="3782940"/>
            <a:ext cx="60960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4" name="Text Placeholder 178"/>
          <p:cNvSpPr>
            <a:spLocks noGrp="1"/>
          </p:cNvSpPr>
          <p:nvPr>
            <p:ph type="body" sz="quarter" idx="70"/>
          </p:nvPr>
        </p:nvSpPr>
        <p:spPr>
          <a:xfrm>
            <a:off x="2061633" y="4148250"/>
            <a:ext cx="12192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5" name="Text Placeholder 178"/>
          <p:cNvSpPr>
            <a:spLocks noGrp="1"/>
          </p:cNvSpPr>
          <p:nvPr>
            <p:ph type="body" sz="quarter" idx="71"/>
          </p:nvPr>
        </p:nvSpPr>
        <p:spPr>
          <a:xfrm>
            <a:off x="2061633" y="4513560"/>
            <a:ext cx="24384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6" name="Text Placeholder 178"/>
          <p:cNvSpPr>
            <a:spLocks noGrp="1"/>
          </p:cNvSpPr>
          <p:nvPr>
            <p:ph type="body" sz="quarter" idx="72"/>
          </p:nvPr>
        </p:nvSpPr>
        <p:spPr>
          <a:xfrm>
            <a:off x="2061633" y="4878870"/>
            <a:ext cx="36576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7" name="Text Placeholder 178"/>
          <p:cNvSpPr>
            <a:spLocks noGrp="1"/>
          </p:cNvSpPr>
          <p:nvPr>
            <p:ph type="body" sz="quarter" idx="73"/>
          </p:nvPr>
        </p:nvSpPr>
        <p:spPr>
          <a:xfrm>
            <a:off x="2061633" y="5244182"/>
            <a:ext cx="48768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8" name="Text Placeholder 178"/>
          <p:cNvSpPr>
            <a:spLocks noGrp="1"/>
          </p:cNvSpPr>
          <p:nvPr>
            <p:ph type="body" sz="quarter" idx="74"/>
          </p:nvPr>
        </p:nvSpPr>
        <p:spPr>
          <a:xfrm>
            <a:off x="4582160" y="5562600"/>
            <a:ext cx="182880" cy="137160"/>
          </a:xfrm>
          <a:prstGeom prst="flowChartExtract">
            <a:avLst/>
          </a:prstGeom>
          <a:solidFill>
            <a:srgbClr val="B01C2E"/>
          </a:solidFill>
          <a:ln>
            <a:solidFill>
              <a:srgbClr val="B01C2E"/>
            </a:solidFill>
          </a:ln>
        </p:spPr>
        <p:txBody>
          <a:bodyPr/>
          <a:lstStyle>
            <a:lvl1pPr>
              <a:buNone/>
              <a:defRPr sz="600">
                <a:solidFill>
                  <a:srgbClr val="FFFFFF"/>
                </a:solidFill>
              </a:defRPr>
            </a:lvl1pPr>
          </a:lstStyle>
          <a:p>
            <a:pPr lvl="0"/>
            <a:r>
              <a:rPr lang="en-US"/>
              <a:t>Click to edit Master text styles</a:t>
            </a:r>
          </a:p>
        </p:txBody>
      </p:sp>
      <p:sp>
        <p:nvSpPr>
          <p:cNvPr id="190" name="Text Placeholder 12"/>
          <p:cNvSpPr>
            <a:spLocks noGrp="1"/>
          </p:cNvSpPr>
          <p:nvPr>
            <p:ph type="body" sz="quarter" idx="76"/>
          </p:nvPr>
        </p:nvSpPr>
        <p:spPr>
          <a:xfrm>
            <a:off x="4064000" y="5817472"/>
            <a:ext cx="1219200" cy="228600"/>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191" name="Text Placeholder 178"/>
          <p:cNvSpPr>
            <a:spLocks noGrp="1"/>
          </p:cNvSpPr>
          <p:nvPr>
            <p:ph type="body" sz="quarter" idx="77"/>
          </p:nvPr>
        </p:nvSpPr>
        <p:spPr>
          <a:xfrm>
            <a:off x="7140089" y="5562600"/>
            <a:ext cx="182880" cy="137160"/>
          </a:xfrm>
          <a:prstGeom prst="flowChartExtract">
            <a:avLst/>
          </a:prstGeom>
          <a:solidFill>
            <a:srgbClr val="B01C2E"/>
          </a:solidFill>
          <a:ln>
            <a:solidFill>
              <a:srgbClr val="B01C2E"/>
            </a:solidFill>
          </a:ln>
        </p:spPr>
        <p:txBody>
          <a:bodyPr/>
          <a:lstStyle>
            <a:lvl1pPr>
              <a:buNone/>
              <a:defRPr sz="600">
                <a:solidFill>
                  <a:srgbClr val="FFFFFF"/>
                </a:solidFill>
              </a:defRPr>
            </a:lvl1pPr>
          </a:lstStyle>
          <a:p>
            <a:pPr lvl="0"/>
            <a:r>
              <a:rPr lang="en-US"/>
              <a:t>Click to edit Master text styles</a:t>
            </a:r>
          </a:p>
        </p:txBody>
      </p:sp>
      <p:sp>
        <p:nvSpPr>
          <p:cNvPr id="192" name="Text Placeholder 12"/>
          <p:cNvSpPr>
            <a:spLocks noGrp="1"/>
          </p:cNvSpPr>
          <p:nvPr>
            <p:ph type="body" sz="quarter" idx="78"/>
          </p:nvPr>
        </p:nvSpPr>
        <p:spPr>
          <a:xfrm>
            <a:off x="6621929" y="5817472"/>
            <a:ext cx="1219200" cy="228600"/>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78"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01" name="Slide Number Placeholder 9"/>
          <p:cNvSpPr>
            <a:spLocks noGrp="1"/>
          </p:cNvSpPr>
          <p:nvPr>
            <p:ph type="sldNum" sz="quarter" idx="79"/>
          </p:nvPr>
        </p:nvSpPr>
        <p:spPr/>
        <p:txBody>
          <a:bodyPr/>
          <a:lstStyle>
            <a:lvl1pPr>
              <a:defRPr/>
            </a:lvl1pPr>
          </a:lstStyle>
          <a:p>
            <a:fld id="{D003C6ED-C4A5-154D-A951-DFA096D6467B}" type="slidenum">
              <a:rPr lang="en-US" altLang="en-US"/>
              <a:pPr/>
              <a:t>‹#›</a:t>
            </a:fld>
            <a:endParaRPr lang="en-US" altLang="en-US"/>
          </a:p>
        </p:txBody>
      </p:sp>
      <p:sp>
        <p:nvSpPr>
          <p:cNvPr id="102" name="Footer Placeholder 79"/>
          <p:cNvSpPr>
            <a:spLocks noGrp="1"/>
          </p:cNvSpPr>
          <p:nvPr>
            <p:ph type="ftr" sz="quarter" idx="80"/>
          </p:nvPr>
        </p:nvSpPr>
        <p:spPr/>
        <p:txBody>
          <a:bodyPr/>
          <a:lstStyle>
            <a:lvl1pPr>
              <a:defRPr smtClean="0"/>
            </a:lvl1pPr>
          </a:lstStyle>
          <a:p>
            <a:pPr>
              <a:defRPr/>
            </a:pPr>
            <a:r>
              <a:rPr lang="en-US"/>
              <a:t>Residual Income</a:t>
            </a:r>
          </a:p>
        </p:txBody>
      </p:sp>
    </p:spTree>
    <p:extLst>
      <p:ext uri="{BB962C8B-B14F-4D97-AF65-F5344CB8AC3E}">
        <p14:creationId xmlns:p14="http://schemas.microsoft.com/office/powerpoint/2010/main" val="137538538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cxnSp>
        <p:nvCxnSpPr>
          <p:cNvPr id="9" name="Straight Connector 7"/>
          <p:cNvCxnSpPr>
            <a:cxnSpLocks noChangeShapeType="1"/>
          </p:cNvCxnSpPr>
          <p:nvPr userDrawn="1"/>
        </p:nvCxnSpPr>
        <p:spPr bwMode="auto">
          <a:xfrm>
            <a:off x="2372786" y="5981700"/>
            <a:ext cx="7327900" cy="1588"/>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cxnSp>
      <p:sp>
        <p:nvSpPr>
          <p:cNvPr id="6" name="Title 1"/>
          <p:cNvSpPr>
            <a:spLocks noGrp="1"/>
          </p:cNvSpPr>
          <p:nvPr>
            <p:ph type="title"/>
          </p:nvPr>
        </p:nvSpPr>
        <p:spPr>
          <a:xfrm>
            <a:off x="2389717" y="5453938"/>
            <a:ext cx="7315200" cy="474325"/>
          </a:xfrm>
          <a:prstGeom prst="rect">
            <a:avLst/>
          </a:prstGeom>
        </p:spPr>
        <p:txBody>
          <a:bodyPr/>
          <a:lstStyle>
            <a:lvl1pPr algn="l">
              <a:defRPr sz="900" b="1"/>
            </a:lvl1pPr>
          </a:lstStyle>
          <a:p>
            <a:r>
              <a:rPr lang="en-US"/>
              <a:t>Click to edit Master title style</a:t>
            </a:r>
            <a:endParaRPr lang="en-US" dirty="0"/>
          </a:p>
        </p:txBody>
      </p:sp>
      <p:sp>
        <p:nvSpPr>
          <p:cNvPr id="7" name="Picture Placeholder 2"/>
          <p:cNvSpPr>
            <a:spLocks noGrp="1"/>
          </p:cNvSpPr>
          <p:nvPr>
            <p:ph type="pic" idx="1"/>
          </p:nvPr>
        </p:nvSpPr>
        <p:spPr>
          <a:xfrm>
            <a:off x="2389717" y="1166757"/>
            <a:ext cx="7315200" cy="4192689"/>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Drag picture to placeholder or click icon to add</a:t>
            </a:r>
          </a:p>
        </p:txBody>
      </p:sp>
      <p:sp>
        <p:nvSpPr>
          <p:cNvPr id="8" name="Text Placeholder 3"/>
          <p:cNvSpPr>
            <a:spLocks noGrp="1"/>
          </p:cNvSpPr>
          <p:nvPr>
            <p:ph type="body" sz="half" idx="2"/>
          </p:nvPr>
        </p:nvSpPr>
        <p:spPr>
          <a:xfrm>
            <a:off x="2389717" y="6042020"/>
            <a:ext cx="7315200" cy="311280"/>
          </a:xfrm>
          <a:prstGeom prst="rect">
            <a:avLst/>
          </a:prstGeom>
        </p:spPr>
        <p:txBody>
          <a:bodyPr/>
          <a:lstStyle>
            <a:lvl1pPr marL="0" indent="0">
              <a:buNone/>
              <a:defRPr sz="750" i="1">
                <a:solidFill>
                  <a:srgbClr val="4D4D4D"/>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1" name="Text Placeholder 10"/>
          <p:cNvSpPr>
            <a:spLocks noGrp="1"/>
          </p:cNvSpPr>
          <p:nvPr>
            <p:ph type="body" sz="quarter" idx="10"/>
          </p:nvPr>
        </p:nvSpPr>
        <p:spPr>
          <a:xfrm>
            <a:off x="1026004" y="0"/>
            <a:ext cx="10139992" cy="896112"/>
          </a:xfrm>
          <a:prstGeom prst="rect">
            <a:avLst/>
          </a:prstGeom>
        </p:spPr>
        <p:txBody>
          <a:bodyPr anchor="b"/>
          <a:lstStyle>
            <a:lvl1pPr>
              <a:buNone/>
              <a:defRPr sz="1650">
                <a:latin typeface="+mj-lt"/>
              </a:defRPr>
            </a:lvl1pPr>
          </a:lstStyle>
          <a:p>
            <a:pPr lvl="0"/>
            <a:r>
              <a:rPr lang="en-US"/>
              <a:t>Click to edit Master text styles</a:t>
            </a:r>
          </a:p>
        </p:txBody>
      </p:sp>
      <p:sp>
        <p:nvSpPr>
          <p:cNvPr id="10" name="Slide Number Placeholder 9"/>
          <p:cNvSpPr>
            <a:spLocks noGrp="1"/>
          </p:cNvSpPr>
          <p:nvPr>
            <p:ph type="sldNum" sz="quarter" idx="11"/>
          </p:nvPr>
        </p:nvSpPr>
        <p:spPr/>
        <p:txBody>
          <a:bodyPr/>
          <a:lstStyle>
            <a:lvl1pPr>
              <a:defRPr/>
            </a:lvl1pPr>
          </a:lstStyle>
          <a:p>
            <a:fld id="{614CE4E3-D3DE-AB41-A281-30813EB5473F}" type="slidenum">
              <a:rPr lang="en-US" altLang="en-US"/>
              <a:pPr/>
              <a:t>‹#›</a:t>
            </a:fld>
            <a:endParaRPr lang="en-US" altLang="en-US"/>
          </a:p>
        </p:txBody>
      </p:sp>
      <p:sp>
        <p:nvSpPr>
          <p:cNvPr id="12" name="Footer Placeholder 9"/>
          <p:cNvSpPr>
            <a:spLocks noGrp="1"/>
          </p:cNvSpPr>
          <p:nvPr>
            <p:ph type="ftr" sz="quarter" idx="12"/>
          </p:nvPr>
        </p:nvSpPr>
        <p:spPr/>
        <p:txBody>
          <a:bodyPr/>
          <a:lstStyle>
            <a:lvl1pPr>
              <a:defRPr smtClean="0"/>
            </a:lvl1pPr>
          </a:lstStyle>
          <a:p>
            <a:pPr>
              <a:defRPr/>
            </a:pPr>
            <a:r>
              <a:rPr lang="en-US"/>
              <a:t>Residual Income</a:t>
            </a:r>
          </a:p>
        </p:txBody>
      </p:sp>
    </p:spTree>
    <p:extLst>
      <p:ext uri="{BB962C8B-B14F-4D97-AF65-F5344CB8AC3E}">
        <p14:creationId xmlns:p14="http://schemas.microsoft.com/office/powerpoint/2010/main" val="14715243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Map">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Text Placeholder 11"/>
          <p:cNvSpPr>
            <a:spLocks noGrp="1"/>
          </p:cNvSpPr>
          <p:nvPr>
            <p:ph type="body" sz="quarter" idx="11"/>
          </p:nvPr>
        </p:nvSpPr>
        <p:spPr>
          <a:xfrm>
            <a:off x="603255" y="1447800"/>
            <a:ext cx="2250831" cy="914400"/>
          </a:xfrm>
          <a:prstGeom prst="rect">
            <a:avLst/>
          </a:prstGeom>
        </p:spPr>
        <p:txBody>
          <a:bodyPr/>
          <a:lstStyle>
            <a:lvl1pPr>
              <a:buNone/>
              <a:defRPr sz="750"/>
            </a:lvl1pPr>
          </a:lstStyle>
          <a:p>
            <a:pPr lvl="0"/>
            <a:r>
              <a:rPr lang="en-US"/>
              <a:t>Click to edit Master text styles</a:t>
            </a:r>
          </a:p>
        </p:txBody>
      </p:sp>
      <p:sp>
        <p:nvSpPr>
          <p:cNvPr id="9" name="Text Placeholder 11"/>
          <p:cNvSpPr>
            <a:spLocks noGrp="1"/>
          </p:cNvSpPr>
          <p:nvPr>
            <p:ph type="body" sz="quarter" idx="12"/>
          </p:nvPr>
        </p:nvSpPr>
        <p:spPr>
          <a:xfrm>
            <a:off x="603255" y="2667000"/>
            <a:ext cx="2250831" cy="914400"/>
          </a:xfrm>
          <a:prstGeom prst="rect">
            <a:avLst/>
          </a:prstGeom>
        </p:spPr>
        <p:txBody>
          <a:bodyPr/>
          <a:lstStyle>
            <a:lvl1pPr>
              <a:buNone/>
              <a:defRPr sz="750"/>
            </a:lvl1pPr>
          </a:lstStyle>
          <a:p>
            <a:pPr lvl="0"/>
            <a:r>
              <a:rPr lang="en-US"/>
              <a:t>Click to edit Master text styles</a:t>
            </a:r>
          </a:p>
        </p:txBody>
      </p:sp>
      <p:sp>
        <p:nvSpPr>
          <p:cNvPr id="10" name="Text Placeholder 11"/>
          <p:cNvSpPr>
            <a:spLocks noGrp="1"/>
          </p:cNvSpPr>
          <p:nvPr>
            <p:ph type="body" sz="quarter" idx="13"/>
          </p:nvPr>
        </p:nvSpPr>
        <p:spPr>
          <a:xfrm>
            <a:off x="603255" y="5105400"/>
            <a:ext cx="2250831" cy="914400"/>
          </a:xfrm>
          <a:prstGeom prst="rect">
            <a:avLst/>
          </a:prstGeom>
        </p:spPr>
        <p:txBody>
          <a:bodyPr/>
          <a:lstStyle>
            <a:lvl1pPr>
              <a:buNone/>
              <a:defRPr sz="750"/>
            </a:lvl1pPr>
          </a:lstStyle>
          <a:p>
            <a:pPr lvl="0"/>
            <a:r>
              <a:rPr lang="en-US"/>
              <a:t>Click to edit Master text styles</a:t>
            </a:r>
          </a:p>
        </p:txBody>
      </p:sp>
      <p:sp>
        <p:nvSpPr>
          <p:cNvPr id="11" name="Text Placeholder 11"/>
          <p:cNvSpPr>
            <a:spLocks noGrp="1"/>
          </p:cNvSpPr>
          <p:nvPr>
            <p:ph type="body" sz="quarter" idx="14"/>
          </p:nvPr>
        </p:nvSpPr>
        <p:spPr>
          <a:xfrm>
            <a:off x="9337925" y="1447800"/>
            <a:ext cx="2250831" cy="914400"/>
          </a:xfrm>
          <a:prstGeom prst="rect">
            <a:avLst/>
          </a:prstGeom>
        </p:spPr>
        <p:txBody>
          <a:bodyPr/>
          <a:lstStyle>
            <a:lvl1pPr>
              <a:buNone/>
              <a:defRPr sz="750"/>
            </a:lvl1pPr>
          </a:lstStyle>
          <a:p>
            <a:pPr lvl="0"/>
            <a:r>
              <a:rPr lang="en-US"/>
              <a:t>Click to edit Master text styles</a:t>
            </a:r>
          </a:p>
        </p:txBody>
      </p:sp>
      <p:sp>
        <p:nvSpPr>
          <p:cNvPr id="12" name="Text Placeholder 11"/>
          <p:cNvSpPr>
            <a:spLocks noGrp="1"/>
          </p:cNvSpPr>
          <p:nvPr>
            <p:ph type="body" sz="quarter" idx="15"/>
          </p:nvPr>
        </p:nvSpPr>
        <p:spPr>
          <a:xfrm>
            <a:off x="9337925" y="2667000"/>
            <a:ext cx="2250831" cy="914400"/>
          </a:xfrm>
          <a:prstGeom prst="rect">
            <a:avLst/>
          </a:prstGeom>
        </p:spPr>
        <p:txBody>
          <a:bodyPr/>
          <a:lstStyle>
            <a:lvl1pPr>
              <a:buNone/>
              <a:defRPr sz="750"/>
            </a:lvl1pPr>
          </a:lstStyle>
          <a:p>
            <a:pPr lvl="0"/>
            <a:r>
              <a:rPr lang="en-US"/>
              <a:t>Click to edit Master text styles</a:t>
            </a:r>
          </a:p>
        </p:txBody>
      </p:sp>
      <p:sp>
        <p:nvSpPr>
          <p:cNvPr id="13" name="Text Placeholder 11"/>
          <p:cNvSpPr>
            <a:spLocks noGrp="1"/>
          </p:cNvSpPr>
          <p:nvPr>
            <p:ph type="body" sz="quarter" idx="16"/>
          </p:nvPr>
        </p:nvSpPr>
        <p:spPr>
          <a:xfrm>
            <a:off x="9337925" y="3886200"/>
            <a:ext cx="2250831" cy="914400"/>
          </a:xfrm>
          <a:prstGeom prst="rect">
            <a:avLst/>
          </a:prstGeom>
        </p:spPr>
        <p:txBody>
          <a:bodyPr/>
          <a:lstStyle>
            <a:lvl1pPr>
              <a:buNone/>
              <a:defRPr sz="750"/>
            </a:lvl1pPr>
          </a:lstStyle>
          <a:p>
            <a:pPr lvl="0"/>
            <a:r>
              <a:rPr lang="en-US"/>
              <a:t>Click to edit Master text styles</a:t>
            </a:r>
          </a:p>
        </p:txBody>
      </p:sp>
      <p:sp>
        <p:nvSpPr>
          <p:cNvPr id="14" name="Text Placeholder 11"/>
          <p:cNvSpPr>
            <a:spLocks noGrp="1"/>
          </p:cNvSpPr>
          <p:nvPr>
            <p:ph type="body" sz="quarter" idx="17"/>
          </p:nvPr>
        </p:nvSpPr>
        <p:spPr>
          <a:xfrm>
            <a:off x="9337925" y="5105400"/>
            <a:ext cx="2250831" cy="914400"/>
          </a:xfrm>
          <a:prstGeom prst="rect">
            <a:avLst/>
          </a:prstGeom>
        </p:spPr>
        <p:txBody>
          <a:bodyPr/>
          <a:lstStyle>
            <a:lvl1pPr>
              <a:buNone/>
              <a:defRPr sz="750"/>
            </a:lvl1pPr>
          </a:lstStyle>
          <a:p>
            <a:pPr lvl="0"/>
            <a:r>
              <a:rPr lang="en-US"/>
              <a:t>Click to edit Master text styles</a:t>
            </a:r>
          </a:p>
        </p:txBody>
      </p:sp>
      <p:sp>
        <p:nvSpPr>
          <p:cNvPr id="15" name="Text Placeholder 11"/>
          <p:cNvSpPr>
            <a:spLocks noGrp="1"/>
          </p:cNvSpPr>
          <p:nvPr>
            <p:ph type="body" sz="quarter" idx="18"/>
          </p:nvPr>
        </p:nvSpPr>
        <p:spPr>
          <a:xfrm>
            <a:off x="603255" y="3886200"/>
            <a:ext cx="2250831" cy="914400"/>
          </a:xfrm>
          <a:prstGeom prst="rect">
            <a:avLst/>
          </a:prstGeom>
        </p:spPr>
        <p:txBody>
          <a:bodyPr/>
          <a:lstStyle>
            <a:lvl1pPr>
              <a:buNone/>
              <a:defRPr sz="750"/>
            </a:lvl1pPr>
          </a:lstStyle>
          <a:p>
            <a:pPr lvl="0"/>
            <a:r>
              <a:rPr lang="en-US"/>
              <a:t>Click to edit Master text styles</a:t>
            </a:r>
          </a:p>
        </p:txBody>
      </p:sp>
      <p:sp>
        <p:nvSpPr>
          <p:cNvPr id="16" name="Slide Number Placeholder 9"/>
          <p:cNvSpPr>
            <a:spLocks noGrp="1"/>
          </p:cNvSpPr>
          <p:nvPr>
            <p:ph type="sldNum" sz="quarter" idx="19"/>
          </p:nvPr>
        </p:nvSpPr>
        <p:spPr/>
        <p:txBody>
          <a:bodyPr/>
          <a:lstStyle>
            <a:lvl1pPr>
              <a:defRPr/>
            </a:lvl1pPr>
          </a:lstStyle>
          <a:p>
            <a:fld id="{1B28FF10-2575-714D-9D0B-AB6D45C94EAE}" type="slidenum">
              <a:rPr lang="en-US" altLang="en-US"/>
              <a:pPr/>
              <a:t>‹#›</a:t>
            </a:fld>
            <a:endParaRPr lang="en-US" altLang="en-US"/>
          </a:p>
        </p:txBody>
      </p:sp>
      <p:sp>
        <p:nvSpPr>
          <p:cNvPr id="17" name="Footer Placeholder 12"/>
          <p:cNvSpPr>
            <a:spLocks noGrp="1"/>
          </p:cNvSpPr>
          <p:nvPr>
            <p:ph type="ftr" sz="quarter" idx="20"/>
          </p:nvPr>
        </p:nvSpPr>
        <p:spPr/>
        <p:txBody>
          <a:bodyPr/>
          <a:lstStyle>
            <a:lvl1pPr>
              <a:defRPr/>
            </a:lvl1pPr>
          </a:lstStyle>
          <a:p>
            <a:pPr>
              <a:defRPr/>
            </a:pPr>
            <a:r>
              <a:rPr lang="en-US"/>
              <a:t>Residual Income</a:t>
            </a:r>
          </a:p>
        </p:txBody>
      </p:sp>
    </p:spTree>
    <p:extLst>
      <p:ext uri="{BB962C8B-B14F-4D97-AF65-F5344CB8AC3E}">
        <p14:creationId xmlns:p14="http://schemas.microsoft.com/office/powerpoint/2010/main" val="6843670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Map with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8212507" y="1419225"/>
            <a:ext cx="3376247" cy="4800600"/>
          </a:xfrm>
          <a:prstGeom prst="rect">
            <a:avLst/>
          </a:prstGeom>
        </p:spPr>
        <p:txBody>
          <a:bodyPr/>
          <a:lstStyle>
            <a:lvl1pPr marL="171450" indent="-171450">
              <a:buClr>
                <a:srgbClr val="B01C2E"/>
              </a:buClr>
              <a:buFont typeface="Wingdings 2" pitchFamily="18" charset="2"/>
              <a:buChar char=""/>
              <a:defRPr sz="825"/>
            </a:lvl1pPr>
            <a:lvl2pPr marL="342900" indent="-171450">
              <a:buClr>
                <a:srgbClr val="B01C2E"/>
              </a:buClr>
              <a:buSzPct val="125000"/>
              <a:buFont typeface="Arial" pitchFamily="34" charset="0"/>
              <a:buChar char="•"/>
              <a:defRPr sz="825"/>
            </a:lvl2pPr>
            <a:lvl3pPr marL="514350">
              <a:buClr>
                <a:srgbClr val="B01C2E"/>
              </a:buClr>
              <a:buFont typeface="Arial" pitchFamily="34" charset="0"/>
              <a:buChar char="–"/>
              <a:defRPr sz="825"/>
            </a:lvl3pPr>
            <a:lvl4pPr marL="685800">
              <a:buClr>
                <a:srgbClr val="B01C2E"/>
              </a:buClr>
              <a:buFont typeface="Arial" pitchFamily="34" charset="0"/>
              <a:buChar char="–"/>
              <a:defRPr sz="825"/>
            </a:lvl4pPr>
            <a:lvl5pPr marL="857250">
              <a:buClr>
                <a:srgbClr val="B01C2E"/>
              </a:buClr>
              <a:buFont typeface="Arial" pitchFamily="34" charset="0"/>
              <a:buChar char="–"/>
              <a:defRPr sz="825"/>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4" name="Slide Number Placeholder 9"/>
          <p:cNvSpPr>
            <a:spLocks noGrp="1"/>
          </p:cNvSpPr>
          <p:nvPr>
            <p:ph type="sldNum" sz="quarter" idx="10"/>
          </p:nvPr>
        </p:nvSpPr>
        <p:spPr/>
        <p:txBody>
          <a:bodyPr/>
          <a:lstStyle>
            <a:lvl1pPr>
              <a:defRPr/>
            </a:lvl1pPr>
          </a:lstStyle>
          <a:p>
            <a:fld id="{3B598768-D1F4-594C-B51E-99B1ED06033F}" type="slidenum">
              <a:rPr lang="en-US" altLang="en-US"/>
              <a:pPr/>
              <a:t>‹#›</a:t>
            </a:fld>
            <a:endParaRPr lang="en-US" altLang="en-US"/>
          </a:p>
        </p:txBody>
      </p:sp>
      <p:sp>
        <p:nvSpPr>
          <p:cNvPr id="6" name="Footer Placeholder 12"/>
          <p:cNvSpPr>
            <a:spLocks noGrp="1"/>
          </p:cNvSpPr>
          <p:nvPr>
            <p:ph type="ftr" sz="quarter" idx="11"/>
          </p:nvPr>
        </p:nvSpPr>
        <p:spPr/>
        <p:txBody>
          <a:bodyPr/>
          <a:lstStyle>
            <a:lvl1pPr>
              <a:defRPr/>
            </a:lvl1pPr>
          </a:lstStyle>
          <a:p>
            <a:pPr>
              <a:defRPr/>
            </a:pPr>
            <a:r>
              <a:rPr lang="en-US"/>
              <a:t>Residual Income</a:t>
            </a:r>
          </a:p>
        </p:txBody>
      </p:sp>
    </p:spTree>
    <p:extLst>
      <p:ext uri="{BB962C8B-B14F-4D97-AF65-F5344CB8AC3E}">
        <p14:creationId xmlns:p14="http://schemas.microsoft.com/office/powerpoint/2010/main" val="112081497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Lef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4766736" y="1419225"/>
            <a:ext cx="6815667" cy="4706938"/>
          </a:xfrm>
          <a:prstGeom prst="rect">
            <a:avLst/>
          </a:prstGeom>
        </p:spPr>
        <p:txBody>
          <a:bodyPr/>
          <a:lstStyle>
            <a:lvl1pPr marL="171450" indent="-171450">
              <a:buClr>
                <a:srgbClr val="B01C2E"/>
              </a:buClr>
              <a:buFont typeface="Wingdings 2" pitchFamily="18" charset="2"/>
              <a:buChar char=""/>
              <a:defRPr sz="900"/>
            </a:lvl1pPr>
            <a:lvl2pPr marL="342900" indent="-171450">
              <a:buClr>
                <a:srgbClr val="B01C2E"/>
              </a:buClr>
              <a:buSzPct val="125000"/>
              <a:buFont typeface="Arial" pitchFamily="34" charset="0"/>
              <a:buChar char="•"/>
              <a:defRPr sz="900"/>
            </a:lvl2pPr>
            <a:lvl3pPr marL="514350">
              <a:buClr>
                <a:srgbClr val="B01C2E"/>
              </a:buClr>
              <a:buFont typeface="Arial" pitchFamily="34" charset="0"/>
              <a:buChar char="–"/>
              <a:defRPr sz="900"/>
            </a:lvl3pPr>
            <a:lvl4pPr marL="685800">
              <a:buClr>
                <a:srgbClr val="B01C2E"/>
              </a:buClr>
              <a:buFont typeface="Arial" pitchFamily="34" charset="0"/>
              <a:buChar char="–"/>
              <a:defRPr sz="900"/>
            </a:lvl4pPr>
            <a:lvl5pPr marL="857250">
              <a:buClr>
                <a:srgbClr val="B01C2E"/>
              </a:buClr>
              <a:buFont typeface="Arial" pitchFamily="34" charset="0"/>
              <a:buChar char="–"/>
              <a:defRPr sz="9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609601" y="1419226"/>
            <a:ext cx="3891064" cy="4706938"/>
          </a:xfrm>
          <a:prstGeom prst="rect">
            <a:avLst/>
          </a:prstGeom>
        </p:spPr>
        <p:txBody>
          <a:bodyPr/>
          <a:lstStyle>
            <a:lvl1pPr marL="0" indent="0">
              <a:buNone/>
              <a:defRPr sz="900" i="1">
                <a:solidFill>
                  <a:srgbClr val="666666"/>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p:cNvSpPr>
            <a:spLocks noGrp="1"/>
          </p:cNvSpPr>
          <p:nvPr>
            <p:ph type="sldNum" sz="quarter" idx="10"/>
          </p:nvPr>
        </p:nvSpPr>
        <p:spPr/>
        <p:txBody>
          <a:bodyPr/>
          <a:lstStyle>
            <a:lvl1pPr>
              <a:defRPr/>
            </a:lvl1pPr>
          </a:lstStyle>
          <a:p>
            <a:fld id="{219B113F-1BA8-CA4E-A6B3-92D1D8C0C887}" type="slidenum">
              <a:rPr lang="en-US" altLang="en-US"/>
              <a:pPr/>
              <a:t>‹#›</a:t>
            </a:fld>
            <a:endParaRPr lang="en-US" altLang="en-US"/>
          </a:p>
        </p:txBody>
      </p:sp>
      <p:sp>
        <p:nvSpPr>
          <p:cNvPr id="9" name="Footer Placeholder 12"/>
          <p:cNvSpPr>
            <a:spLocks noGrp="1"/>
          </p:cNvSpPr>
          <p:nvPr>
            <p:ph type="ftr" sz="quarter" idx="11"/>
          </p:nvPr>
        </p:nvSpPr>
        <p:spPr/>
        <p:txBody>
          <a:bodyPr/>
          <a:lstStyle>
            <a:lvl1pPr>
              <a:defRPr/>
            </a:lvl1pPr>
          </a:lstStyle>
          <a:p>
            <a:pPr>
              <a:defRPr/>
            </a:pPr>
            <a:r>
              <a:rPr lang="en-US"/>
              <a:t>Residual Income</a:t>
            </a:r>
          </a:p>
        </p:txBody>
      </p:sp>
    </p:spTree>
    <p:extLst>
      <p:ext uri="{BB962C8B-B14F-4D97-AF65-F5344CB8AC3E}">
        <p14:creationId xmlns:p14="http://schemas.microsoft.com/office/powerpoint/2010/main" val="124578641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Righ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609601" y="1419225"/>
            <a:ext cx="6815667" cy="4706938"/>
          </a:xfrm>
          <a:prstGeom prst="rect">
            <a:avLst/>
          </a:prstGeom>
        </p:spPr>
        <p:txBody>
          <a:bodyPr/>
          <a:lstStyle>
            <a:lvl1pPr marL="171450" indent="-171450">
              <a:buClr>
                <a:srgbClr val="B01C2E"/>
              </a:buClr>
              <a:buFont typeface="Wingdings 2" pitchFamily="18" charset="2"/>
              <a:buChar char=""/>
              <a:defRPr sz="900"/>
            </a:lvl1pPr>
            <a:lvl2pPr marL="342900" indent="-171450">
              <a:buClr>
                <a:srgbClr val="B01C2E"/>
              </a:buClr>
              <a:buSzPct val="125000"/>
              <a:buFont typeface="Arial" pitchFamily="34" charset="0"/>
              <a:buChar char="•"/>
              <a:defRPr sz="900"/>
            </a:lvl2pPr>
            <a:lvl3pPr marL="514350">
              <a:buClr>
                <a:srgbClr val="B01C2E"/>
              </a:buClr>
              <a:buFont typeface="Arial" pitchFamily="34" charset="0"/>
              <a:buChar char="–"/>
              <a:defRPr sz="900"/>
            </a:lvl3pPr>
            <a:lvl4pPr marL="685800">
              <a:buClr>
                <a:srgbClr val="B01C2E"/>
              </a:buClr>
              <a:buFont typeface="Arial" pitchFamily="34" charset="0"/>
              <a:buChar char="–"/>
              <a:defRPr sz="900"/>
            </a:lvl4pPr>
            <a:lvl5pPr marL="857250">
              <a:buClr>
                <a:srgbClr val="B01C2E"/>
              </a:buClr>
              <a:buFont typeface="Arial" pitchFamily="34" charset="0"/>
              <a:buChar char="–"/>
              <a:defRPr sz="9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7697687" y="1419226"/>
            <a:ext cx="3891064" cy="4706938"/>
          </a:xfrm>
          <a:prstGeom prst="rect">
            <a:avLst/>
          </a:prstGeom>
        </p:spPr>
        <p:txBody>
          <a:bodyPr/>
          <a:lstStyle>
            <a:lvl1pPr marL="0" indent="0">
              <a:buNone/>
              <a:defRPr sz="900" i="1">
                <a:solidFill>
                  <a:srgbClr val="666666"/>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p:cNvSpPr>
            <a:spLocks noGrp="1"/>
          </p:cNvSpPr>
          <p:nvPr>
            <p:ph type="sldNum" sz="quarter" idx="10"/>
          </p:nvPr>
        </p:nvSpPr>
        <p:spPr/>
        <p:txBody>
          <a:bodyPr/>
          <a:lstStyle>
            <a:lvl1pPr>
              <a:defRPr/>
            </a:lvl1pPr>
          </a:lstStyle>
          <a:p>
            <a:fld id="{524011BE-5C53-0E48-93A9-5E9857491FB1}" type="slidenum">
              <a:rPr lang="en-US" altLang="en-US"/>
              <a:pPr/>
              <a:t>‹#›</a:t>
            </a:fld>
            <a:endParaRPr lang="en-US" altLang="en-US"/>
          </a:p>
        </p:txBody>
      </p:sp>
      <p:sp>
        <p:nvSpPr>
          <p:cNvPr id="9" name="Footer Placeholder 12"/>
          <p:cNvSpPr>
            <a:spLocks noGrp="1"/>
          </p:cNvSpPr>
          <p:nvPr>
            <p:ph type="ftr" sz="quarter" idx="11"/>
          </p:nvPr>
        </p:nvSpPr>
        <p:spPr/>
        <p:txBody>
          <a:bodyPr/>
          <a:lstStyle>
            <a:lvl1pPr>
              <a:defRPr/>
            </a:lvl1pPr>
          </a:lstStyle>
          <a:p>
            <a:pPr>
              <a:defRPr/>
            </a:pPr>
            <a:r>
              <a:rPr lang="en-US"/>
              <a:t>Residual Income</a:t>
            </a:r>
          </a:p>
        </p:txBody>
      </p:sp>
    </p:spTree>
    <p:extLst>
      <p:ext uri="{BB962C8B-B14F-4D97-AF65-F5344CB8AC3E}">
        <p14:creationId xmlns:p14="http://schemas.microsoft.com/office/powerpoint/2010/main" val="117832429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ttorney Bio">
    <p:spTree>
      <p:nvGrpSpPr>
        <p:cNvPr id="1" name=""/>
        <p:cNvGrpSpPr/>
        <p:nvPr/>
      </p:nvGrpSpPr>
      <p:grpSpPr>
        <a:xfrm>
          <a:off x="0" y="0"/>
          <a:ext cx="0" cy="0"/>
          <a:chOff x="0" y="0"/>
          <a:chExt cx="0" cy="0"/>
        </a:xfrm>
      </p:grpSpPr>
      <p:sp>
        <p:nvSpPr>
          <p:cNvPr id="12" name="Line 22"/>
          <p:cNvSpPr>
            <a:spLocks noChangeShapeType="1"/>
          </p:cNvSpPr>
          <p:nvPr/>
        </p:nvSpPr>
        <p:spPr bwMode="auto">
          <a:xfrm>
            <a:off x="2768600" y="2667000"/>
            <a:ext cx="88392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3" name="TextBox 13"/>
          <p:cNvSpPr txBox="1">
            <a:spLocks noChangeArrowheads="1"/>
          </p:cNvSpPr>
          <p:nvPr userDrawn="1"/>
        </p:nvSpPr>
        <p:spPr bwMode="auto">
          <a:xfrm>
            <a:off x="2755900" y="1108078"/>
            <a:ext cx="4267200" cy="2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750" b="1">
                <a:solidFill>
                  <a:srgbClr val="B01C2E"/>
                </a:solidFill>
                <a:latin typeface="Arial" charset="0"/>
                <a:ea typeface="+mn-ea"/>
              </a:rPr>
              <a:t>Specialization</a:t>
            </a:r>
          </a:p>
        </p:txBody>
      </p:sp>
      <p:sp>
        <p:nvSpPr>
          <p:cNvPr id="14" name="TextBox 14"/>
          <p:cNvSpPr txBox="1">
            <a:spLocks noChangeArrowheads="1"/>
          </p:cNvSpPr>
          <p:nvPr userDrawn="1"/>
        </p:nvSpPr>
        <p:spPr bwMode="auto">
          <a:xfrm>
            <a:off x="7340600" y="1108078"/>
            <a:ext cx="4267200" cy="2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750" b="1">
                <a:solidFill>
                  <a:srgbClr val="B01C2E"/>
                </a:solidFill>
                <a:latin typeface="Arial" charset="0"/>
                <a:ea typeface="+mn-ea"/>
              </a:rPr>
              <a:t>Education</a:t>
            </a:r>
          </a:p>
        </p:txBody>
      </p:sp>
      <p:sp>
        <p:nvSpPr>
          <p:cNvPr id="17" name="Text Placeholder 16"/>
          <p:cNvSpPr>
            <a:spLocks noGrp="1"/>
          </p:cNvSpPr>
          <p:nvPr>
            <p:ph type="body" sz="quarter" idx="17"/>
          </p:nvPr>
        </p:nvSpPr>
        <p:spPr>
          <a:xfrm>
            <a:off x="2756408" y="2743200"/>
            <a:ext cx="8851392" cy="3429000"/>
          </a:xfrm>
          <a:prstGeom prst="rect">
            <a:avLst/>
          </a:prstGeom>
          <a:ln>
            <a:noFill/>
          </a:ln>
        </p:spPr>
        <p:txBody>
          <a:bodyPr lIns="27432" anchor="t"/>
          <a:lstStyle>
            <a:lvl1pPr marL="0" indent="0" algn="l">
              <a:lnSpc>
                <a:spcPts val="900"/>
              </a:lnSpc>
              <a:spcBef>
                <a:spcPts val="0"/>
              </a:spcBef>
              <a:spcAft>
                <a:spcPts val="450"/>
              </a:spcAft>
              <a:buFont typeface="Arial" pitchFamily="34" charset="0"/>
              <a:buChar char=" "/>
              <a:defRPr sz="750" b="0" baseline="0">
                <a:latin typeface="+mn-lt"/>
              </a:defRPr>
            </a:lvl1pPr>
            <a:lvl2pPr marL="0" indent="0">
              <a:lnSpc>
                <a:spcPts val="900"/>
              </a:lnSpc>
              <a:spcBef>
                <a:spcPts val="0"/>
              </a:spcBef>
              <a:spcAft>
                <a:spcPts val="900"/>
              </a:spcAft>
              <a:buFont typeface="Arial" pitchFamily="34" charset="0"/>
              <a:buChar char=" "/>
              <a:defRPr sz="750" b="1" baseline="0">
                <a:solidFill>
                  <a:srgbClr val="666666"/>
                </a:solidFill>
                <a:latin typeface="Arial" pitchFamily="34" charset="0"/>
              </a:defRPr>
            </a:lvl2pPr>
            <a:lvl3pPr marL="171450" indent="-171450">
              <a:buClr>
                <a:srgbClr val="B01C2E"/>
              </a:buClr>
              <a:buFont typeface="Wingdings 2" pitchFamily="18" charset="2"/>
              <a:buChar char="¡"/>
              <a:defRPr sz="750" baseline="0">
                <a:latin typeface="Arial" pitchFamily="34" charset="0"/>
              </a:defRPr>
            </a:lvl3pPr>
            <a:lvl4pPr marL="342900" indent="-171450">
              <a:buClr>
                <a:srgbClr val="B01C2E"/>
              </a:buClr>
              <a:buFont typeface="Arial" pitchFamily="34" charset="0"/>
              <a:buChar char="–"/>
              <a:defRPr sz="750" baseline="0">
                <a:latin typeface="Arial" pitchFamily="34" charset="0"/>
              </a:defRPr>
            </a:lvl4pPr>
            <a:lvl5pPr marL="514350" indent="-171450">
              <a:buClr>
                <a:srgbClr val="B01C2E"/>
              </a:buClr>
              <a:buFont typeface="Arial" pitchFamily="34" charset="0"/>
              <a:buChar char="–"/>
              <a:defRPr sz="750" baseline="0">
                <a:latin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baseline="0"/>
            </a:lvl1pPr>
          </a:lstStyle>
          <a:p>
            <a:pPr lvl="0"/>
            <a:r>
              <a:rPr lang="en-US"/>
              <a:t>Click to edit Master title style</a:t>
            </a:r>
            <a:endParaRPr lang="en-US" dirty="0"/>
          </a:p>
        </p:txBody>
      </p:sp>
      <p:sp>
        <p:nvSpPr>
          <p:cNvPr id="18" name="Picture Placeholder 9"/>
          <p:cNvSpPr>
            <a:spLocks noGrp="1"/>
          </p:cNvSpPr>
          <p:nvPr>
            <p:ph type="pic" sz="quarter" idx="13"/>
          </p:nvPr>
        </p:nvSpPr>
        <p:spPr>
          <a:xfrm>
            <a:off x="607483" y="1108074"/>
            <a:ext cx="1560576" cy="1563624"/>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2" name="Text Placeholder 7"/>
          <p:cNvSpPr>
            <a:spLocks noGrp="1"/>
          </p:cNvSpPr>
          <p:nvPr>
            <p:ph type="body" sz="quarter" idx="12"/>
          </p:nvPr>
        </p:nvSpPr>
        <p:spPr>
          <a:xfrm>
            <a:off x="607487" y="2722996"/>
            <a:ext cx="2034116" cy="553604"/>
          </a:xfrm>
          <a:prstGeom prst="rect">
            <a:avLst/>
          </a:prstGeom>
        </p:spPr>
        <p:txBody>
          <a:bodyPr lIns="0"/>
          <a:lstStyle>
            <a:lvl1pPr marL="0" indent="0">
              <a:lnSpc>
                <a:spcPts val="750"/>
              </a:lnSpc>
              <a:buNone/>
              <a:defRPr sz="750" b="0" baseline="0"/>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p:txBody>
      </p:sp>
      <p:sp>
        <p:nvSpPr>
          <p:cNvPr id="40" name="Text Placeholder 12"/>
          <p:cNvSpPr>
            <a:spLocks noGrp="1"/>
          </p:cNvSpPr>
          <p:nvPr>
            <p:ph type="body" sz="quarter" idx="37"/>
          </p:nvPr>
        </p:nvSpPr>
        <p:spPr>
          <a:xfrm>
            <a:off x="7340600" y="2144554"/>
            <a:ext cx="4267200" cy="246888"/>
          </a:xfrm>
          <a:prstGeom prst="rect">
            <a:avLst/>
          </a:prstGeom>
          <a:ln w="6350">
            <a:noFill/>
          </a:ln>
        </p:spPr>
        <p:txBody>
          <a:bodyPr lIns="27432" tIns="45720" rIns="45720" bIns="45720" anchor="t" anchorCtr="0"/>
          <a:lstStyle>
            <a:lvl1pPr marL="128588" indent="-128588">
              <a:buClr>
                <a:srgbClr val="B01C2E"/>
              </a:buClr>
              <a:buFont typeface="Wingdings 2" pitchFamily="18" charset="2"/>
              <a:buNone/>
              <a:defRPr sz="750" b="1" baseline="0">
                <a:solidFill>
                  <a:srgbClr val="B01C2E"/>
                </a:solidFill>
              </a:defRPr>
            </a:lvl1pPr>
            <a:lvl2pPr marL="89154" indent="-89154">
              <a:buClr>
                <a:srgbClr val="B01C2E"/>
              </a:buClr>
              <a:buFont typeface="Wingdings 2" pitchFamily="18" charset="2"/>
              <a:buNone/>
              <a:defRPr sz="750" b="1" baseline="0">
                <a:solidFill>
                  <a:srgbClr val="B01C2E"/>
                </a:solidFill>
              </a:defRPr>
            </a:lvl2pPr>
            <a:lvl3pPr marL="0" indent="-89154" algn="l" defTabSz="685800" rtl="0" eaLnBrk="1" latinLnBrk="0" hangingPunct="1">
              <a:lnSpc>
                <a:spcPct val="95000"/>
              </a:lnSpc>
              <a:spcBef>
                <a:spcPts val="0"/>
              </a:spcBef>
              <a:spcAft>
                <a:spcPts val="180"/>
              </a:spcAft>
              <a:buClr>
                <a:srgbClr val="B01C2E"/>
              </a:buClr>
              <a:buFont typeface="Wingdings 2" pitchFamily="18" charset="2"/>
              <a:buNone/>
              <a:defRPr lang="en-US" sz="750" b="1" kern="1200" baseline="0" dirty="0" smtClean="0">
                <a:solidFill>
                  <a:srgbClr val="B01C2E"/>
                </a:solidFill>
                <a:latin typeface="+mn-lt"/>
                <a:ea typeface="+mn-ea"/>
                <a:cs typeface="+mn-cs"/>
              </a:defRPr>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42" name="Text Placeholder 12"/>
          <p:cNvSpPr>
            <a:spLocks noGrp="1"/>
          </p:cNvSpPr>
          <p:nvPr>
            <p:ph type="body" sz="quarter" idx="39"/>
          </p:nvPr>
        </p:nvSpPr>
        <p:spPr>
          <a:xfrm>
            <a:off x="2756408" y="2144554"/>
            <a:ext cx="4267200" cy="246888"/>
          </a:xfrm>
          <a:prstGeom prst="rect">
            <a:avLst/>
          </a:prstGeom>
          <a:ln w="6350">
            <a:noFill/>
          </a:ln>
        </p:spPr>
        <p:txBody>
          <a:bodyPr lIns="27432" tIns="45720" rIns="45720" bIns="45720" anchor="t" anchorCtr="0"/>
          <a:lstStyle>
            <a:lvl1pPr marL="128588" indent="-128588">
              <a:buClr>
                <a:srgbClr val="B01C2E"/>
              </a:buClr>
              <a:buFont typeface="Wingdings 2" pitchFamily="18" charset="2"/>
              <a:buNone/>
              <a:defRPr sz="750" b="1" baseline="0">
                <a:solidFill>
                  <a:srgbClr val="B01C2E"/>
                </a:solidFill>
              </a:defRPr>
            </a:lvl1pPr>
            <a:lvl2pPr marL="89154" indent="-89154">
              <a:buClr>
                <a:srgbClr val="B01C2E"/>
              </a:buClr>
              <a:buFont typeface="Wingdings 2" pitchFamily="18" charset="2"/>
              <a:buNone/>
              <a:defRPr sz="750" b="1" baseline="0">
                <a:solidFill>
                  <a:srgbClr val="B01C2E"/>
                </a:solidFill>
              </a:defRPr>
            </a:lvl2pPr>
            <a:lvl3pPr marL="0" indent="-89154" algn="l" defTabSz="685800" rtl="0" eaLnBrk="1" latinLnBrk="0" hangingPunct="1">
              <a:lnSpc>
                <a:spcPct val="95000"/>
              </a:lnSpc>
              <a:spcBef>
                <a:spcPts val="0"/>
              </a:spcBef>
              <a:spcAft>
                <a:spcPts val="180"/>
              </a:spcAft>
              <a:buClr>
                <a:srgbClr val="B01C2E"/>
              </a:buClr>
              <a:buFont typeface="Wingdings 2" pitchFamily="18" charset="2"/>
              <a:buNone/>
              <a:defRPr lang="en-US" sz="750" b="1" kern="1200" baseline="0" dirty="0" smtClean="0">
                <a:solidFill>
                  <a:srgbClr val="B01C2E"/>
                </a:solidFill>
                <a:latin typeface="+mn-lt"/>
                <a:ea typeface="+mn-ea"/>
                <a:cs typeface="+mn-cs"/>
              </a:defRPr>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44" name="Text Placeholder 16"/>
          <p:cNvSpPr>
            <a:spLocks noGrp="1"/>
          </p:cNvSpPr>
          <p:nvPr>
            <p:ph type="body" sz="quarter" idx="41"/>
          </p:nvPr>
        </p:nvSpPr>
        <p:spPr>
          <a:xfrm>
            <a:off x="2756408" y="2308860"/>
            <a:ext cx="4267200" cy="347472"/>
          </a:xfrm>
          <a:prstGeom prst="rect">
            <a:avLst/>
          </a:prstGeom>
          <a:ln>
            <a:noFill/>
          </a:ln>
        </p:spPr>
        <p:txBody>
          <a:bodyPr lIns="27432" anchor="t"/>
          <a:lstStyle>
            <a:lvl1pPr marL="0" indent="0" algn="l">
              <a:lnSpc>
                <a:spcPct val="95000"/>
              </a:lnSpc>
              <a:spcBef>
                <a:spcPts val="0"/>
              </a:spcBef>
              <a:spcAft>
                <a:spcPts val="180"/>
              </a:spcAft>
              <a:buNone/>
              <a:defRPr sz="750" b="0"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46" name="Text Placeholder 16"/>
          <p:cNvSpPr>
            <a:spLocks noGrp="1"/>
          </p:cNvSpPr>
          <p:nvPr>
            <p:ph type="body" sz="quarter" idx="42"/>
          </p:nvPr>
        </p:nvSpPr>
        <p:spPr>
          <a:xfrm>
            <a:off x="7340600" y="2308860"/>
            <a:ext cx="4267200" cy="347472"/>
          </a:xfrm>
          <a:prstGeom prst="rect">
            <a:avLst/>
          </a:prstGeom>
          <a:ln>
            <a:noFill/>
          </a:ln>
        </p:spPr>
        <p:txBody>
          <a:bodyPr lIns="27432" anchor="t"/>
          <a:lstStyle>
            <a:lvl1pPr marL="0" indent="0" algn="l">
              <a:lnSpc>
                <a:spcPct val="95000"/>
              </a:lnSpc>
              <a:spcBef>
                <a:spcPts val="0"/>
              </a:spcBef>
              <a:spcAft>
                <a:spcPts val="180"/>
              </a:spcAft>
              <a:buNone/>
              <a:defRPr sz="750" b="0"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47" name="Text Placeholder 19"/>
          <p:cNvSpPr>
            <a:spLocks noGrp="1"/>
          </p:cNvSpPr>
          <p:nvPr>
            <p:ph type="body" sz="quarter" idx="29"/>
          </p:nvPr>
        </p:nvSpPr>
        <p:spPr>
          <a:xfrm>
            <a:off x="2756408" y="1295400"/>
            <a:ext cx="4267200" cy="822960"/>
          </a:xfrm>
          <a:prstGeom prst="rect">
            <a:avLst/>
          </a:prstGeom>
          <a:solidFill>
            <a:srgbClr val="FFFFFF"/>
          </a:solidFill>
          <a:ln>
            <a:noFill/>
          </a:ln>
        </p:spPr>
        <p:txBody>
          <a:bodyPr wrap="square" lIns="27432" tIns="45720" rIns="45720" bIns="45720" anchor="t">
            <a:noAutofit/>
          </a:bodyPr>
          <a:lstStyle>
            <a:lvl1pPr marL="89154" indent="-89154">
              <a:lnSpc>
                <a:spcPct val="95000"/>
              </a:lnSpc>
              <a:spcBef>
                <a:spcPts val="0"/>
              </a:spcBef>
              <a:spcAft>
                <a:spcPts val="150"/>
              </a:spcAft>
              <a:buClr>
                <a:schemeClr val="accent1"/>
              </a:buClr>
              <a:buFont typeface="Wingdings 2" pitchFamily="18" charset="2"/>
              <a:buChar char=""/>
              <a:defRPr sz="750" baseline="0">
                <a:solidFill>
                  <a:schemeClr val="tx1"/>
                </a:solidFill>
              </a:defRPr>
            </a:lvl1pPr>
            <a:lvl2pPr marL="89154" indent="-89154">
              <a:lnSpc>
                <a:spcPct val="95000"/>
              </a:lnSpc>
              <a:spcBef>
                <a:spcPts val="0"/>
              </a:spcBef>
              <a:spcAft>
                <a:spcPts val="150"/>
              </a:spcAft>
              <a:buClr>
                <a:srgbClr val="B01C2E"/>
              </a:buClr>
              <a:buFont typeface="NSimSun" pitchFamily="49" charset="-122"/>
              <a:buChar char=" "/>
              <a:defRPr sz="750" baseline="0"/>
            </a:lvl2pPr>
            <a:lvl3pPr marL="89154" indent="-89154">
              <a:lnSpc>
                <a:spcPct val="95000"/>
              </a:lnSpc>
              <a:spcBef>
                <a:spcPts val="0"/>
              </a:spcBef>
              <a:spcAft>
                <a:spcPts val="150"/>
              </a:spcAft>
              <a:buClr>
                <a:srgbClr val="B01C2E"/>
              </a:buClr>
              <a:buFont typeface="Wingdings 2" pitchFamily="18" charset="2"/>
              <a:buChar char="¡"/>
              <a:defRPr sz="750"/>
            </a:lvl3pPr>
          </a:lstStyle>
          <a:p>
            <a:pPr lvl="0"/>
            <a:r>
              <a:rPr lang="en-US"/>
              <a:t>Click to edit Master text styles</a:t>
            </a:r>
          </a:p>
        </p:txBody>
      </p:sp>
      <p:sp>
        <p:nvSpPr>
          <p:cNvPr id="48" name="Text Placeholder 19"/>
          <p:cNvSpPr>
            <a:spLocks noGrp="1"/>
          </p:cNvSpPr>
          <p:nvPr>
            <p:ph type="body" sz="quarter" idx="43"/>
          </p:nvPr>
        </p:nvSpPr>
        <p:spPr>
          <a:xfrm>
            <a:off x="7340600" y="1295400"/>
            <a:ext cx="4267200" cy="822960"/>
          </a:xfrm>
          <a:prstGeom prst="rect">
            <a:avLst/>
          </a:prstGeom>
          <a:solidFill>
            <a:srgbClr val="FFFFFF"/>
          </a:solidFill>
          <a:ln>
            <a:noFill/>
          </a:ln>
        </p:spPr>
        <p:txBody>
          <a:bodyPr wrap="square" lIns="27432" tIns="45720" rIns="45720" bIns="45720" anchor="t">
            <a:noAutofit/>
          </a:bodyPr>
          <a:lstStyle>
            <a:lvl1pPr marL="89154" indent="-89154">
              <a:lnSpc>
                <a:spcPct val="95000"/>
              </a:lnSpc>
              <a:spcBef>
                <a:spcPts val="0"/>
              </a:spcBef>
              <a:spcAft>
                <a:spcPts val="150"/>
              </a:spcAft>
              <a:buClr>
                <a:schemeClr val="accent1"/>
              </a:buClr>
              <a:buFont typeface="Wingdings 2" pitchFamily="18" charset="2"/>
              <a:buChar char=""/>
              <a:defRPr sz="750" baseline="0">
                <a:solidFill>
                  <a:schemeClr val="tx1"/>
                </a:solidFill>
              </a:defRPr>
            </a:lvl1pPr>
            <a:lvl2pPr marL="89154" indent="-89154">
              <a:lnSpc>
                <a:spcPct val="95000"/>
              </a:lnSpc>
              <a:spcBef>
                <a:spcPts val="0"/>
              </a:spcBef>
              <a:spcAft>
                <a:spcPts val="150"/>
              </a:spcAft>
              <a:buClr>
                <a:srgbClr val="B01C2E"/>
              </a:buClr>
              <a:buFont typeface="Arial" pitchFamily="34" charset="0"/>
              <a:buChar char=" "/>
              <a:defRPr sz="750" baseline="0"/>
            </a:lvl2pPr>
            <a:lvl3pPr marL="89154" indent="-89154">
              <a:lnSpc>
                <a:spcPct val="95000"/>
              </a:lnSpc>
              <a:spcBef>
                <a:spcPts val="0"/>
              </a:spcBef>
              <a:spcAft>
                <a:spcPts val="150"/>
              </a:spcAft>
              <a:buClr>
                <a:srgbClr val="B01C2E"/>
              </a:buClr>
              <a:buFont typeface="Wingdings 2" pitchFamily="18" charset="2"/>
              <a:buChar char="¡"/>
              <a:defRPr sz="750"/>
            </a:lvl3pPr>
          </a:lstStyle>
          <a:p>
            <a:pPr lvl="0"/>
            <a:r>
              <a:rPr lang="en-US"/>
              <a:t>Click to edit Master text styles</a:t>
            </a:r>
          </a:p>
        </p:txBody>
      </p:sp>
      <p:sp>
        <p:nvSpPr>
          <p:cNvPr id="15" name="Slide Number Placeholder 9"/>
          <p:cNvSpPr>
            <a:spLocks noGrp="1"/>
          </p:cNvSpPr>
          <p:nvPr>
            <p:ph type="sldNum" sz="quarter" idx="44"/>
          </p:nvPr>
        </p:nvSpPr>
        <p:spPr/>
        <p:txBody>
          <a:bodyPr/>
          <a:lstStyle>
            <a:lvl1pPr>
              <a:defRPr/>
            </a:lvl1pPr>
          </a:lstStyle>
          <a:p>
            <a:fld id="{3D17329F-BDC0-3444-A6CB-5CFB4AFF00F8}" type="slidenum">
              <a:rPr lang="en-US" altLang="en-US"/>
              <a:pPr/>
              <a:t>‹#›</a:t>
            </a:fld>
            <a:endParaRPr lang="en-US" altLang="en-US"/>
          </a:p>
        </p:txBody>
      </p:sp>
      <p:sp>
        <p:nvSpPr>
          <p:cNvPr id="16" name="Footer Placeholder 15"/>
          <p:cNvSpPr>
            <a:spLocks noGrp="1"/>
          </p:cNvSpPr>
          <p:nvPr>
            <p:ph type="ftr" sz="quarter" idx="45"/>
          </p:nvPr>
        </p:nvSpPr>
        <p:spPr/>
        <p:txBody>
          <a:bodyPr/>
          <a:lstStyle>
            <a:lvl1pPr>
              <a:defRPr smtClean="0"/>
            </a:lvl1pPr>
          </a:lstStyle>
          <a:p>
            <a:pPr>
              <a:defRPr/>
            </a:pPr>
            <a:r>
              <a:rPr lang="en-US"/>
              <a:t>Residual Income</a:t>
            </a:r>
          </a:p>
        </p:txBody>
      </p:sp>
    </p:spTree>
    <p:extLst>
      <p:ext uri="{BB962C8B-B14F-4D97-AF65-F5344CB8AC3E}">
        <p14:creationId xmlns:p14="http://schemas.microsoft.com/office/powerpoint/2010/main" val="181908196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he Team with Pictures">
    <p:spTree>
      <p:nvGrpSpPr>
        <p:cNvPr id="1" name=""/>
        <p:cNvGrpSpPr/>
        <p:nvPr/>
      </p:nvGrpSpPr>
      <p:grpSpPr>
        <a:xfrm>
          <a:off x="0" y="0"/>
          <a:ext cx="0" cy="0"/>
          <a:chOff x="0" y="0"/>
          <a:chExt cx="0" cy="0"/>
        </a:xfrm>
      </p:grpSpPr>
      <p:sp>
        <p:nvSpPr>
          <p:cNvPr id="5" name="Text Placeholder 7"/>
          <p:cNvSpPr>
            <a:spLocks noGrp="1"/>
          </p:cNvSpPr>
          <p:nvPr>
            <p:ph type="body" sz="quarter" idx="12"/>
          </p:nvPr>
        </p:nvSpPr>
        <p:spPr>
          <a:xfrm>
            <a:off x="769317" y="2982769"/>
            <a:ext cx="1904615" cy="934604"/>
          </a:xfrm>
          <a:prstGeom prst="rect">
            <a:avLst/>
          </a:prstGeom>
        </p:spPr>
        <p:txBody>
          <a:bodyPr/>
          <a:lstStyle>
            <a:lvl1pPr marL="0" indent="0">
              <a:lnSpc>
                <a:spcPts val="750"/>
              </a:lnSpc>
              <a:buNone/>
              <a:defRPr sz="750" b="1" baseline="0"/>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Picture Placeholder 9"/>
          <p:cNvSpPr>
            <a:spLocks noGrp="1"/>
          </p:cNvSpPr>
          <p:nvPr>
            <p:ph type="pic" sz="quarter" idx="13"/>
          </p:nvPr>
        </p:nvSpPr>
        <p:spPr>
          <a:xfrm>
            <a:off x="769314" y="1589236"/>
            <a:ext cx="1426633" cy="1330325"/>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7" name="Text Placeholder 11"/>
          <p:cNvSpPr>
            <a:spLocks noGrp="1"/>
          </p:cNvSpPr>
          <p:nvPr>
            <p:ph type="body" sz="quarter" idx="14"/>
          </p:nvPr>
        </p:nvSpPr>
        <p:spPr>
          <a:xfrm>
            <a:off x="623843" y="1246188"/>
            <a:ext cx="10917767" cy="228600"/>
          </a:xfrm>
          <a:prstGeom prst="rect">
            <a:avLst/>
          </a:prstGeom>
        </p:spPr>
        <p:txBody>
          <a:bodyPr/>
          <a:lstStyle>
            <a:lvl1pPr>
              <a:buFontTx/>
              <a:buNone/>
              <a:defRPr sz="900" b="1" cap="all" baseline="0">
                <a:solidFill>
                  <a:srgbClr val="C00000"/>
                </a:solidFill>
              </a:defRPr>
            </a:lvl1pPr>
          </a:lstStyle>
          <a:p>
            <a:pPr lvl="0"/>
            <a:r>
              <a:rPr lang="en-US"/>
              <a:t>Click to edit Master text styles</a:t>
            </a:r>
          </a:p>
        </p:txBody>
      </p:sp>
      <p:sp>
        <p:nvSpPr>
          <p:cNvPr id="8" name="Text Placeholder 7"/>
          <p:cNvSpPr>
            <a:spLocks noGrp="1"/>
          </p:cNvSpPr>
          <p:nvPr>
            <p:ph type="body" sz="quarter" idx="15"/>
          </p:nvPr>
        </p:nvSpPr>
        <p:spPr>
          <a:xfrm>
            <a:off x="2930626" y="2982769"/>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spcBef>
                <a:spcPts val="0"/>
              </a:spcBef>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Picture Placeholder 9"/>
          <p:cNvSpPr>
            <a:spLocks noGrp="1"/>
          </p:cNvSpPr>
          <p:nvPr>
            <p:ph type="pic" sz="quarter" idx="16"/>
          </p:nvPr>
        </p:nvSpPr>
        <p:spPr>
          <a:xfrm>
            <a:off x="2930623" y="1589236"/>
            <a:ext cx="1426633" cy="1330325"/>
          </a:xfrm>
          <a:prstGeom prst="rect">
            <a:avLst/>
          </a:prstGeom>
        </p:spPr>
        <p:txBody>
          <a:bodyPr/>
          <a:lstStyle>
            <a:lvl1pPr>
              <a:buFont typeface="Wingdings 2" pitchFamily="18" charset="2"/>
              <a:buChar char=""/>
              <a:defRPr lang="en-US" sz="1200" kern="1200" noProof="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0" name="Text Placeholder 7"/>
          <p:cNvSpPr>
            <a:spLocks noGrp="1"/>
          </p:cNvSpPr>
          <p:nvPr>
            <p:ph type="body" sz="quarter" idx="17"/>
          </p:nvPr>
        </p:nvSpPr>
        <p:spPr>
          <a:xfrm>
            <a:off x="5133499" y="2982769"/>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Picture Placeholder 9"/>
          <p:cNvSpPr>
            <a:spLocks noGrp="1"/>
          </p:cNvSpPr>
          <p:nvPr>
            <p:ph type="pic" sz="quarter" idx="18"/>
          </p:nvPr>
        </p:nvSpPr>
        <p:spPr>
          <a:xfrm>
            <a:off x="5133500" y="1589236"/>
            <a:ext cx="1426633" cy="1330325"/>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2" name="Text Placeholder 7"/>
          <p:cNvSpPr>
            <a:spLocks noGrp="1"/>
          </p:cNvSpPr>
          <p:nvPr>
            <p:ph type="body" sz="quarter" idx="19"/>
          </p:nvPr>
        </p:nvSpPr>
        <p:spPr>
          <a:xfrm>
            <a:off x="7322518" y="2982769"/>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Picture Placeholder 9"/>
          <p:cNvSpPr>
            <a:spLocks noGrp="1"/>
          </p:cNvSpPr>
          <p:nvPr>
            <p:ph type="pic" sz="quarter" idx="21"/>
          </p:nvPr>
        </p:nvSpPr>
        <p:spPr>
          <a:xfrm>
            <a:off x="7322516" y="1589236"/>
            <a:ext cx="1426633"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4" name="Text Placeholder 7"/>
          <p:cNvSpPr>
            <a:spLocks noGrp="1"/>
          </p:cNvSpPr>
          <p:nvPr>
            <p:ph type="body" sz="quarter" idx="22"/>
          </p:nvPr>
        </p:nvSpPr>
        <p:spPr>
          <a:xfrm>
            <a:off x="9525390" y="2982769"/>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9"/>
          <p:cNvSpPr>
            <a:spLocks noGrp="1"/>
          </p:cNvSpPr>
          <p:nvPr>
            <p:ph type="pic" sz="quarter" idx="23"/>
          </p:nvPr>
        </p:nvSpPr>
        <p:spPr>
          <a:xfrm>
            <a:off x="9525390" y="1589236"/>
            <a:ext cx="1426633"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6" name="Text Placeholder 7"/>
          <p:cNvSpPr>
            <a:spLocks noGrp="1"/>
          </p:cNvSpPr>
          <p:nvPr>
            <p:ph type="body" sz="quarter" idx="24"/>
          </p:nvPr>
        </p:nvSpPr>
        <p:spPr>
          <a:xfrm>
            <a:off x="769317" y="5320723"/>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Picture Placeholder 9"/>
          <p:cNvSpPr>
            <a:spLocks noGrp="1"/>
          </p:cNvSpPr>
          <p:nvPr>
            <p:ph type="pic" sz="quarter" idx="25"/>
          </p:nvPr>
        </p:nvSpPr>
        <p:spPr>
          <a:xfrm>
            <a:off x="769314" y="3927189"/>
            <a:ext cx="1426633"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8" name="Text Placeholder 7"/>
          <p:cNvSpPr>
            <a:spLocks noGrp="1"/>
          </p:cNvSpPr>
          <p:nvPr>
            <p:ph type="body" sz="quarter" idx="26"/>
          </p:nvPr>
        </p:nvSpPr>
        <p:spPr>
          <a:xfrm>
            <a:off x="2930626" y="5320723"/>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spcBef>
                <a:spcPts val="0"/>
              </a:spcBef>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9"/>
          <p:cNvSpPr>
            <a:spLocks noGrp="1"/>
          </p:cNvSpPr>
          <p:nvPr>
            <p:ph type="pic" sz="quarter" idx="27"/>
          </p:nvPr>
        </p:nvSpPr>
        <p:spPr>
          <a:xfrm>
            <a:off x="2930623" y="3927189"/>
            <a:ext cx="1426633"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0" name="Text Placeholder 7"/>
          <p:cNvSpPr>
            <a:spLocks noGrp="1"/>
          </p:cNvSpPr>
          <p:nvPr>
            <p:ph type="body" sz="quarter" idx="28"/>
          </p:nvPr>
        </p:nvSpPr>
        <p:spPr>
          <a:xfrm>
            <a:off x="5133499" y="5320723"/>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9"/>
          <p:cNvSpPr>
            <a:spLocks noGrp="1"/>
          </p:cNvSpPr>
          <p:nvPr>
            <p:ph type="pic" sz="quarter" idx="29"/>
          </p:nvPr>
        </p:nvSpPr>
        <p:spPr>
          <a:xfrm>
            <a:off x="5133500" y="3927189"/>
            <a:ext cx="1426633"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2" name="Text Placeholder 7"/>
          <p:cNvSpPr>
            <a:spLocks noGrp="1"/>
          </p:cNvSpPr>
          <p:nvPr>
            <p:ph type="body" sz="quarter" idx="30"/>
          </p:nvPr>
        </p:nvSpPr>
        <p:spPr>
          <a:xfrm>
            <a:off x="7322518" y="5320723"/>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Picture Placeholder 9"/>
          <p:cNvSpPr>
            <a:spLocks noGrp="1"/>
          </p:cNvSpPr>
          <p:nvPr>
            <p:ph type="pic" sz="quarter" idx="31"/>
          </p:nvPr>
        </p:nvSpPr>
        <p:spPr>
          <a:xfrm>
            <a:off x="7322516" y="3927189"/>
            <a:ext cx="1426633"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4" name="Text Placeholder 7"/>
          <p:cNvSpPr>
            <a:spLocks noGrp="1"/>
          </p:cNvSpPr>
          <p:nvPr>
            <p:ph type="body" sz="quarter" idx="32"/>
          </p:nvPr>
        </p:nvSpPr>
        <p:spPr>
          <a:xfrm>
            <a:off x="9525390" y="5320723"/>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5" name="Picture Placeholder 9"/>
          <p:cNvSpPr>
            <a:spLocks noGrp="1"/>
          </p:cNvSpPr>
          <p:nvPr>
            <p:ph type="pic" sz="quarter" idx="33"/>
          </p:nvPr>
        </p:nvSpPr>
        <p:spPr>
          <a:xfrm>
            <a:off x="9525390" y="3962403"/>
            <a:ext cx="1426633" cy="1330325"/>
          </a:xfrm>
          <a:prstGeom prst="rect">
            <a:avLst/>
          </a:prstGeom>
        </p:spPr>
        <p:txBody>
          <a:bodyPr/>
          <a:lstStyle>
            <a:lvl1pPr>
              <a:defRPr lang="en-US" sz="1200" kern="1200" noProof="0" dirty="0">
                <a:solidFill>
                  <a:schemeClr val="tx1"/>
                </a:solidFill>
                <a:latin typeface="+mn-lt"/>
                <a:ea typeface="+mn-ea"/>
                <a:cs typeface="+mn-cs"/>
              </a:defRPr>
            </a:lvl1pPr>
            <a:lvl2pPr>
              <a:defRPr lang="en-US" sz="1200" kern="1200" noProof="0" dirty="0">
                <a:solidFill>
                  <a:schemeClr val="tx1"/>
                </a:solidFill>
                <a:latin typeface="+mn-lt"/>
                <a:ea typeface="+mn-ea"/>
                <a:cs typeface="+mn-cs"/>
              </a:defRPr>
            </a:lvl2pPr>
          </a:lstStyle>
          <a:p>
            <a:pPr lvl="0"/>
            <a:r>
              <a:rPr lang="en-US" noProof="0"/>
              <a:t>Drag picture to placeholder or click icon to add</a:t>
            </a:r>
            <a:endParaRPr lang="en-US" noProof="0" dirty="0"/>
          </a:p>
        </p:txBody>
      </p:sp>
      <p:sp>
        <p:nvSpPr>
          <p:cNvPr id="26"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7" name="Slide Number Placeholder 9"/>
          <p:cNvSpPr>
            <a:spLocks noGrp="1"/>
          </p:cNvSpPr>
          <p:nvPr>
            <p:ph type="sldNum" sz="quarter" idx="34"/>
          </p:nvPr>
        </p:nvSpPr>
        <p:spPr/>
        <p:txBody>
          <a:bodyPr/>
          <a:lstStyle>
            <a:lvl1pPr>
              <a:defRPr/>
            </a:lvl1pPr>
          </a:lstStyle>
          <a:p>
            <a:fld id="{516D5A61-1BB2-3C40-A809-0A00CE29D5F0}" type="slidenum">
              <a:rPr lang="en-US" altLang="en-US"/>
              <a:pPr/>
              <a:t>‹#›</a:t>
            </a:fld>
            <a:endParaRPr lang="en-US" altLang="en-US"/>
          </a:p>
        </p:txBody>
      </p:sp>
      <p:sp>
        <p:nvSpPr>
          <p:cNvPr id="28" name="Footer Placeholder 12"/>
          <p:cNvSpPr>
            <a:spLocks noGrp="1"/>
          </p:cNvSpPr>
          <p:nvPr>
            <p:ph type="ftr" sz="quarter" idx="35"/>
          </p:nvPr>
        </p:nvSpPr>
        <p:spPr/>
        <p:txBody>
          <a:bodyPr/>
          <a:lstStyle>
            <a:lvl1pPr>
              <a:defRPr/>
            </a:lvl1pPr>
          </a:lstStyle>
          <a:p>
            <a:pPr>
              <a:defRPr/>
            </a:pPr>
            <a:r>
              <a:rPr lang="en-US"/>
              <a:t>Residual Income</a:t>
            </a:r>
          </a:p>
        </p:txBody>
      </p:sp>
    </p:spTree>
    <p:extLst>
      <p:ext uri="{BB962C8B-B14F-4D97-AF65-F5344CB8AC3E}">
        <p14:creationId xmlns:p14="http://schemas.microsoft.com/office/powerpoint/2010/main" val="318743990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he Team - Full Page">
    <p:spTree>
      <p:nvGrpSpPr>
        <p:cNvPr id="1" name=""/>
        <p:cNvGrpSpPr/>
        <p:nvPr/>
      </p:nvGrpSpPr>
      <p:grpSpPr>
        <a:xfrm>
          <a:off x="0" y="0"/>
          <a:ext cx="0" cy="0"/>
          <a:chOff x="0" y="0"/>
          <a:chExt cx="0" cy="0"/>
        </a:xfrm>
      </p:grpSpPr>
      <p:sp>
        <p:nvSpPr>
          <p:cNvPr id="10" name="Text Box 12"/>
          <p:cNvSpPr txBox="1">
            <a:spLocks noChangeArrowheads="1"/>
          </p:cNvSpPr>
          <p:nvPr/>
        </p:nvSpPr>
        <p:spPr bwMode="auto">
          <a:xfrm>
            <a:off x="588433" y="1439863"/>
            <a:ext cx="11133667"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788" b="1" dirty="0">
                <a:solidFill>
                  <a:srgbClr val="C00000"/>
                </a:solidFill>
                <a:latin typeface="Arial" charset="0"/>
                <a:ea typeface="+mn-ea"/>
                <a:cs typeface="+mn-cs"/>
              </a:rPr>
              <a:t>PARTNERS</a:t>
            </a:r>
          </a:p>
        </p:txBody>
      </p:sp>
      <p:sp>
        <p:nvSpPr>
          <p:cNvPr id="11" name="Line 22"/>
          <p:cNvSpPr>
            <a:spLocks noChangeShapeType="1"/>
          </p:cNvSpPr>
          <p:nvPr/>
        </p:nvSpPr>
        <p:spPr bwMode="auto">
          <a:xfrm>
            <a:off x="584202" y="1897063"/>
            <a:ext cx="111379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2" name="Text Box 23"/>
          <p:cNvSpPr txBox="1">
            <a:spLocks noChangeArrowheads="1"/>
          </p:cNvSpPr>
          <p:nvPr/>
        </p:nvSpPr>
        <p:spPr bwMode="auto">
          <a:xfrm>
            <a:off x="588433" y="3268663"/>
            <a:ext cx="11133667"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788" b="1" dirty="0">
                <a:solidFill>
                  <a:srgbClr val="C00000"/>
                </a:solidFill>
                <a:latin typeface="Arial" charset="0"/>
                <a:ea typeface="+mn-ea"/>
                <a:cs typeface="+mn-cs"/>
              </a:rPr>
              <a:t>ASSOCIATES</a:t>
            </a:r>
          </a:p>
        </p:txBody>
      </p:sp>
      <p:sp>
        <p:nvSpPr>
          <p:cNvPr id="13" name="Line 24"/>
          <p:cNvSpPr>
            <a:spLocks noChangeShapeType="1"/>
          </p:cNvSpPr>
          <p:nvPr/>
        </p:nvSpPr>
        <p:spPr bwMode="auto">
          <a:xfrm>
            <a:off x="584202" y="3725863"/>
            <a:ext cx="111379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8" name="Text Placeholder 27"/>
          <p:cNvSpPr>
            <a:spLocks noGrp="1"/>
          </p:cNvSpPr>
          <p:nvPr>
            <p:ph type="body" sz="quarter" idx="10"/>
          </p:nvPr>
        </p:nvSpPr>
        <p:spPr>
          <a:xfrm>
            <a:off x="3478108" y="2019300"/>
            <a:ext cx="24384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32" name="Text Placeholder 31"/>
          <p:cNvSpPr>
            <a:spLocks noGrp="1"/>
          </p:cNvSpPr>
          <p:nvPr>
            <p:ph type="body" sz="quarter" idx="11"/>
          </p:nvPr>
        </p:nvSpPr>
        <p:spPr>
          <a:xfrm>
            <a:off x="6372015" y="2019300"/>
            <a:ext cx="24384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34" name="Text Placeholder 33"/>
          <p:cNvSpPr>
            <a:spLocks noGrp="1"/>
          </p:cNvSpPr>
          <p:nvPr>
            <p:ph type="body" sz="quarter" idx="12"/>
          </p:nvPr>
        </p:nvSpPr>
        <p:spPr>
          <a:xfrm>
            <a:off x="9265920" y="2019300"/>
            <a:ext cx="24384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17" name="Text Placeholder 16"/>
          <p:cNvSpPr>
            <a:spLocks noGrp="1"/>
          </p:cNvSpPr>
          <p:nvPr>
            <p:ph type="body" sz="quarter" idx="17"/>
          </p:nvPr>
        </p:nvSpPr>
        <p:spPr>
          <a:xfrm>
            <a:off x="1975104" y="3886200"/>
            <a:ext cx="3962400" cy="73152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15" name="Text Placeholder 14"/>
          <p:cNvSpPr>
            <a:spLocks noGrp="1"/>
          </p:cNvSpPr>
          <p:nvPr>
            <p:ph type="body" sz="quarter" idx="18"/>
          </p:nvPr>
        </p:nvSpPr>
        <p:spPr>
          <a:xfrm>
            <a:off x="6299200" y="3886200"/>
            <a:ext cx="3962400" cy="73152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19"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0" name="Text Placeholder 14"/>
          <p:cNvSpPr>
            <a:spLocks noGrp="1"/>
          </p:cNvSpPr>
          <p:nvPr>
            <p:ph type="body" sz="quarter" idx="19"/>
          </p:nvPr>
        </p:nvSpPr>
        <p:spPr>
          <a:xfrm>
            <a:off x="1975104" y="4800600"/>
            <a:ext cx="8290560" cy="54864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21" name="Text Placeholder 27"/>
          <p:cNvSpPr>
            <a:spLocks noGrp="1"/>
          </p:cNvSpPr>
          <p:nvPr>
            <p:ph type="body" sz="quarter" idx="20"/>
          </p:nvPr>
        </p:nvSpPr>
        <p:spPr>
          <a:xfrm>
            <a:off x="584201" y="2019300"/>
            <a:ext cx="24384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14" name="Slide Number Placeholder 9"/>
          <p:cNvSpPr>
            <a:spLocks noGrp="1"/>
          </p:cNvSpPr>
          <p:nvPr>
            <p:ph type="sldNum" sz="quarter" idx="21"/>
          </p:nvPr>
        </p:nvSpPr>
        <p:spPr/>
        <p:txBody>
          <a:bodyPr/>
          <a:lstStyle>
            <a:lvl1pPr>
              <a:defRPr/>
            </a:lvl1pPr>
          </a:lstStyle>
          <a:p>
            <a:fld id="{B0AC1651-679E-F444-9932-326657929C56}"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Residual Income</a:t>
            </a:r>
          </a:p>
        </p:txBody>
      </p:sp>
    </p:spTree>
    <p:extLst>
      <p:ext uri="{BB962C8B-B14F-4D97-AF65-F5344CB8AC3E}">
        <p14:creationId xmlns:p14="http://schemas.microsoft.com/office/powerpoint/2010/main" val="228122836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ombstone - HIGHLIGHTS V1">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601133"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601133"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815275"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815275"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5029416"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5029416"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7243557"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7243557"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9474200"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9474200"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0" name="Text Placeholder 36"/>
          <p:cNvSpPr>
            <a:spLocks noGrp="1"/>
          </p:cNvSpPr>
          <p:nvPr>
            <p:ph type="body" sz="quarter" idx="112"/>
          </p:nvPr>
        </p:nvSpPr>
        <p:spPr>
          <a:xfrm>
            <a:off x="601133"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36"/>
          <p:cNvSpPr>
            <a:spLocks noGrp="1"/>
          </p:cNvSpPr>
          <p:nvPr>
            <p:ph type="body" sz="quarter" idx="113"/>
          </p:nvPr>
        </p:nvSpPr>
        <p:spPr>
          <a:xfrm>
            <a:off x="601133"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2" name="Text Placeholder 36"/>
          <p:cNvSpPr>
            <a:spLocks noGrp="1"/>
          </p:cNvSpPr>
          <p:nvPr>
            <p:ph type="body" sz="quarter" idx="114"/>
          </p:nvPr>
        </p:nvSpPr>
        <p:spPr>
          <a:xfrm>
            <a:off x="2815275"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36"/>
          <p:cNvSpPr>
            <a:spLocks noGrp="1"/>
          </p:cNvSpPr>
          <p:nvPr>
            <p:ph type="body" sz="quarter" idx="115"/>
          </p:nvPr>
        </p:nvSpPr>
        <p:spPr>
          <a:xfrm>
            <a:off x="2815275"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4" name="Text Placeholder 36"/>
          <p:cNvSpPr>
            <a:spLocks noGrp="1"/>
          </p:cNvSpPr>
          <p:nvPr>
            <p:ph type="body" sz="quarter" idx="116"/>
          </p:nvPr>
        </p:nvSpPr>
        <p:spPr>
          <a:xfrm>
            <a:off x="5029416"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36"/>
          <p:cNvSpPr>
            <a:spLocks noGrp="1"/>
          </p:cNvSpPr>
          <p:nvPr>
            <p:ph type="body" sz="quarter" idx="117"/>
          </p:nvPr>
        </p:nvSpPr>
        <p:spPr>
          <a:xfrm>
            <a:off x="5029416"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6" name="Text Placeholder 36"/>
          <p:cNvSpPr>
            <a:spLocks noGrp="1"/>
          </p:cNvSpPr>
          <p:nvPr>
            <p:ph type="body" sz="quarter" idx="118"/>
          </p:nvPr>
        </p:nvSpPr>
        <p:spPr>
          <a:xfrm>
            <a:off x="7243557"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36"/>
          <p:cNvSpPr>
            <a:spLocks noGrp="1"/>
          </p:cNvSpPr>
          <p:nvPr>
            <p:ph type="body" sz="quarter" idx="119"/>
          </p:nvPr>
        </p:nvSpPr>
        <p:spPr>
          <a:xfrm>
            <a:off x="7243557"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8" name="Text Placeholder 36"/>
          <p:cNvSpPr>
            <a:spLocks noGrp="1"/>
          </p:cNvSpPr>
          <p:nvPr>
            <p:ph type="body" sz="quarter" idx="120"/>
          </p:nvPr>
        </p:nvSpPr>
        <p:spPr>
          <a:xfrm>
            <a:off x="9474200"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36"/>
          <p:cNvSpPr>
            <a:spLocks noGrp="1"/>
          </p:cNvSpPr>
          <p:nvPr>
            <p:ph type="body" sz="quarter" idx="121"/>
          </p:nvPr>
        </p:nvSpPr>
        <p:spPr>
          <a:xfrm>
            <a:off x="9474200"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0" name="Text Placeholder 36"/>
          <p:cNvSpPr>
            <a:spLocks noGrp="1"/>
          </p:cNvSpPr>
          <p:nvPr>
            <p:ph type="body" sz="quarter" idx="122"/>
          </p:nvPr>
        </p:nvSpPr>
        <p:spPr>
          <a:xfrm>
            <a:off x="601133"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36"/>
          <p:cNvSpPr>
            <a:spLocks noGrp="1"/>
          </p:cNvSpPr>
          <p:nvPr>
            <p:ph type="body" sz="quarter" idx="123"/>
          </p:nvPr>
        </p:nvSpPr>
        <p:spPr>
          <a:xfrm>
            <a:off x="601133"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2" name="Text Placeholder 36"/>
          <p:cNvSpPr>
            <a:spLocks noGrp="1"/>
          </p:cNvSpPr>
          <p:nvPr>
            <p:ph type="body" sz="quarter" idx="124"/>
          </p:nvPr>
        </p:nvSpPr>
        <p:spPr>
          <a:xfrm>
            <a:off x="2815275"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3" name="Text Placeholder 36"/>
          <p:cNvSpPr>
            <a:spLocks noGrp="1"/>
          </p:cNvSpPr>
          <p:nvPr>
            <p:ph type="body" sz="quarter" idx="125"/>
          </p:nvPr>
        </p:nvSpPr>
        <p:spPr>
          <a:xfrm>
            <a:off x="2815275"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4" name="Text Placeholder 36"/>
          <p:cNvSpPr>
            <a:spLocks noGrp="1"/>
          </p:cNvSpPr>
          <p:nvPr>
            <p:ph type="body" sz="quarter" idx="126"/>
          </p:nvPr>
        </p:nvSpPr>
        <p:spPr>
          <a:xfrm>
            <a:off x="5029416"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5" name="Text Placeholder 36"/>
          <p:cNvSpPr>
            <a:spLocks noGrp="1"/>
          </p:cNvSpPr>
          <p:nvPr>
            <p:ph type="body" sz="quarter" idx="127"/>
          </p:nvPr>
        </p:nvSpPr>
        <p:spPr>
          <a:xfrm>
            <a:off x="5029416"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6" name="Text Placeholder 36"/>
          <p:cNvSpPr>
            <a:spLocks noGrp="1"/>
          </p:cNvSpPr>
          <p:nvPr>
            <p:ph type="body" sz="quarter" idx="128"/>
          </p:nvPr>
        </p:nvSpPr>
        <p:spPr>
          <a:xfrm>
            <a:off x="7243557"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7" name="Text Placeholder 36"/>
          <p:cNvSpPr>
            <a:spLocks noGrp="1"/>
          </p:cNvSpPr>
          <p:nvPr>
            <p:ph type="body" sz="quarter" idx="129"/>
          </p:nvPr>
        </p:nvSpPr>
        <p:spPr>
          <a:xfrm>
            <a:off x="7243557"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8" name="Text Placeholder 36"/>
          <p:cNvSpPr>
            <a:spLocks noGrp="1"/>
          </p:cNvSpPr>
          <p:nvPr>
            <p:ph type="body" sz="quarter" idx="130"/>
          </p:nvPr>
        </p:nvSpPr>
        <p:spPr>
          <a:xfrm>
            <a:off x="9474200"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Text Placeholder 36"/>
          <p:cNvSpPr>
            <a:spLocks noGrp="1"/>
          </p:cNvSpPr>
          <p:nvPr>
            <p:ph type="body" sz="quarter" idx="131"/>
          </p:nvPr>
        </p:nvSpPr>
        <p:spPr>
          <a:xfrm>
            <a:off x="9474200"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596902"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3" name="Slide Number Placeholder 9"/>
          <p:cNvSpPr>
            <a:spLocks noGrp="1"/>
          </p:cNvSpPr>
          <p:nvPr>
            <p:ph type="sldNum" sz="quarter" idx="132"/>
          </p:nvPr>
        </p:nvSpPr>
        <p:spPr/>
        <p:txBody>
          <a:bodyPr/>
          <a:lstStyle>
            <a:lvl1pPr>
              <a:defRPr/>
            </a:lvl1pPr>
          </a:lstStyle>
          <a:p>
            <a:fld id="{77461BCF-BBA5-5E4A-ABD5-3E5D9382F9DD}" type="slidenum">
              <a:rPr lang="en-US" altLang="en-US"/>
              <a:pPr/>
              <a:t>‹#›</a:t>
            </a:fld>
            <a:endParaRPr lang="en-US" altLang="en-US"/>
          </a:p>
        </p:txBody>
      </p:sp>
      <p:sp>
        <p:nvSpPr>
          <p:cNvPr id="34" name="Footer Placeholder 12"/>
          <p:cNvSpPr>
            <a:spLocks noGrp="1"/>
          </p:cNvSpPr>
          <p:nvPr>
            <p:ph type="ftr" sz="quarter" idx="133"/>
          </p:nvPr>
        </p:nvSpPr>
        <p:spPr/>
        <p:txBody>
          <a:bodyPr/>
          <a:lstStyle>
            <a:lvl1pPr>
              <a:defRPr/>
            </a:lvl1pPr>
          </a:lstStyle>
          <a:p>
            <a:pPr>
              <a:defRPr/>
            </a:pPr>
            <a:r>
              <a:rPr lang="en-US"/>
              <a:t>Residual Income</a:t>
            </a:r>
          </a:p>
        </p:txBody>
      </p:sp>
    </p:spTree>
    <p:extLst>
      <p:ext uri="{BB962C8B-B14F-4D97-AF65-F5344CB8AC3E}">
        <p14:creationId xmlns:p14="http://schemas.microsoft.com/office/powerpoint/2010/main" val="327265521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ombstone - HIGHLIGHTS V2">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601133"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601133"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815275"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815275"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5029416"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5029416"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7243557"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7243557"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9474200"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9474200"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6" name="Text Placeholder 36"/>
          <p:cNvSpPr>
            <a:spLocks noGrp="1"/>
          </p:cNvSpPr>
          <p:nvPr>
            <p:ph type="body" sz="quarter" idx="112"/>
          </p:nvPr>
        </p:nvSpPr>
        <p:spPr>
          <a:xfrm>
            <a:off x="601133"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36"/>
          <p:cNvSpPr>
            <a:spLocks noGrp="1"/>
          </p:cNvSpPr>
          <p:nvPr>
            <p:ph type="body" sz="quarter" idx="113"/>
          </p:nvPr>
        </p:nvSpPr>
        <p:spPr>
          <a:xfrm>
            <a:off x="601133"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8" name="Text Placeholder 36"/>
          <p:cNvSpPr>
            <a:spLocks noGrp="1"/>
          </p:cNvSpPr>
          <p:nvPr>
            <p:ph type="body" sz="quarter" idx="114"/>
          </p:nvPr>
        </p:nvSpPr>
        <p:spPr>
          <a:xfrm>
            <a:off x="601133"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36"/>
          <p:cNvSpPr>
            <a:spLocks noGrp="1"/>
          </p:cNvSpPr>
          <p:nvPr>
            <p:ph type="body" sz="quarter" idx="115"/>
          </p:nvPr>
        </p:nvSpPr>
        <p:spPr>
          <a:xfrm>
            <a:off x="601133"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0" name="Text Placeholder 36"/>
          <p:cNvSpPr>
            <a:spLocks noGrp="1"/>
          </p:cNvSpPr>
          <p:nvPr>
            <p:ph type="body" sz="quarter" idx="116"/>
          </p:nvPr>
        </p:nvSpPr>
        <p:spPr>
          <a:xfrm>
            <a:off x="2815275"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36"/>
          <p:cNvSpPr>
            <a:spLocks noGrp="1"/>
          </p:cNvSpPr>
          <p:nvPr>
            <p:ph type="body" sz="quarter" idx="117"/>
          </p:nvPr>
        </p:nvSpPr>
        <p:spPr>
          <a:xfrm>
            <a:off x="2815275"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2" name="Text Placeholder 36"/>
          <p:cNvSpPr>
            <a:spLocks noGrp="1"/>
          </p:cNvSpPr>
          <p:nvPr>
            <p:ph type="body" sz="quarter" idx="118"/>
          </p:nvPr>
        </p:nvSpPr>
        <p:spPr>
          <a:xfrm>
            <a:off x="2815275"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36"/>
          <p:cNvSpPr>
            <a:spLocks noGrp="1"/>
          </p:cNvSpPr>
          <p:nvPr>
            <p:ph type="body" sz="quarter" idx="119"/>
          </p:nvPr>
        </p:nvSpPr>
        <p:spPr>
          <a:xfrm>
            <a:off x="2815275"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4" name="Text Placeholder 36"/>
          <p:cNvSpPr>
            <a:spLocks noGrp="1"/>
          </p:cNvSpPr>
          <p:nvPr>
            <p:ph type="body" sz="quarter" idx="120"/>
          </p:nvPr>
        </p:nvSpPr>
        <p:spPr>
          <a:xfrm>
            <a:off x="5029416"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Text Placeholder 36"/>
          <p:cNvSpPr>
            <a:spLocks noGrp="1"/>
          </p:cNvSpPr>
          <p:nvPr>
            <p:ph type="body" sz="quarter" idx="121"/>
          </p:nvPr>
        </p:nvSpPr>
        <p:spPr>
          <a:xfrm>
            <a:off x="5029416"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6" name="Text Placeholder 36"/>
          <p:cNvSpPr>
            <a:spLocks noGrp="1"/>
          </p:cNvSpPr>
          <p:nvPr>
            <p:ph type="body" sz="quarter" idx="122"/>
          </p:nvPr>
        </p:nvSpPr>
        <p:spPr>
          <a:xfrm>
            <a:off x="5029416"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7" name="Text Placeholder 36"/>
          <p:cNvSpPr>
            <a:spLocks noGrp="1"/>
          </p:cNvSpPr>
          <p:nvPr>
            <p:ph type="body" sz="quarter" idx="123"/>
          </p:nvPr>
        </p:nvSpPr>
        <p:spPr>
          <a:xfrm>
            <a:off x="5029416"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8" name="Text Placeholder 36"/>
          <p:cNvSpPr>
            <a:spLocks noGrp="1"/>
          </p:cNvSpPr>
          <p:nvPr>
            <p:ph type="body" sz="quarter" idx="124"/>
          </p:nvPr>
        </p:nvSpPr>
        <p:spPr>
          <a:xfrm>
            <a:off x="7243557"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36"/>
          <p:cNvSpPr>
            <a:spLocks noGrp="1"/>
          </p:cNvSpPr>
          <p:nvPr>
            <p:ph type="body" sz="quarter" idx="125"/>
          </p:nvPr>
        </p:nvSpPr>
        <p:spPr>
          <a:xfrm>
            <a:off x="7243557"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0" name="Text Placeholder 36"/>
          <p:cNvSpPr>
            <a:spLocks noGrp="1"/>
          </p:cNvSpPr>
          <p:nvPr>
            <p:ph type="body" sz="quarter" idx="126"/>
          </p:nvPr>
        </p:nvSpPr>
        <p:spPr>
          <a:xfrm>
            <a:off x="7243557"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36"/>
          <p:cNvSpPr>
            <a:spLocks noGrp="1"/>
          </p:cNvSpPr>
          <p:nvPr>
            <p:ph type="body" sz="quarter" idx="127"/>
          </p:nvPr>
        </p:nvSpPr>
        <p:spPr>
          <a:xfrm>
            <a:off x="7243557"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2" name="Text Placeholder 36"/>
          <p:cNvSpPr>
            <a:spLocks noGrp="1"/>
          </p:cNvSpPr>
          <p:nvPr>
            <p:ph type="body" sz="quarter" idx="128"/>
          </p:nvPr>
        </p:nvSpPr>
        <p:spPr>
          <a:xfrm>
            <a:off x="9474200"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36"/>
          <p:cNvSpPr>
            <a:spLocks noGrp="1"/>
          </p:cNvSpPr>
          <p:nvPr>
            <p:ph type="body" sz="quarter" idx="129"/>
          </p:nvPr>
        </p:nvSpPr>
        <p:spPr>
          <a:xfrm>
            <a:off x="9474200"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4" name="Text Placeholder 36"/>
          <p:cNvSpPr>
            <a:spLocks noGrp="1"/>
          </p:cNvSpPr>
          <p:nvPr>
            <p:ph type="body" sz="quarter" idx="130"/>
          </p:nvPr>
        </p:nvSpPr>
        <p:spPr>
          <a:xfrm>
            <a:off x="9474200"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36"/>
          <p:cNvSpPr>
            <a:spLocks noGrp="1"/>
          </p:cNvSpPr>
          <p:nvPr>
            <p:ph type="body" sz="quarter" idx="131"/>
          </p:nvPr>
        </p:nvSpPr>
        <p:spPr>
          <a:xfrm>
            <a:off x="9474200"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596902"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p:cNvSpPr>
            <a:spLocks noGrp="1"/>
          </p:cNvSpPr>
          <p:nvPr>
            <p:ph type="sldNum" sz="quarter" idx="132"/>
          </p:nvPr>
        </p:nvSpPr>
        <p:spPr/>
        <p:txBody>
          <a:bodyPr/>
          <a:lstStyle>
            <a:lvl1pPr>
              <a:defRPr/>
            </a:lvl1pPr>
          </a:lstStyle>
          <a:p>
            <a:fld id="{31BEBA66-216E-7243-B012-B44CAA5F986C}" type="slidenum">
              <a:rPr lang="en-US" altLang="en-US"/>
              <a:pPr/>
              <a:t>‹#›</a:t>
            </a:fld>
            <a:endParaRPr lang="en-US" altLang="en-US"/>
          </a:p>
        </p:txBody>
      </p:sp>
      <p:sp>
        <p:nvSpPr>
          <p:cNvPr id="38" name="Footer Placeholder 12"/>
          <p:cNvSpPr>
            <a:spLocks noGrp="1"/>
          </p:cNvSpPr>
          <p:nvPr>
            <p:ph type="ftr" sz="quarter" idx="133"/>
          </p:nvPr>
        </p:nvSpPr>
        <p:spPr/>
        <p:txBody>
          <a:bodyPr/>
          <a:lstStyle>
            <a:lvl1pPr>
              <a:defRPr/>
            </a:lvl1pPr>
          </a:lstStyle>
          <a:p>
            <a:pPr>
              <a:defRPr/>
            </a:pPr>
            <a:r>
              <a:rPr lang="en-US"/>
              <a:t>Residual Income</a:t>
            </a:r>
          </a:p>
        </p:txBody>
      </p:sp>
    </p:spTree>
    <p:extLst>
      <p:ext uri="{BB962C8B-B14F-4D97-AF65-F5344CB8AC3E}">
        <p14:creationId xmlns:p14="http://schemas.microsoft.com/office/powerpoint/2010/main" val="237360314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ombstone - Awards V1">
    <p:spTree>
      <p:nvGrpSpPr>
        <p:cNvPr id="1" name=""/>
        <p:cNvGrpSpPr/>
        <p:nvPr/>
      </p:nvGrpSpPr>
      <p:grpSpPr>
        <a:xfrm>
          <a:off x="0" y="0"/>
          <a:ext cx="0" cy="0"/>
          <a:chOff x="0" y="0"/>
          <a:chExt cx="0" cy="0"/>
        </a:xfrm>
      </p:grpSpPr>
      <p:sp>
        <p:nvSpPr>
          <p:cNvPr id="37" name="Text Placeholder 21"/>
          <p:cNvSpPr>
            <a:spLocks noGrp="1"/>
          </p:cNvSpPr>
          <p:nvPr>
            <p:ph type="body" sz="quarter" idx="106"/>
          </p:nvPr>
        </p:nvSpPr>
        <p:spPr>
          <a:xfrm>
            <a:off x="601133"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Text Placeholder 21"/>
          <p:cNvSpPr>
            <a:spLocks noGrp="1"/>
          </p:cNvSpPr>
          <p:nvPr>
            <p:ph type="body" sz="quarter" idx="107"/>
          </p:nvPr>
        </p:nvSpPr>
        <p:spPr>
          <a:xfrm>
            <a:off x="601133" y="46228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9" name="Text Placeholder 21"/>
          <p:cNvSpPr>
            <a:spLocks noGrp="1"/>
          </p:cNvSpPr>
          <p:nvPr>
            <p:ph type="body" sz="quarter" idx="101"/>
          </p:nvPr>
        </p:nvSpPr>
        <p:spPr>
          <a:xfrm>
            <a:off x="601133"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0" name="Text Placeholder 21"/>
          <p:cNvSpPr>
            <a:spLocks noGrp="1"/>
          </p:cNvSpPr>
          <p:nvPr>
            <p:ph type="body" sz="quarter" idx="102"/>
          </p:nvPr>
        </p:nvSpPr>
        <p:spPr>
          <a:xfrm>
            <a:off x="2818451"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1"/>
          <p:cNvSpPr>
            <a:spLocks noGrp="1"/>
          </p:cNvSpPr>
          <p:nvPr>
            <p:ph type="body" sz="quarter" idx="103"/>
          </p:nvPr>
        </p:nvSpPr>
        <p:spPr>
          <a:xfrm>
            <a:off x="5035768"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2" name="Text Placeholder 21"/>
          <p:cNvSpPr>
            <a:spLocks noGrp="1"/>
          </p:cNvSpPr>
          <p:nvPr>
            <p:ph type="body" sz="quarter" idx="104"/>
          </p:nvPr>
        </p:nvSpPr>
        <p:spPr>
          <a:xfrm>
            <a:off x="7253085"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21"/>
          <p:cNvSpPr>
            <a:spLocks noGrp="1"/>
          </p:cNvSpPr>
          <p:nvPr>
            <p:ph type="body" sz="quarter" idx="105"/>
          </p:nvPr>
        </p:nvSpPr>
        <p:spPr>
          <a:xfrm>
            <a:off x="9470400"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4" name="Text Placeholder 21"/>
          <p:cNvSpPr>
            <a:spLocks noGrp="1"/>
          </p:cNvSpPr>
          <p:nvPr>
            <p:ph type="body" sz="quarter" idx="108"/>
          </p:nvPr>
        </p:nvSpPr>
        <p:spPr>
          <a:xfrm>
            <a:off x="2818451"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21"/>
          <p:cNvSpPr>
            <a:spLocks noGrp="1"/>
          </p:cNvSpPr>
          <p:nvPr>
            <p:ph type="body" sz="quarter" idx="109"/>
          </p:nvPr>
        </p:nvSpPr>
        <p:spPr>
          <a:xfrm>
            <a:off x="2818451"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u="none"/>
            </a:lvl1pPr>
            <a:lvl2pPr marL="0" indent="0">
              <a:lnSpc>
                <a:spcPct val="100000"/>
              </a:lnSpc>
              <a:spcBef>
                <a:spcPts val="0"/>
              </a:spcBef>
              <a:buNone/>
              <a:defRPr sz="525" b="0" i="0" u="none">
                <a:solidFill>
                  <a:srgbClr val="808080"/>
                </a:solidFill>
              </a:defRPr>
            </a:lvl2pPr>
            <a:lvl3pPr marL="0" indent="0">
              <a:lnSpc>
                <a:spcPct val="100000"/>
              </a:lnSpc>
              <a:spcBef>
                <a:spcPts val="75"/>
              </a:spcBef>
              <a:buNone/>
              <a:defRPr sz="525" b="0" i="0" u="none">
                <a:solidFill>
                  <a:srgbClr val="808080"/>
                </a:solidFill>
              </a:defRPr>
            </a:lvl3pPr>
            <a:lvl4pPr marL="0" indent="0">
              <a:lnSpc>
                <a:spcPct val="100000"/>
              </a:lnSpc>
              <a:spcBef>
                <a:spcPts val="75"/>
              </a:spcBef>
              <a:buNone/>
              <a:defRPr sz="525" b="0" i="0" u="none">
                <a:solidFill>
                  <a:srgbClr val="808080"/>
                </a:solidFill>
              </a:defRPr>
            </a:lvl4pPr>
            <a:lvl5pPr marL="0" indent="0">
              <a:lnSpc>
                <a:spcPct val="100000"/>
              </a:lnSpc>
              <a:spcBef>
                <a:spcPts val="75"/>
              </a:spcBef>
              <a:buNone/>
              <a:defRPr sz="525" b="0" i="0" u="none">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6" name="Text Placeholder 21"/>
          <p:cNvSpPr>
            <a:spLocks noGrp="1"/>
          </p:cNvSpPr>
          <p:nvPr>
            <p:ph type="body" sz="quarter" idx="110"/>
          </p:nvPr>
        </p:nvSpPr>
        <p:spPr>
          <a:xfrm>
            <a:off x="5035768"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21"/>
          <p:cNvSpPr>
            <a:spLocks noGrp="1"/>
          </p:cNvSpPr>
          <p:nvPr>
            <p:ph type="body" sz="quarter" idx="111"/>
          </p:nvPr>
        </p:nvSpPr>
        <p:spPr>
          <a:xfrm>
            <a:off x="5035768"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8" name="Text Placeholder 21"/>
          <p:cNvSpPr>
            <a:spLocks noGrp="1"/>
          </p:cNvSpPr>
          <p:nvPr>
            <p:ph type="body" sz="quarter" idx="112"/>
          </p:nvPr>
        </p:nvSpPr>
        <p:spPr>
          <a:xfrm>
            <a:off x="7253085"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21"/>
          <p:cNvSpPr>
            <a:spLocks noGrp="1"/>
          </p:cNvSpPr>
          <p:nvPr>
            <p:ph type="body" sz="quarter" idx="113"/>
          </p:nvPr>
        </p:nvSpPr>
        <p:spPr>
          <a:xfrm>
            <a:off x="7253085"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0" name="Text Placeholder 21"/>
          <p:cNvSpPr>
            <a:spLocks noGrp="1"/>
          </p:cNvSpPr>
          <p:nvPr>
            <p:ph type="body" sz="quarter" idx="114"/>
          </p:nvPr>
        </p:nvSpPr>
        <p:spPr>
          <a:xfrm>
            <a:off x="9470400"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21"/>
          <p:cNvSpPr>
            <a:spLocks noGrp="1"/>
          </p:cNvSpPr>
          <p:nvPr>
            <p:ph type="body" sz="quarter" idx="115"/>
          </p:nvPr>
        </p:nvSpPr>
        <p:spPr>
          <a:xfrm>
            <a:off x="9470400"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8" name="Text Placeholder 21"/>
          <p:cNvSpPr>
            <a:spLocks noGrp="1"/>
          </p:cNvSpPr>
          <p:nvPr>
            <p:ph type="body" sz="quarter" idx="116"/>
          </p:nvPr>
        </p:nvSpPr>
        <p:spPr>
          <a:xfrm>
            <a:off x="601133"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69" name="Text Placeholder 21"/>
          <p:cNvSpPr>
            <a:spLocks noGrp="1"/>
          </p:cNvSpPr>
          <p:nvPr>
            <p:ph type="body" sz="quarter" idx="117"/>
          </p:nvPr>
        </p:nvSpPr>
        <p:spPr>
          <a:xfrm>
            <a:off x="601133" y="6020181"/>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0" name="Text Placeholder 21"/>
          <p:cNvSpPr>
            <a:spLocks noGrp="1"/>
          </p:cNvSpPr>
          <p:nvPr>
            <p:ph type="body" sz="quarter" idx="118"/>
          </p:nvPr>
        </p:nvSpPr>
        <p:spPr>
          <a:xfrm>
            <a:off x="601133"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1"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p:txBody>
      </p:sp>
      <p:sp>
        <p:nvSpPr>
          <p:cNvPr id="71" name="Text Placeholder 21"/>
          <p:cNvSpPr>
            <a:spLocks noGrp="1"/>
          </p:cNvSpPr>
          <p:nvPr>
            <p:ph type="body" sz="quarter" idx="119"/>
          </p:nvPr>
        </p:nvSpPr>
        <p:spPr>
          <a:xfrm>
            <a:off x="2818451"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chemeClr val="tx1"/>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2" name="Text Placeholder 21"/>
          <p:cNvSpPr>
            <a:spLocks noGrp="1"/>
          </p:cNvSpPr>
          <p:nvPr>
            <p:ph type="body" sz="quarter" idx="120"/>
          </p:nvPr>
        </p:nvSpPr>
        <p:spPr>
          <a:xfrm>
            <a:off x="5035768"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3" name="Text Placeholder 21"/>
          <p:cNvSpPr>
            <a:spLocks noGrp="1"/>
          </p:cNvSpPr>
          <p:nvPr>
            <p:ph type="body" sz="quarter" idx="121"/>
          </p:nvPr>
        </p:nvSpPr>
        <p:spPr>
          <a:xfrm>
            <a:off x="7253085"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4" name="Text Placeholder 21"/>
          <p:cNvSpPr>
            <a:spLocks noGrp="1"/>
          </p:cNvSpPr>
          <p:nvPr>
            <p:ph type="body" sz="quarter" idx="122"/>
          </p:nvPr>
        </p:nvSpPr>
        <p:spPr>
          <a:xfrm>
            <a:off x="9470400"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5" name="Text Placeholder 21"/>
          <p:cNvSpPr>
            <a:spLocks noGrp="1"/>
          </p:cNvSpPr>
          <p:nvPr>
            <p:ph type="body" sz="quarter" idx="123"/>
          </p:nvPr>
        </p:nvSpPr>
        <p:spPr>
          <a:xfrm>
            <a:off x="2818451"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6" name="Text Placeholder 21"/>
          <p:cNvSpPr>
            <a:spLocks noGrp="1"/>
          </p:cNvSpPr>
          <p:nvPr>
            <p:ph type="body" sz="quarter" idx="124"/>
          </p:nvPr>
        </p:nvSpPr>
        <p:spPr>
          <a:xfrm>
            <a:off x="2818451"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7" name="Text Placeholder 21"/>
          <p:cNvSpPr>
            <a:spLocks noGrp="1"/>
          </p:cNvSpPr>
          <p:nvPr>
            <p:ph type="body" sz="quarter" idx="125"/>
          </p:nvPr>
        </p:nvSpPr>
        <p:spPr>
          <a:xfrm>
            <a:off x="5035768"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8" name="Text Placeholder 21"/>
          <p:cNvSpPr>
            <a:spLocks noGrp="1"/>
          </p:cNvSpPr>
          <p:nvPr>
            <p:ph type="body" sz="quarter" idx="126"/>
          </p:nvPr>
        </p:nvSpPr>
        <p:spPr>
          <a:xfrm>
            <a:off x="5035768"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9" name="Text Placeholder 21"/>
          <p:cNvSpPr>
            <a:spLocks noGrp="1"/>
          </p:cNvSpPr>
          <p:nvPr>
            <p:ph type="body" sz="quarter" idx="127"/>
          </p:nvPr>
        </p:nvSpPr>
        <p:spPr>
          <a:xfrm>
            <a:off x="7253085"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0" name="Text Placeholder 21"/>
          <p:cNvSpPr>
            <a:spLocks noGrp="1"/>
          </p:cNvSpPr>
          <p:nvPr>
            <p:ph type="body" sz="quarter" idx="128"/>
          </p:nvPr>
        </p:nvSpPr>
        <p:spPr>
          <a:xfrm>
            <a:off x="7253085"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1" name="Text Placeholder 21"/>
          <p:cNvSpPr>
            <a:spLocks noGrp="1"/>
          </p:cNvSpPr>
          <p:nvPr>
            <p:ph type="body" sz="quarter" idx="129"/>
          </p:nvPr>
        </p:nvSpPr>
        <p:spPr>
          <a:xfrm>
            <a:off x="9470400"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2" name="Text Placeholder 21"/>
          <p:cNvSpPr>
            <a:spLocks noGrp="1"/>
          </p:cNvSpPr>
          <p:nvPr>
            <p:ph type="body" sz="quarter" idx="130"/>
          </p:nvPr>
        </p:nvSpPr>
        <p:spPr>
          <a:xfrm>
            <a:off x="9470400"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36" name="Rectangle 2"/>
          <p:cNvSpPr>
            <a:spLocks noGrp="1" noChangeArrowheads="1"/>
          </p:cNvSpPr>
          <p:nvPr>
            <p:ph type="title"/>
          </p:nvPr>
        </p:nvSpPr>
        <p:spPr bwMode="gray">
          <a:xfrm>
            <a:off x="596902"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3" name="Slide Number Placeholder 9"/>
          <p:cNvSpPr>
            <a:spLocks noGrp="1"/>
          </p:cNvSpPr>
          <p:nvPr>
            <p:ph type="sldNum" sz="quarter" idx="131"/>
          </p:nvPr>
        </p:nvSpPr>
        <p:spPr/>
        <p:txBody>
          <a:bodyPr/>
          <a:lstStyle>
            <a:lvl1pPr>
              <a:defRPr/>
            </a:lvl1pPr>
          </a:lstStyle>
          <a:p>
            <a:fld id="{44A3DAED-98CA-ED44-BD8D-010557C4E8AD}" type="slidenum">
              <a:rPr lang="en-US" altLang="en-US"/>
              <a:pPr/>
              <a:t>‹#›</a:t>
            </a:fld>
            <a:endParaRPr lang="en-US" altLang="en-US"/>
          </a:p>
        </p:txBody>
      </p:sp>
      <p:sp>
        <p:nvSpPr>
          <p:cNvPr id="34" name="Footer Placeholder 12"/>
          <p:cNvSpPr>
            <a:spLocks noGrp="1"/>
          </p:cNvSpPr>
          <p:nvPr>
            <p:ph type="ftr" sz="quarter" idx="132"/>
          </p:nvPr>
        </p:nvSpPr>
        <p:spPr/>
        <p:txBody>
          <a:bodyPr/>
          <a:lstStyle>
            <a:lvl1pPr>
              <a:defRPr/>
            </a:lvl1pPr>
          </a:lstStyle>
          <a:p>
            <a:pPr>
              <a:defRPr/>
            </a:pPr>
            <a:r>
              <a:rPr lang="en-US"/>
              <a:t>Residual Income</a:t>
            </a:r>
          </a:p>
        </p:txBody>
      </p:sp>
    </p:spTree>
    <p:extLst>
      <p:ext uri="{BB962C8B-B14F-4D97-AF65-F5344CB8AC3E}">
        <p14:creationId xmlns:p14="http://schemas.microsoft.com/office/powerpoint/2010/main" val="414289563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ombstone - AWARDS V2">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601133"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601133" y="462280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601133"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818451"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5035768"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7253085"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9470400"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818451"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818451"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5035768"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5035768"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7253085"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7253085"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9470400"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9470400"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601133" y="25123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818449"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5035765"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7253081"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9470400"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601133"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818449"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5035765"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7253081"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9470400"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601133"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818449"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5035765"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7253081"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9470400"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596902"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p:cNvSpPr>
            <a:spLocks noGrp="1"/>
          </p:cNvSpPr>
          <p:nvPr>
            <p:ph type="sldNum" sz="quarter" idx="131"/>
          </p:nvPr>
        </p:nvSpPr>
        <p:spPr/>
        <p:txBody>
          <a:bodyPr/>
          <a:lstStyle>
            <a:lvl1pPr>
              <a:defRPr/>
            </a:lvl1pPr>
          </a:lstStyle>
          <a:p>
            <a:fld id="{465CD288-24B3-4B48-8EA0-67784588A8A0}" type="slidenum">
              <a:rPr lang="en-US" altLang="en-US"/>
              <a:pPr/>
              <a:t>‹#›</a:t>
            </a:fld>
            <a:endParaRPr lang="en-US" altLang="en-US"/>
          </a:p>
        </p:txBody>
      </p:sp>
      <p:sp>
        <p:nvSpPr>
          <p:cNvPr id="38" name="Footer Placeholder 12"/>
          <p:cNvSpPr>
            <a:spLocks noGrp="1"/>
          </p:cNvSpPr>
          <p:nvPr>
            <p:ph type="ftr" sz="quarter" idx="132"/>
          </p:nvPr>
        </p:nvSpPr>
        <p:spPr/>
        <p:txBody>
          <a:bodyPr/>
          <a:lstStyle>
            <a:lvl1pPr>
              <a:defRPr/>
            </a:lvl1pPr>
          </a:lstStyle>
          <a:p>
            <a:pPr>
              <a:defRPr/>
            </a:pPr>
            <a:r>
              <a:rPr lang="en-US"/>
              <a:t>Residual Income</a:t>
            </a:r>
          </a:p>
        </p:txBody>
      </p:sp>
    </p:spTree>
    <p:extLst>
      <p:ext uri="{BB962C8B-B14F-4D97-AF65-F5344CB8AC3E}">
        <p14:creationId xmlns:p14="http://schemas.microsoft.com/office/powerpoint/2010/main" val="312990083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ombstone - AWARDS V3">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601133"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601133"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601133"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818451"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5035768"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7253085"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9470400"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818451"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818451"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5035768"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5035768"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7253085"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7253085"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9470400"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9470400"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601133"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818449"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5035765"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7253081"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9470400"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601133"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818449"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5035765"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7253081"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9470400"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601133"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818449"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5035765"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7253081"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9470400"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596902"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p:cNvSpPr>
            <a:spLocks noGrp="1"/>
          </p:cNvSpPr>
          <p:nvPr>
            <p:ph type="sldNum" sz="quarter" idx="131"/>
          </p:nvPr>
        </p:nvSpPr>
        <p:spPr/>
        <p:txBody>
          <a:bodyPr/>
          <a:lstStyle>
            <a:lvl1pPr>
              <a:defRPr/>
            </a:lvl1pPr>
          </a:lstStyle>
          <a:p>
            <a:fld id="{90FE7E78-F63E-6945-90BC-87516667A720}" type="slidenum">
              <a:rPr lang="en-US" altLang="en-US"/>
              <a:pPr/>
              <a:t>‹#›</a:t>
            </a:fld>
            <a:endParaRPr lang="en-US" altLang="en-US"/>
          </a:p>
        </p:txBody>
      </p:sp>
      <p:sp>
        <p:nvSpPr>
          <p:cNvPr id="38" name="Footer Placeholder 12"/>
          <p:cNvSpPr>
            <a:spLocks noGrp="1"/>
          </p:cNvSpPr>
          <p:nvPr>
            <p:ph type="ftr" sz="quarter" idx="132"/>
          </p:nvPr>
        </p:nvSpPr>
        <p:spPr/>
        <p:txBody>
          <a:bodyPr/>
          <a:lstStyle>
            <a:lvl1pPr>
              <a:defRPr/>
            </a:lvl1pPr>
          </a:lstStyle>
          <a:p>
            <a:pPr>
              <a:defRPr/>
            </a:pPr>
            <a:r>
              <a:rPr lang="en-US"/>
              <a:t>Residual Income</a:t>
            </a:r>
          </a:p>
        </p:txBody>
      </p:sp>
    </p:spTree>
    <p:extLst>
      <p:ext uri="{BB962C8B-B14F-4D97-AF65-F5344CB8AC3E}">
        <p14:creationId xmlns:p14="http://schemas.microsoft.com/office/powerpoint/2010/main" val="101416016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10363200" cy="6096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914400" y="914400"/>
            <a:ext cx="10363200" cy="54102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3"/>
          <p:cNvSpPr>
            <a:spLocks noGrp="1" noChangeArrowheads="1"/>
          </p:cNvSpPr>
          <p:nvPr>
            <p:ph type="ftr" sz="quarter" idx="10"/>
          </p:nvPr>
        </p:nvSpPr>
        <p:spPr/>
        <p:txBody>
          <a:bodyPr/>
          <a:lstStyle>
            <a:lvl1pPr>
              <a:defRPr b="0"/>
            </a:lvl1pPr>
          </a:lstStyle>
          <a:p>
            <a:r>
              <a:rPr lang="en-US"/>
              <a:t>Residual Income</a:t>
            </a:r>
            <a:endParaRPr lang="en-US" dirty="0"/>
          </a:p>
        </p:txBody>
      </p:sp>
      <p:sp>
        <p:nvSpPr>
          <p:cNvPr id="5" name="Rectangle 4"/>
          <p:cNvSpPr>
            <a:spLocks noGrp="1" noChangeArrowheads="1"/>
          </p:cNvSpPr>
          <p:nvPr>
            <p:ph type="sldNum" sz="quarter" idx="11"/>
          </p:nvPr>
        </p:nvSpPr>
        <p:spPr/>
        <p:txBody>
          <a:bodyPr/>
          <a:lstStyle>
            <a:lvl1pPr>
              <a:defRPr/>
            </a:lvl1pPr>
          </a:lstStyle>
          <a:p>
            <a:endParaRPr lang="en-US" dirty="0">
              <a:latin typeface="Calibri"/>
            </a:endParaRPr>
          </a:p>
          <a:p>
            <a:fld id="{32A47CA8-1D40-3C49-82CF-CF2201A41E4F}" type="slidenum">
              <a:rPr lang="en-US" smtClean="0">
                <a:latin typeface="Calibri"/>
              </a:rPr>
              <a:pPr/>
              <a:t>‹#›</a:t>
            </a:fld>
            <a:endParaRPr lang="en-US" dirty="0">
              <a:latin typeface="Calibri"/>
            </a:endParaRPr>
          </a:p>
        </p:txBody>
      </p:sp>
    </p:spTree>
    <p:extLst>
      <p:ext uri="{BB962C8B-B14F-4D97-AF65-F5344CB8AC3E}">
        <p14:creationId xmlns:p14="http://schemas.microsoft.com/office/powerpoint/2010/main" val="19447380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5" name="Footer Placeholder 4"/>
          <p:cNvSpPr>
            <a:spLocks noGrp="1"/>
          </p:cNvSpPr>
          <p:nvPr>
            <p:ph type="ftr" sz="quarter" idx="11"/>
          </p:nvPr>
        </p:nvSpPr>
        <p:spPr/>
        <p:txBody>
          <a:bodyPr/>
          <a:lstStyle/>
          <a:p>
            <a:r>
              <a:rPr lang="en-US"/>
              <a:t>Residual Income</a:t>
            </a:r>
          </a:p>
        </p:txBody>
      </p:sp>
      <p:sp>
        <p:nvSpPr>
          <p:cNvPr id="6" name="Slide Number Placeholder 5"/>
          <p:cNvSpPr>
            <a:spLocks noGrp="1"/>
          </p:cNvSpPr>
          <p:nvPr>
            <p:ph type="sldNum" sz="quarter" idx="12"/>
          </p:nvPr>
        </p:nvSpPr>
        <p:spPr/>
        <p:txBody>
          <a:bodyPr/>
          <a:lstStyle/>
          <a:p>
            <a:fld id="{96D85B43-D788-46F7-A773-91C165729B06}" type="slidenum">
              <a:rPr lang="en-US" smtClean="0"/>
              <a:t>‹#›</a:t>
            </a:fld>
            <a:endParaRPr lang="en-US"/>
          </a:p>
        </p:txBody>
      </p:sp>
    </p:spTree>
    <p:extLst>
      <p:ext uri="{BB962C8B-B14F-4D97-AF65-F5344CB8AC3E}">
        <p14:creationId xmlns:p14="http://schemas.microsoft.com/office/powerpoint/2010/main" val="298551148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11277600" cy="609600"/>
          </a:xfrm>
          <a:prstGeom prst="rect">
            <a:avLst/>
          </a:prstGeom>
        </p:spPr>
        <p:txBody>
          <a:bodyPr/>
          <a:lstStyle/>
          <a:p>
            <a:r>
              <a:rPr lang="en-US"/>
              <a:t>Click to edit Master title style</a:t>
            </a:r>
          </a:p>
        </p:txBody>
      </p:sp>
      <p:sp>
        <p:nvSpPr>
          <p:cNvPr id="3" name="Text Placeholder 2"/>
          <p:cNvSpPr>
            <a:spLocks noGrp="1"/>
          </p:cNvSpPr>
          <p:nvPr>
            <p:ph type="body" sz="half" idx="1"/>
          </p:nvPr>
        </p:nvSpPr>
        <p:spPr>
          <a:xfrm>
            <a:off x="304800" y="838200"/>
            <a:ext cx="5537200" cy="54102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045200" y="838200"/>
            <a:ext cx="5537200" cy="54102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0"/>
          </p:nvPr>
        </p:nvSpPr>
        <p:spPr>
          <a:ln/>
        </p:spPr>
        <p:txBody>
          <a:bodyPr/>
          <a:lstStyle>
            <a:lvl1pPr>
              <a:defRPr/>
            </a:lvl1pPr>
          </a:lstStyle>
          <a:p>
            <a:r>
              <a:rPr lang="en-US"/>
              <a:t>Residual Income</a:t>
            </a:r>
          </a:p>
        </p:txBody>
      </p:sp>
      <p:sp>
        <p:nvSpPr>
          <p:cNvPr id="6" name="Rectangle 6"/>
          <p:cNvSpPr>
            <a:spLocks noGrp="1" noChangeArrowheads="1"/>
          </p:cNvSpPr>
          <p:nvPr>
            <p:ph type="sldNum" sz="quarter" idx="11"/>
          </p:nvPr>
        </p:nvSpPr>
        <p:spPr>
          <a:ln/>
        </p:spPr>
        <p:txBody>
          <a:bodyPr/>
          <a:lstStyle>
            <a:lvl1pPr>
              <a:defRPr/>
            </a:lvl1pPr>
          </a:lstStyle>
          <a:p>
            <a:fld id="{1C809E66-74DF-0C42-A43A-AEFFC49125CF}" type="slidenum">
              <a:rPr lang="en-US"/>
              <a:pPr/>
              <a:t>‹#›</a:t>
            </a:fld>
            <a:endParaRPr lang="en-US"/>
          </a:p>
        </p:txBody>
      </p:sp>
    </p:spTree>
    <p:extLst>
      <p:ext uri="{BB962C8B-B14F-4D97-AF65-F5344CB8AC3E}">
        <p14:creationId xmlns:p14="http://schemas.microsoft.com/office/powerpoint/2010/main" val="142163972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11277600" cy="609600"/>
          </a:xfrm>
          <a:prstGeom prst="rect">
            <a:avLst/>
          </a:prstGeom>
        </p:spPr>
        <p:txBody>
          <a:bodyPr/>
          <a:lstStyle/>
          <a:p>
            <a:r>
              <a:rPr lang="en-US"/>
              <a:t>Click to edit Master title style</a:t>
            </a:r>
          </a:p>
        </p:txBody>
      </p:sp>
      <p:sp>
        <p:nvSpPr>
          <p:cNvPr id="3" name="Text Placeholder 2"/>
          <p:cNvSpPr>
            <a:spLocks noGrp="1"/>
          </p:cNvSpPr>
          <p:nvPr>
            <p:ph type="body" sz="half" idx="1"/>
          </p:nvPr>
        </p:nvSpPr>
        <p:spPr>
          <a:xfrm>
            <a:off x="304800" y="838200"/>
            <a:ext cx="11277600" cy="26289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4800" y="3619500"/>
            <a:ext cx="11277600" cy="26289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0"/>
          </p:nvPr>
        </p:nvSpPr>
        <p:spPr>
          <a:ln/>
        </p:spPr>
        <p:txBody>
          <a:bodyPr/>
          <a:lstStyle>
            <a:lvl1pPr>
              <a:defRPr/>
            </a:lvl1pPr>
          </a:lstStyle>
          <a:p>
            <a:r>
              <a:rPr lang="en-US"/>
              <a:t>Residual Income</a:t>
            </a:r>
          </a:p>
        </p:txBody>
      </p:sp>
      <p:sp>
        <p:nvSpPr>
          <p:cNvPr id="6" name="Rectangle 6"/>
          <p:cNvSpPr>
            <a:spLocks noGrp="1" noChangeArrowheads="1"/>
          </p:cNvSpPr>
          <p:nvPr>
            <p:ph type="sldNum" sz="quarter" idx="11"/>
          </p:nvPr>
        </p:nvSpPr>
        <p:spPr>
          <a:ln/>
        </p:spPr>
        <p:txBody>
          <a:bodyPr/>
          <a:lstStyle>
            <a:lvl1pPr>
              <a:defRPr/>
            </a:lvl1pPr>
          </a:lstStyle>
          <a:p>
            <a:fld id="{1F6B9BC8-751C-6A46-B5B7-840FAB6C1A54}" type="slidenum">
              <a:rPr lang="en-US"/>
              <a:pPr/>
              <a:t>‹#›</a:t>
            </a:fld>
            <a:endParaRPr lang="en-US"/>
          </a:p>
        </p:txBody>
      </p:sp>
    </p:spTree>
    <p:extLst>
      <p:ext uri="{BB962C8B-B14F-4D97-AF65-F5344CB8AC3E}">
        <p14:creationId xmlns:p14="http://schemas.microsoft.com/office/powerpoint/2010/main" val="310166500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11277600" cy="609600"/>
          </a:xfrm>
          <a:prstGeom prst="rect">
            <a:avLst/>
          </a:prstGeom>
        </p:spPr>
        <p:txBody>
          <a:bodyPr/>
          <a:lstStyle/>
          <a:p>
            <a:r>
              <a:rPr lang="en-US"/>
              <a:t>Click to edit Master title style</a:t>
            </a:r>
          </a:p>
        </p:txBody>
      </p:sp>
      <p:sp>
        <p:nvSpPr>
          <p:cNvPr id="3" name="Table Placeholder 2"/>
          <p:cNvSpPr>
            <a:spLocks noGrp="1"/>
          </p:cNvSpPr>
          <p:nvPr>
            <p:ph type="tbl" idx="1"/>
          </p:nvPr>
        </p:nvSpPr>
        <p:spPr>
          <a:xfrm>
            <a:off x="304800" y="838200"/>
            <a:ext cx="11277600" cy="5410200"/>
          </a:xfrm>
          <a:prstGeom prst="rect">
            <a:avLst/>
          </a:prstGeom>
        </p:spPr>
        <p:txBody>
          <a:bodyPr/>
          <a:lstStyle/>
          <a:p>
            <a:pPr lvl="0"/>
            <a:endParaRPr lang="en-US" noProof="0"/>
          </a:p>
        </p:txBody>
      </p:sp>
      <p:sp>
        <p:nvSpPr>
          <p:cNvPr id="4" name="Rectangle 5"/>
          <p:cNvSpPr>
            <a:spLocks noGrp="1" noChangeArrowheads="1"/>
          </p:cNvSpPr>
          <p:nvPr>
            <p:ph type="ftr" sz="quarter" idx="10"/>
          </p:nvPr>
        </p:nvSpPr>
        <p:spPr>
          <a:ln/>
        </p:spPr>
        <p:txBody>
          <a:bodyPr/>
          <a:lstStyle>
            <a:lvl1pPr>
              <a:defRPr/>
            </a:lvl1pPr>
          </a:lstStyle>
          <a:p>
            <a:r>
              <a:rPr lang="en-US"/>
              <a:t>Residual Income</a:t>
            </a:r>
          </a:p>
        </p:txBody>
      </p:sp>
      <p:sp>
        <p:nvSpPr>
          <p:cNvPr id="5" name="Rectangle 6"/>
          <p:cNvSpPr>
            <a:spLocks noGrp="1" noChangeArrowheads="1"/>
          </p:cNvSpPr>
          <p:nvPr>
            <p:ph type="sldNum" sz="quarter" idx="11"/>
          </p:nvPr>
        </p:nvSpPr>
        <p:spPr>
          <a:ln/>
        </p:spPr>
        <p:txBody>
          <a:bodyPr/>
          <a:lstStyle>
            <a:lvl1pPr>
              <a:defRPr/>
            </a:lvl1pPr>
          </a:lstStyle>
          <a:p>
            <a:fld id="{FFFC3B70-B114-674E-8EFF-281092C9D65E}" type="slidenum">
              <a:rPr lang="en-US"/>
              <a:pPr/>
              <a:t>‹#›</a:t>
            </a:fld>
            <a:endParaRPr lang="en-US"/>
          </a:p>
        </p:txBody>
      </p:sp>
    </p:spTree>
    <p:extLst>
      <p:ext uri="{BB962C8B-B14F-4D97-AF65-F5344CB8AC3E}">
        <p14:creationId xmlns:p14="http://schemas.microsoft.com/office/powerpoint/2010/main" val="221098310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8" name="Line 88"/>
          <p:cNvSpPr>
            <a:spLocks noChangeShapeType="1"/>
          </p:cNvSpPr>
          <p:nvPr/>
        </p:nvSpPr>
        <p:spPr bwMode="gray">
          <a:xfrm>
            <a:off x="0" y="6423027"/>
            <a:ext cx="12192000" cy="0"/>
          </a:xfrm>
          <a:prstGeom prst="line">
            <a:avLst/>
          </a:prstGeom>
          <a:noFill/>
          <a:ln w="15875">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 name="Slide Number Placeholder 9"/>
          <p:cNvSpPr>
            <a:spLocks noGrp="1"/>
          </p:cNvSpPr>
          <p:nvPr>
            <p:ph type="sldNum" sz="quarter" idx="4"/>
          </p:nvPr>
        </p:nvSpPr>
        <p:spPr>
          <a:xfrm>
            <a:off x="11480800" y="6436636"/>
            <a:ext cx="609600" cy="365125"/>
          </a:xfrm>
          <a:prstGeom prst="rect">
            <a:avLst/>
          </a:prstGeom>
        </p:spPr>
        <p:txBody>
          <a:bodyPr vert="horz" wrap="square" lIns="91440" tIns="45720" rIns="91440" bIns="45720" numCol="1" anchor="ctr" anchorCtr="0" compatLnSpc="1">
            <a:prstTxWarp prst="textNoShape">
              <a:avLst/>
            </a:prstTxWarp>
          </a:bodyPr>
          <a:lstStyle>
            <a:lvl1pPr>
              <a:defRPr sz="800" b="0">
                <a:solidFill>
                  <a:schemeClr val="tx1">
                    <a:lumMod val="50000"/>
                    <a:lumOff val="50000"/>
                  </a:schemeClr>
                </a:solidFill>
                <a:latin typeface="+mn-lt"/>
              </a:defRPr>
            </a:lvl1pPr>
          </a:lstStyle>
          <a:p>
            <a:pPr algn="r"/>
            <a:fld id="{D9D5F7EB-196B-A148-8812-2A4F7A2FBBD6}" type="slidenum">
              <a:rPr lang="en-US" altLang="en-US" smtClean="0"/>
              <a:pPr algn="r"/>
              <a:t>‹#›</a:t>
            </a:fld>
            <a:endParaRPr lang="en-US" altLang="en-US" sz="800" dirty="0"/>
          </a:p>
        </p:txBody>
      </p:sp>
      <p:sp>
        <p:nvSpPr>
          <p:cNvPr id="13" name="Footer Placeholder 12"/>
          <p:cNvSpPr>
            <a:spLocks noGrp="1"/>
          </p:cNvSpPr>
          <p:nvPr>
            <p:ph type="ftr" sz="quarter" idx="3"/>
          </p:nvPr>
        </p:nvSpPr>
        <p:spPr>
          <a:xfrm>
            <a:off x="4165600" y="6442489"/>
            <a:ext cx="3860800" cy="365125"/>
          </a:xfrm>
          <a:prstGeom prst="rect">
            <a:avLst/>
          </a:prstGeom>
        </p:spPr>
        <p:txBody>
          <a:bodyPr vert="horz" wrap="square" lIns="91440" tIns="45720" rIns="91440" bIns="45720" numCol="1" anchor="ctr" anchorCtr="0" compatLnSpc="1">
            <a:prstTxWarp prst="textNoShape">
              <a:avLst/>
            </a:prstTxWarp>
          </a:bodyPr>
          <a:lstStyle>
            <a:lvl1pPr algn="ctr">
              <a:defRPr sz="1000" b="1" smtClean="0">
                <a:solidFill>
                  <a:srgbClr val="898989"/>
                </a:solidFill>
                <a:latin typeface="+mn-lt"/>
                <a:ea typeface="+mn-ea"/>
              </a:defRPr>
            </a:lvl1pPr>
          </a:lstStyle>
          <a:p>
            <a:pPr>
              <a:defRPr/>
            </a:pPr>
            <a:r>
              <a:rPr lang="en-US"/>
              <a:t>Residual Income</a:t>
            </a:r>
            <a:endParaRPr lang="en-US" dirty="0"/>
          </a:p>
        </p:txBody>
      </p:sp>
      <p:sp>
        <p:nvSpPr>
          <p:cNvPr id="9" name="Footer Placeholder 3"/>
          <p:cNvSpPr txBox="1">
            <a:spLocks/>
          </p:cNvSpPr>
          <p:nvPr userDrawn="1"/>
        </p:nvSpPr>
        <p:spPr>
          <a:xfrm>
            <a:off x="96545" y="6423030"/>
            <a:ext cx="3149600" cy="365125"/>
          </a:xfrm>
          <a:prstGeom prst="rect">
            <a:avLst/>
          </a:prstGeom>
        </p:spPr>
        <p:txBody>
          <a:bodyPr vert="horz" wrap="square" lIns="68580" tIns="34290" rIns="68580" bIns="34290" numCol="1" anchor="ctr" anchorCtr="0" compatLnSpc="1">
            <a:prstTxWarp prst="textNoShape">
              <a:avLst/>
            </a:prstTxWarp>
          </a:bodyPr>
          <a:lstStyle>
            <a:defPPr>
              <a:defRPr lang="en-US"/>
            </a:defPPr>
            <a:lvl1pPr algn="ctr" rtl="0" fontAlgn="base">
              <a:spcBef>
                <a:spcPct val="0"/>
              </a:spcBef>
              <a:spcAft>
                <a:spcPct val="0"/>
              </a:spcAft>
              <a:defRPr sz="1200" kern="1200" smtClean="0">
                <a:solidFill>
                  <a:srgbClr val="898989"/>
                </a:solidFill>
                <a:latin typeface="Arial" charset="0"/>
                <a:ea typeface="+mn-ea"/>
                <a:cs typeface="Arial" charset="0"/>
              </a:defRPr>
            </a:lvl1pPr>
            <a:lvl2pPr marL="457200" algn="l" rtl="0" fontAlgn="base">
              <a:spcBef>
                <a:spcPct val="0"/>
              </a:spcBef>
              <a:spcAft>
                <a:spcPct val="0"/>
              </a:spcAft>
              <a:defRPr kern="1200">
                <a:solidFill>
                  <a:schemeClr val="tx1"/>
                </a:solidFill>
                <a:latin typeface="Calibri" charset="0"/>
                <a:ea typeface="Arial" charset="0"/>
                <a:cs typeface="Arial" charset="0"/>
              </a:defRPr>
            </a:lvl2pPr>
            <a:lvl3pPr marL="914400" algn="l" rtl="0" fontAlgn="base">
              <a:spcBef>
                <a:spcPct val="0"/>
              </a:spcBef>
              <a:spcAft>
                <a:spcPct val="0"/>
              </a:spcAft>
              <a:defRPr kern="1200">
                <a:solidFill>
                  <a:schemeClr val="tx1"/>
                </a:solidFill>
                <a:latin typeface="Calibri" charset="0"/>
                <a:ea typeface="Arial" charset="0"/>
                <a:cs typeface="Arial" charset="0"/>
              </a:defRPr>
            </a:lvl3pPr>
            <a:lvl4pPr marL="1371600" algn="l" rtl="0" fontAlgn="base">
              <a:spcBef>
                <a:spcPct val="0"/>
              </a:spcBef>
              <a:spcAft>
                <a:spcPct val="0"/>
              </a:spcAft>
              <a:defRPr kern="1200">
                <a:solidFill>
                  <a:schemeClr val="tx1"/>
                </a:solidFill>
                <a:latin typeface="Calibri" charset="0"/>
                <a:ea typeface="Arial" charset="0"/>
                <a:cs typeface="Arial" charset="0"/>
              </a:defRPr>
            </a:lvl4pPr>
            <a:lvl5pPr marL="1828800" algn="l" rtl="0" fontAlgn="base">
              <a:spcBef>
                <a:spcPct val="0"/>
              </a:spcBef>
              <a:spcAft>
                <a:spcPct val="0"/>
              </a:spcAft>
              <a:defRPr kern="1200">
                <a:solidFill>
                  <a:schemeClr val="tx1"/>
                </a:solidFill>
                <a:latin typeface="Calibri" charset="0"/>
                <a:ea typeface="Arial" charset="0"/>
                <a:cs typeface="Arial" charset="0"/>
              </a:defRPr>
            </a:lvl5pPr>
            <a:lvl6pPr marL="2286000" algn="l" defTabSz="914400" rtl="0" eaLnBrk="1" latinLnBrk="0" hangingPunct="1">
              <a:defRPr kern="1200">
                <a:solidFill>
                  <a:schemeClr val="tx1"/>
                </a:solidFill>
                <a:latin typeface="Calibri" charset="0"/>
                <a:ea typeface="Arial" charset="0"/>
                <a:cs typeface="Arial" charset="0"/>
              </a:defRPr>
            </a:lvl6pPr>
            <a:lvl7pPr marL="2743200" algn="l" defTabSz="914400" rtl="0" eaLnBrk="1" latinLnBrk="0" hangingPunct="1">
              <a:defRPr kern="1200">
                <a:solidFill>
                  <a:schemeClr val="tx1"/>
                </a:solidFill>
                <a:latin typeface="Calibri" charset="0"/>
                <a:ea typeface="Arial" charset="0"/>
                <a:cs typeface="Arial" charset="0"/>
              </a:defRPr>
            </a:lvl7pPr>
            <a:lvl8pPr marL="3200400" algn="l" defTabSz="914400" rtl="0" eaLnBrk="1" latinLnBrk="0" hangingPunct="1">
              <a:defRPr kern="1200">
                <a:solidFill>
                  <a:schemeClr val="tx1"/>
                </a:solidFill>
                <a:latin typeface="Calibri" charset="0"/>
                <a:ea typeface="Arial" charset="0"/>
                <a:cs typeface="Arial" charset="0"/>
              </a:defRPr>
            </a:lvl8pPr>
            <a:lvl9pPr marL="3657600" algn="l" defTabSz="914400" rtl="0" eaLnBrk="1" latinLnBrk="0" hangingPunct="1">
              <a:defRPr kern="1200">
                <a:solidFill>
                  <a:schemeClr val="tx1"/>
                </a:solidFill>
                <a:latin typeface="Calibri" charset="0"/>
                <a:ea typeface="Arial" charset="0"/>
                <a:cs typeface="Arial" charset="0"/>
              </a:defRPr>
            </a:lvl9pPr>
          </a:lstStyle>
          <a:p>
            <a:pPr algn="l">
              <a:defRPr/>
            </a:pPr>
            <a:r>
              <a:rPr lang="en-US" sz="800" baseline="0" dirty="0">
                <a:latin typeface="+mn-lt"/>
              </a:rPr>
              <a:t>FIT_Residual_Income_2026S</a:t>
            </a:r>
            <a:endParaRPr lang="en-US" sz="800" dirty="0">
              <a:latin typeface="+mn-lt"/>
            </a:endParaRPr>
          </a:p>
        </p:txBody>
      </p:sp>
    </p:spTree>
    <p:extLst>
      <p:ext uri="{BB962C8B-B14F-4D97-AF65-F5344CB8AC3E}">
        <p14:creationId xmlns:p14="http://schemas.microsoft.com/office/powerpoint/2010/main" val="153755572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Lst>
  <p:hf hdr="0" dt="0"/>
  <p:txStyles>
    <p:titleStyle>
      <a:lvl1pPr algn="ctr" rtl="0" eaLnBrk="1" fontAlgn="base" hangingPunct="1">
        <a:spcBef>
          <a:spcPct val="0"/>
        </a:spcBef>
        <a:spcAft>
          <a:spcPct val="0"/>
        </a:spcAft>
        <a:defRPr sz="3300" kern="1200">
          <a:solidFill>
            <a:schemeClr val="tx1"/>
          </a:solidFill>
          <a:latin typeface="+mj-lt"/>
          <a:ea typeface="+mj-ea"/>
          <a:cs typeface="+mj-cs"/>
        </a:defRPr>
      </a:lvl1pPr>
      <a:lvl2pPr algn="ctr" rtl="0" eaLnBrk="1" fontAlgn="base" hangingPunct="1">
        <a:spcBef>
          <a:spcPct val="0"/>
        </a:spcBef>
        <a:spcAft>
          <a:spcPct val="0"/>
        </a:spcAft>
        <a:defRPr sz="3300">
          <a:solidFill>
            <a:schemeClr val="tx1"/>
          </a:solidFill>
          <a:latin typeface="Arial" charset="0"/>
        </a:defRPr>
      </a:lvl2pPr>
      <a:lvl3pPr algn="ctr" rtl="0" eaLnBrk="1" fontAlgn="base" hangingPunct="1">
        <a:spcBef>
          <a:spcPct val="0"/>
        </a:spcBef>
        <a:spcAft>
          <a:spcPct val="0"/>
        </a:spcAft>
        <a:defRPr sz="3300">
          <a:solidFill>
            <a:schemeClr val="tx1"/>
          </a:solidFill>
          <a:latin typeface="Arial" charset="0"/>
        </a:defRPr>
      </a:lvl3pPr>
      <a:lvl4pPr algn="ctr" rtl="0" eaLnBrk="1" fontAlgn="base" hangingPunct="1">
        <a:spcBef>
          <a:spcPct val="0"/>
        </a:spcBef>
        <a:spcAft>
          <a:spcPct val="0"/>
        </a:spcAft>
        <a:defRPr sz="3300">
          <a:solidFill>
            <a:schemeClr val="tx1"/>
          </a:solidFill>
          <a:latin typeface="Arial" charset="0"/>
        </a:defRPr>
      </a:lvl4pPr>
      <a:lvl5pPr algn="ctr" rtl="0" eaLnBrk="1" fontAlgn="base" hangingPunct="1">
        <a:spcBef>
          <a:spcPct val="0"/>
        </a:spcBef>
        <a:spcAft>
          <a:spcPct val="0"/>
        </a:spcAft>
        <a:defRPr sz="3300">
          <a:solidFill>
            <a:schemeClr val="tx1"/>
          </a:solidFill>
          <a:latin typeface="Arial" charset="0"/>
        </a:defRPr>
      </a:lvl5pPr>
      <a:lvl6pPr marL="342900" algn="ctr" rtl="0" eaLnBrk="1" fontAlgn="base" hangingPunct="1">
        <a:spcBef>
          <a:spcPct val="0"/>
        </a:spcBef>
        <a:spcAft>
          <a:spcPct val="0"/>
        </a:spcAft>
        <a:defRPr sz="3300">
          <a:solidFill>
            <a:schemeClr val="tx1"/>
          </a:solidFill>
          <a:latin typeface="Arial" charset="0"/>
        </a:defRPr>
      </a:lvl6pPr>
      <a:lvl7pPr marL="685800" algn="ctr" rtl="0" eaLnBrk="1" fontAlgn="base" hangingPunct="1">
        <a:spcBef>
          <a:spcPct val="0"/>
        </a:spcBef>
        <a:spcAft>
          <a:spcPct val="0"/>
        </a:spcAft>
        <a:defRPr sz="3300">
          <a:solidFill>
            <a:schemeClr val="tx1"/>
          </a:solidFill>
          <a:latin typeface="Arial" charset="0"/>
        </a:defRPr>
      </a:lvl7pPr>
      <a:lvl8pPr marL="1028700" algn="ctr" rtl="0" eaLnBrk="1" fontAlgn="base" hangingPunct="1">
        <a:spcBef>
          <a:spcPct val="0"/>
        </a:spcBef>
        <a:spcAft>
          <a:spcPct val="0"/>
        </a:spcAft>
        <a:defRPr sz="3300">
          <a:solidFill>
            <a:schemeClr val="tx1"/>
          </a:solidFill>
          <a:latin typeface="Arial" charset="0"/>
        </a:defRPr>
      </a:lvl8pPr>
      <a:lvl9pPr marL="1371600" algn="ctr" rtl="0" eaLnBrk="1" fontAlgn="base" hangingPunct="1">
        <a:spcBef>
          <a:spcPct val="0"/>
        </a:spcBef>
        <a:spcAft>
          <a:spcPct val="0"/>
        </a:spcAft>
        <a:defRPr sz="3300">
          <a:solidFill>
            <a:schemeClr val="tx1"/>
          </a:solidFill>
          <a:latin typeface="Arial" charset="0"/>
        </a:defRPr>
      </a:lvl9pPr>
    </p:titleStyle>
    <p:bodyStyle>
      <a:lvl1pPr marL="257175" indent="-257175"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1pPr>
      <a:lvl2pPr marL="557213" indent="-214313" algn="l" rtl="0" eaLnBrk="1" fontAlgn="base" hangingPunct="1">
        <a:spcBef>
          <a:spcPct val="20000"/>
        </a:spcBef>
        <a:spcAft>
          <a:spcPct val="0"/>
        </a:spcAft>
        <a:buFont typeface="Arial" charset="0"/>
        <a:buChar char="–"/>
        <a:defRPr sz="2100" kern="1200">
          <a:solidFill>
            <a:schemeClr val="tx1"/>
          </a:solidFill>
          <a:latin typeface="+mn-lt"/>
          <a:ea typeface="+mn-ea"/>
          <a:cs typeface="+mn-cs"/>
        </a:defRPr>
      </a:lvl2pPr>
      <a:lvl3pPr marL="857250" indent="-171450" algn="l" rtl="0" eaLnBrk="1" fontAlgn="base" hangingPunct="1">
        <a:spcBef>
          <a:spcPct val="20000"/>
        </a:spcBef>
        <a:spcAft>
          <a:spcPct val="0"/>
        </a:spcAft>
        <a:buFont typeface="Arial" charset="0"/>
        <a:buChar char="•"/>
        <a:defRPr sz="1800" kern="1200">
          <a:solidFill>
            <a:schemeClr val="tx1"/>
          </a:solidFill>
          <a:latin typeface="+mn-lt"/>
          <a:ea typeface="+mn-ea"/>
          <a:cs typeface="+mn-cs"/>
        </a:defRPr>
      </a:lvl3pPr>
      <a:lvl4pPr marL="1200150" indent="-171450" algn="l" rtl="0" eaLnBrk="1" fontAlgn="base" hangingPunct="1">
        <a:spcBef>
          <a:spcPct val="20000"/>
        </a:spcBef>
        <a:spcAft>
          <a:spcPct val="0"/>
        </a:spcAft>
        <a:buFont typeface="Arial" charset="0"/>
        <a:buChar char="–"/>
        <a:defRPr sz="1500" kern="1200">
          <a:solidFill>
            <a:schemeClr val="tx1"/>
          </a:solidFill>
          <a:latin typeface="+mn-lt"/>
          <a:ea typeface="+mn-ea"/>
          <a:cs typeface="+mn-cs"/>
        </a:defRPr>
      </a:lvl4pPr>
      <a:lvl5pPr marL="1543050" indent="-171450" algn="l" rtl="0" eaLnBrk="1" fontAlgn="base" hangingPunct="1">
        <a:spcBef>
          <a:spcPct val="20000"/>
        </a:spcBef>
        <a:spcAft>
          <a:spcPct val="0"/>
        </a:spcAft>
        <a:buFont typeface="Arial"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5.jpeg"/><Relationship Id="rId4" Type="http://schemas.openxmlformats.org/officeDocument/2006/relationships/image" Target="../media/image14.jpeg"/></Relationships>
</file>

<file path=ppt/slides/_rels/slide1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5163F83-1D92-9913-E6C0-989EE8AD282E}"/>
              </a:ext>
            </a:extLst>
          </p:cNvPr>
          <p:cNvSpPr>
            <a:spLocks noGrp="1"/>
          </p:cNvSpPr>
          <p:nvPr>
            <p:ph type="sldNum" sz="quarter" idx="10"/>
          </p:nvPr>
        </p:nvSpPr>
        <p:spPr/>
        <p:txBody>
          <a:bodyPr/>
          <a:lstStyle/>
          <a:p>
            <a:fld id="{22D706CB-156B-8643-9A07-D8448DABBCBD}" type="slidenum">
              <a:rPr lang="en-US" altLang="en-US" smtClean="0"/>
              <a:pPr/>
              <a:t>1</a:t>
            </a:fld>
            <a:endParaRPr lang="en-US" altLang="en-US" dirty="0"/>
          </a:p>
        </p:txBody>
      </p:sp>
      <p:sp>
        <p:nvSpPr>
          <p:cNvPr id="3" name="Footer Placeholder 2">
            <a:extLst>
              <a:ext uri="{FF2B5EF4-FFF2-40B4-BE49-F238E27FC236}">
                <a16:creationId xmlns:a16="http://schemas.microsoft.com/office/drawing/2014/main" id="{C2F6B19C-E5DA-51BB-495E-8578A91C5D2D}"/>
              </a:ext>
            </a:extLst>
          </p:cNvPr>
          <p:cNvSpPr>
            <a:spLocks noGrp="1"/>
          </p:cNvSpPr>
          <p:nvPr>
            <p:ph type="ftr" sz="quarter" idx="11"/>
          </p:nvPr>
        </p:nvSpPr>
        <p:spPr/>
        <p:txBody>
          <a:bodyPr/>
          <a:lstStyle/>
          <a:p>
            <a:pPr>
              <a:defRPr/>
            </a:pPr>
            <a:r>
              <a:rPr lang="en-US"/>
              <a:t>Residual Income</a:t>
            </a:r>
            <a:endParaRPr lang="en-US" dirty="0"/>
          </a:p>
        </p:txBody>
      </p:sp>
      <p:sp>
        <p:nvSpPr>
          <p:cNvPr id="4" name="Title 1">
            <a:extLst>
              <a:ext uri="{FF2B5EF4-FFF2-40B4-BE49-F238E27FC236}">
                <a16:creationId xmlns:a16="http://schemas.microsoft.com/office/drawing/2014/main" id="{7F77031B-23E5-163E-71B2-1FDAA65F3F6F}"/>
              </a:ext>
            </a:extLst>
          </p:cNvPr>
          <p:cNvSpPr txBox="1">
            <a:spLocks/>
          </p:cNvSpPr>
          <p:nvPr/>
        </p:nvSpPr>
        <p:spPr>
          <a:xfrm>
            <a:off x="1464129" y="1155021"/>
            <a:ext cx="9263741" cy="2387600"/>
          </a:xfrm>
          <a:prstGeom prst="rect">
            <a:avLst/>
          </a:prstGeom>
        </p:spPr>
        <p:txBody>
          <a:bodyPr/>
          <a:lstStyle>
            <a:lvl1pPr algn="ctr" rtl="0" eaLnBrk="1" fontAlgn="base" hangingPunct="1">
              <a:spcBef>
                <a:spcPct val="0"/>
              </a:spcBef>
              <a:spcAft>
                <a:spcPct val="0"/>
              </a:spcAft>
              <a:defRPr sz="3300" kern="1200">
                <a:solidFill>
                  <a:schemeClr val="tx1"/>
                </a:solidFill>
                <a:latin typeface="+mj-lt"/>
                <a:ea typeface="+mj-ea"/>
                <a:cs typeface="+mj-cs"/>
              </a:defRPr>
            </a:lvl1pPr>
            <a:lvl2pPr algn="ctr" rtl="0" eaLnBrk="1" fontAlgn="base" hangingPunct="1">
              <a:spcBef>
                <a:spcPct val="0"/>
              </a:spcBef>
              <a:spcAft>
                <a:spcPct val="0"/>
              </a:spcAft>
              <a:defRPr sz="3300">
                <a:solidFill>
                  <a:schemeClr val="tx1"/>
                </a:solidFill>
                <a:latin typeface="Arial" charset="0"/>
              </a:defRPr>
            </a:lvl2pPr>
            <a:lvl3pPr algn="ctr" rtl="0" eaLnBrk="1" fontAlgn="base" hangingPunct="1">
              <a:spcBef>
                <a:spcPct val="0"/>
              </a:spcBef>
              <a:spcAft>
                <a:spcPct val="0"/>
              </a:spcAft>
              <a:defRPr sz="3300">
                <a:solidFill>
                  <a:schemeClr val="tx1"/>
                </a:solidFill>
                <a:latin typeface="Arial" charset="0"/>
              </a:defRPr>
            </a:lvl3pPr>
            <a:lvl4pPr algn="ctr" rtl="0" eaLnBrk="1" fontAlgn="base" hangingPunct="1">
              <a:spcBef>
                <a:spcPct val="0"/>
              </a:spcBef>
              <a:spcAft>
                <a:spcPct val="0"/>
              </a:spcAft>
              <a:defRPr sz="3300">
                <a:solidFill>
                  <a:schemeClr val="tx1"/>
                </a:solidFill>
                <a:latin typeface="Arial" charset="0"/>
              </a:defRPr>
            </a:lvl4pPr>
            <a:lvl5pPr algn="ctr" rtl="0" eaLnBrk="1" fontAlgn="base" hangingPunct="1">
              <a:spcBef>
                <a:spcPct val="0"/>
              </a:spcBef>
              <a:spcAft>
                <a:spcPct val="0"/>
              </a:spcAft>
              <a:defRPr sz="3300">
                <a:solidFill>
                  <a:schemeClr val="tx1"/>
                </a:solidFill>
                <a:latin typeface="Arial" charset="0"/>
              </a:defRPr>
            </a:lvl5pPr>
            <a:lvl6pPr marL="342900" algn="ctr" rtl="0" eaLnBrk="1" fontAlgn="base" hangingPunct="1">
              <a:spcBef>
                <a:spcPct val="0"/>
              </a:spcBef>
              <a:spcAft>
                <a:spcPct val="0"/>
              </a:spcAft>
              <a:defRPr sz="3300">
                <a:solidFill>
                  <a:schemeClr val="tx1"/>
                </a:solidFill>
                <a:latin typeface="Arial" charset="0"/>
              </a:defRPr>
            </a:lvl6pPr>
            <a:lvl7pPr marL="685800" algn="ctr" rtl="0" eaLnBrk="1" fontAlgn="base" hangingPunct="1">
              <a:spcBef>
                <a:spcPct val="0"/>
              </a:spcBef>
              <a:spcAft>
                <a:spcPct val="0"/>
              </a:spcAft>
              <a:defRPr sz="3300">
                <a:solidFill>
                  <a:schemeClr val="tx1"/>
                </a:solidFill>
                <a:latin typeface="Arial" charset="0"/>
              </a:defRPr>
            </a:lvl7pPr>
            <a:lvl8pPr marL="1028700" algn="ctr" rtl="0" eaLnBrk="1" fontAlgn="base" hangingPunct="1">
              <a:spcBef>
                <a:spcPct val="0"/>
              </a:spcBef>
              <a:spcAft>
                <a:spcPct val="0"/>
              </a:spcAft>
              <a:defRPr sz="3300">
                <a:solidFill>
                  <a:schemeClr val="tx1"/>
                </a:solidFill>
                <a:latin typeface="Arial" charset="0"/>
              </a:defRPr>
            </a:lvl8pPr>
            <a:lvl9pPr marL="1371600" algn="ctr" rtl="0" eaLnBrk="1" fontAlgn="base" hangingPunct="1">
              <a:spcBef>
                <a:spcPct val="0"/>
              </a:spcBef>
              <a:spcAft>
                <a:spcPct val="0"/>
              </a:spcAft>
              <a:defRPr sz="3300">
                <a:solidFill>
                  <a:schemeClr val="tx1"/>
                </a:solidFill>
                <a:latin typeface="Arial" charset="0"/>
              </a:defRPr>
            </a:lvl9pPr>
          </a:lstStyle>
          <a:p>
            <a:r>
              <a:rPr lang="en-US" sz="4400" dirty="0"/>
              <a:t>Federal </a:t>
            </a:r>
            <a:r>
              <a:rPr lang="en-US" sz="4800" dirty="0"/>
              <a:t>Income</a:t>
            </a:r>
            <a:r>
              <a:rPr lang="en-US" sz="4400" dirty="0"/>
              <a:t> Taxation</a:t>
            </a:r>
            <a:br>
              <a:rPr lang="en-US" sz="4400" dirty="0"/>
            </a:br>
            <a:r>
              <a:rPr lang="en-US" sz="4800" i="1" dirty="0"/>
              <a:t>Residual Income</a:t>
            </a:r>
            <a:endParaRPr lang="en-US" sz="4400" dirty="0"/>
          </a:p>
        </p:txBody>
      </p:sp>
      <p:sp>
        <p:nvSpPr>
          <p:cNvPr id="5" name="Subtitle 2">
            <a:extLst>
              <a:ext uri="{FF2B5EF4-FFF2-40B4-BE49-F238E27FC236}">
                <a16:creationId xmlns:a16="http://schemas.microsoft.com/office/drawing/2014/main" id="{4D824EC7-22FF-8085-4D25-F0249659D926}"/>
              </a:ext>
            </a:extLst>
          </p:cNvPr>
          <p:cNvSpPr txBox="1">
            <a:spLocks/>
          </p:cNvSpPr>
          <p:nvPr/>
        </p:nvSpPr>
        <p:spPr>
          <a:xfrm>
            <a:off x="2666999" y="3981226"/>
            <a:ext cx="6858000" cy="1027451"/>
          </a:xfrm>
          <a:prstGeom prst="rect">
            <a:avLst/>
          </a:prstGeom>
        </p:spPr>
        <p:txBody>
          <a:bodyPr>
            <a:normAutofit lnSpcReduction="10000"/>
          </a:bodyPr>
          <a:lstStyle>
            <a:lvl1pPr marL="257175" indent="-257175"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1pPr>
            <a:lvl2pPr marL="557213" indent="-214313" algn="l" rtl="0" eaLnBrk="1" fontAlgn="base" hangingPunct="1">
              <a:spcBef>
                <a:spcPct val="20000"/>
              </a:spcBef>
              <a:spcAft>
                <a:spcPct val="0"/>
              </a:spcAft>
              <a:buFont typeface="Arial" charset="0"/>
              <a:buChar char="–"/>
              <a:defRPr sz="2100" kern="1200">
                <a:solidFill>
                  <a:schemeClr val="tx1"/>
                </a:solidFill>
                <a:latin typeface="+mn-lt"/>
                <a:ea typeface="+mn-ea"/>
                <a:cs typeface="+mn-cs"/>
              </a:defRPr>
            </a:lvl2pPr>
            <a:lvl3pPr marL="857250" indent="-171450" algn="l" rtl="0" eaLnBrk="1" fontAlgn="base" hangingPunct="1">
              <a:spcBef>
                <a:spcPct val="20000"/>
              </a:spcBef>
              <a:spcAft>
                <a:spcPct val="0"/>
              </a:spcAft>
              <a:buFont typeface="Arial" charset="0"/>
              <a:buChar char="•"/>
              <a:defRPr sz="1800" kern="1200">
                <a:solidFill>
                  <a:schemeClr val="tx1"/>
                </a:solidFill>
                <a:latin typeface="+mn-lt"/>
                <a:ea typeface="+mn-ea"/>
                <a:cs typeface="+mn-cs"/>
              </a:defRPr>
            </a:lvl3pPr>
            <a:lvl4pPr marL="1200150" indent="-171450" algn="l" rtl="0" eaLnBrk="1" fontAlgn="base" hangingPunct="1">
              <a:spcBef>
                <a:spcPct val="20000"/>
              </a:spcBef>
              <a:spcAft>
                <a:spcPct val="0"/>
              </a:spcAft>
              <a:buFont typeface="Arial" charset="0"/>
              <a:buChar char="–"/>
              <a:defRPr sz="1500" kern="1200">
                <a:solidFill>
                  <a:schemeClr val="tx1"/>
                </a:solidFill>
                <a:latin typeface="+mn-lt"/>
                <a:ea typeface="+mn-ea"/>
                <a:cs typeface="+mn-cs"/>
              </a:defRPr>
            </a:lvl4pPr>
            <a:lvl5pPr marL="1543050" indent="-171450" algn="l" rtl="0" eaLnBrk="1" fontAlgn="base" hangingPunct="1">
              <a:spcBef>
                <a:spcPct val="20000"/>
              </a:spcBef>
              <a:spcAft>
                <a:spcPct val="0"/>
              </a:spcAft>
              <a:buFont typeface="Arial"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ctr">
              <a:buNone/>
            </a:pPr>
            <a:r>
              <a:rPr lang="en-US" sz="2800" b="1" dirty="0"/>
              <a:t>Prof. Colon</a:t>
            </a:r>
          </a:p>
          <a:p>
            <a:pPr marL="0" indent="0" algn="ctr">
              <a:buNone/>
            </a:pPr>
            <a:r>
              <a:rPr lang="en-US" sz="2800" b="1"/>
              <a:t>Spring 2026</a:t>
            </a:r>
            <a:endParaRPr lang="en-US" sz="2800" b="1" dirty="0"/>
          </a:p>
        </p:txBody>
      </p:sp>
    </p:spTree>
    <p:extLst>
      <p:ext uri="{BB962C8B-B14F-4D97-AF65-F5344CB8AC3E}">
        <p14:creationId xmlns:p14="http://schemas.microsoft.com/office/powerpoint/2010/main" val="2986329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close-up of a document&#10;&#10;AI-generated content may be incorrect.">
            <a:extLst>
              <a:ext uri="{FF2B5EF4-FFF2-40B4-BE49-F238E27FC236}">
                <a16:creationId xmlns:a16="http://schemas.microsoft.com/office/drawing/2014/main" id="{DCF99BD0-89E7-5796-F403-EAE21E7E60CC}"/>
              </a:ext>
            </a:extLst>
          </p:cNvPr>
          <p:cNvPicPr>
            <a:picLocks noGrp="1" noChangeAspect="1"/>
          </p:cNvPicPr>
          <p:nvPr>
            <p:ph idx="1"/>
          </p:nvPr>
        </p:nvPicPr>
        <p:blipFill>
          <a:blip r:embed="rId2"/>
          <a:stretch>
            <a:fillRect/>
          </a:stretch>
        </p:blipFill>
        <p:spPr>
          <a:xfrm>
            <a:off x="1986454" y="1562894"/>
            <a:ext cx="7188200" cy="2951956"/>
          </a:xfrm>
        </p:spPr>
      </p:pic>
      <p:sp>
        <p:nvSpPr>
          <p:cNvPr id="3" name="Title 2">
            <a:extLst>
              <a:ext uri="{FF2B5EF4-FFF2-40B4-BE49-F238E27FC236}">
                <a16:creationId xmlns:a16="http://schemas.microsoft.com/office/drawing/2014/main" id="{89491FEA-A5DA-91D7-9C5A-3C6233CD9EF8}"/>
              </a:ext>
            </a:extLst>
          </p:cNvPr>
          <p:cNvSpPr>
            <a:spLocks noGrp="1"/>
          </p:cNvSpPr>
          <p:nvPr>
            <p:ph type="title"/>
          </p:nvPr>
        </p:nvSpPr>
        <p:spPr/>
        <p:txBody>
          <a:bodyPr/>
          <a:lstStyle/>
          <a:p>
            <a:r>
              <a:rPr lang="en-US" dirty="0"/>
              <a:t>Section 61(a)(1)</a:t>
            </a:r>
          </a:p>
        </p:txBody>
      </p:sp>
      <p:sp>
        <p:nvSpPr>
          <p:cNvPr id="4" name="Slide Number Placeholder 3">
            <a:extLst>
              <a:ext uri="{FF2B5EF4-FFF2-40B4-BE49-F238E27FC236}">
                <a16:creationId xmlns:a16="http://schemas.microsoft.com/office/drawing/2014/main" id="{19E2375D-FEC4-2690-0609-66E4ACD77574}"/>
              </a:ext>
            </a:extLst>
          </p:cNvPr>
          <p:cNvSpPr>
            <a:spLocks noGrp="1"/>
          </p:cNvSpPr>
          <p:nvPr>
            <p:ph type="sldNum" sz="quarter" idx="10"/>
          </p:nvPr>
        </p:nvSpPr>
        <p:spPr/>
        <p:txBody>
          <a:bodyPr/>
          <a:lstStyle/>
          <a:p>
            <a:fld id="{7B3E355C-57B9-BC4B-95D8-406A1F834537}" type="slidenum">
              <a:rPr lang="en-US" altLang="en-US" smtClean="0"/>
              <a:pPr/>
              <a:t>2</a:t>
            </a:fld>
            <a:endParaRPr lang="en-US" altLang="en-US" dirty="0"/>
          </a:p>
        </p:txBody>
      </p:sp>
      <p:sp>
        <p:nvSpPr>
          <p:cNvPr id="5" name="Footer Placeholder 4">
            <a:extLst>
              <a:ext uri="{FF2B5EF4-FFF2-40B4-BE49-F238E27FC236}">
                <a16:creationId xmlns:a16="http://schemas.microsoft.com/office/drawing/2014/main" id="{7D8D1B58-85B0-645B-E900-A43C9FD4E011}"/>
              </a:ext>
            </a:extLst>
          </p:cNvPr>
          <p:cNvSpPr>
            <a:spLocks noGrp="1"/>
          </p:cNvSpPr>
          <p:nvPr>
            <p:ph type="ftr" sz="quarter" idx="11"/>
          </p:nvPr>
        </p:nvSpPr>
        <p:spPr/>
        <p:txBody>
          <a:bodyPr/>
          <a:lstStyle/>
          <a:p>
            <a:pPr>
              <a:defRPr/>
            </a:pPr>
            <a:r>
              <a:rPr lang="en-US"/>
              <a:t>Residual Income</a:t>
            </a:r>
            <a:endParaRPr lang="en-US" dirty="0"/>
          </a:p>
        </p:txBody>
      </p:sp>
      <p:cxnSp>
        <p:nvCxnSpPr>
          <p:cNvPr id="6" name="Straight Connector 5">
            <a:extLst>
              <a:ext uri="{FF2B5EF4-FFF2-40B4-BE49-F238E27FC236}">
                <a16:creationId xmlns:a16="http://schemas.microsoft.com/office/drawing/2014/main" id="{992F7FF0-B01B-A30F-FF0A-A3AFE09E960E}"/>
              </a:ext>
            </a:extLst>
          </p:cNvPr>
          <p:cNvCxnSpPr/>
          <p:nvPr/>
        </p:nvCxnSpPr>
        <p:spPr>
          <a:xfrm>
            <a:off x="2950590" y="3685880"/>
            <a:ext cx="1998482"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9528971-6476-70B7-C68A-9F0877D9546D}"/>
              </a:ext>
            </a:extLst>
          </p:cNvPr>
          <p:cNvCxnSpPr>
            <a:cxnSpLocks/>
          </p:cNvCxnSpPr>
          <p:nvPr/>
        </p:nvCxnSpPr>
        <p:spPr>
          <a:xfrm>
            <a:off x="5807676" y="3685880"/>
            <a:ext cx="1235675"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84156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5AA256-69E0-6C96-754D-38B03F4B0A88}"/>
              </a:ext>
            </a:extLst>
          </p:cNvPr>
          <p:cNvSpPr>
            <a:spLocks noGrp="1"/>
          </p:cNvSpPr>
          <p:nvPr>
            <p:ph type="title"/>
          </p:nvPr>
        </p:nvSpPr>
        <p:spPr/>
        <p:txBody>
          <a:bodyPr/>
          <a:lstStyle/>
          <a:p>
            <a:r>
              <a:rPr lang="en-US" dirty="0"/>
              <a:t>Historical Antecedents of Income</a:t>
            </a:r>
          </a:p>
        </p:txBody>
      </p:sp>
      <p:sp>
        <p:nvSpPr>
          <p:cNvPr id="4" name="Slide Number Placeholder 3">
            <a:extLst>
              <a:ext uri="{FF2B5EF4-FFF2-40B4-BE49-F238E27FC236}">
                <a16:creationId xmlns:a16="http://schemas.microsoft.com/office/drawing/2014/main" id="{21BD8B85-5A7C-A626-C240-6AB9E7F759BD}"/>
              </a:ext>
            </a:extLst>
          </p:cNvPr>
          <p:cNvSpPr>
            <a:spLocks noGrp="1"/>
          </p:cNvSpPr>
          <p:nvPr>
            <p:ph type="sldNum" sz="quarter" idx="10"/>
          </p:nvPr>
        </p:nvSpPr>
        <p:spPr/>
        <p:txBody>
          <a:bodyPr/>
          <a:lstStyle/>
          <a:p>
            <a:fld id="{7B3E355C-57B9-BC4B-95D8-406A1F834537}" type="slidenum">
              <a:rPr lang="en-US" altLang="en-US" smtClean="0"/>
              <a:pPr/>
              <a:t>3</a:t>
            </a:fld>
            <a:endParaRPr lang="en-US" altLang="en-US" dirty="0"/>
          </a:p>
        </p:txBody>
      </p:sp>
      <p:sp>
        <p:nvSpPr>
          <p:cNvPr id="5" name="Footer Placeholder 4">
            <a:extLst>
              <a:ext uri="{FF2B5EF4-FFF2-40B4-BE49-F238E27FC236}">
                <a16:creationId xmlns:a16="http://schemas.microsoft.com/office/drawing/2014/main" id="{0AC40920-7705-FDB0-74BE-F04D44AB2D8D}"/>
              </a:ext>
            </a:extLst>
          </p:cNvPr>
          <p:cNvSpPr>
            <a:spLocks noGrp="1"/>
          </p:cNvSpPr>
          <p:nvPr>
            <p:ph type="ftr" sz="quarter" idx="11"/>
          </p:nvPr>
        </p:nvSpPr>
        <p:spPr/>
        <p:txBody>
          <a:bodyPr/>
          <a:lstStyle/>
          <a:p>
            <a:pPr>
              <a:defRPr/>
            </a:pPr>
            <a:r>
              <a:rPr lang="en-US"/>
              <a:t>Residual Income</a:t>
            </a:r>
            <a:endParaRPr lang="en-US" dirty="0"/>
          </a:p>
        </p:txBody>
      </p:sp>
      <p:sp>
        <p:nvSpPr>
          <p:cNvPr id="6" name="Regular Pentagon 5">
            <a:extLst>
              <a:ext uri="{FF2B5EF4-FFF2-40B4-BE49-F238E27FC236}">
                <a16:creationId xmlns:a16="http://schemas.microsoft.com/office/drawing/2014/main" id="{9DC7A865-11C5-8194-0BE2-BEE13B48A269}"/>
              </a:ext>
            </a:extLst>
          </p:cNvPr>
          <p:cNvSpPr/>
          <p:nvPr/>
        </p:nvSpPr>
        <p:spPr>
          <a:xfrm>
            <a:off x="5282513" y="1174922"/>
            <a:ext cx="2681417" cy="2150075"/>
          </a:xfrm>
          <a:prstGeom prst="pentag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t>Trust</a:t>
            </a:r>
          </a:p>
        </p:txBody>
      </p:sp>
      <p:cxnSp>
        <p:nvCxnSpPr>
          <p:cNvPr id="8" name="Straight Connector 7">
            <a:extLst>
              <a:ext uri="{FF2B5EF4-FFF2-40B4-BE49-F238E27FC236}">
                <a16:creationId xmlns:a16="http://schemas.microsoft.com/office/drawing/2014/main" id="{92D6253A-E66A-057B-0923-CD4756A021C0}"/>
              </a:ext>
            </a:extLst>
          </p:cNvPr>
          <p:cNvCxnSpPr>
            <a:cxnSpLocks/>
            <a:stCxn id="6" idx="3"/>
          </p:cNvCxnSpPr>
          <p:nvPr/>
        </p:nvCxnSpPr>
        <p:spPr>
          <a:xfrm flipH="1">
            <a:off x="6623221" y="3324997"/>
            <a:ext cx="1" cy="2349631"/>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C300CB51-3B08-52AF-B3E4-67EB3A23C07D}"/>
              </a:ext>
            </a:extLst>
          </p:cNvPr>
          <p:cNvSpPr txBox="1"/>
          <p:nvPr/>
        </p:nvSpPr>
        <p:spPr>
          <a:xfrm>
            <a:off x="7287229" y="3719236"/>
            <a:ext cx="4355761" cy="646331"/>
          </a:xfrm>
          <a:prstGeom prst="rect">
            <a:avLst/>
          </a:prstGeom>
          <a:noFill/>
        </p:spPr>
        <p:txBody>
          <a:bodyPr wrap="square" rtlCol="0">
            <a:spAutoFit/>
          </a:bodyPr>
          <a:lstStyle/>
          <a:p>
            <a:r>
              <a:rPr lang="en-US" b="1" dirty="0"/>
              <a:t>Income</a:t>
            </a:r>
            <a:r>
              <a:rPr lang="en-US" dirty="0"/>
              <a:t>:  </a:t>
            </a:r>
            <a:r>
              <a:rPr lang="en-US" b="1" i="1" dirty="0"/>
              <a:t>Periodic Return </a:t>
            </a:r>
            <a:r>
              <a:rPr lang="en-US" dirty="0"/>
              <a:t>from </a:t>
            </a:r>
            <a:r>
              <a:rPr lang="en-US" i="1" dirty="0"/>
              <a:t>Capital, </a:t>
            </a:r>
            <a:r>
              <a:rPr lang="en-US" dirty="0"/>
              <a:t>such as dividends, rents, interest</a:t>
            </a:r>
          </a:p>
        </p:txBody>
      </p:sp>
      <p:sp>
        <p:nvSpPr>
          <p:cNvPr id="10" name="TextBox 9">
            <a:extLst>
              <a:ext uri="{FF2B5EF4-FFF2-40B4-BE49-F238E27FC236}">
                <a16:creationId xmlns:a16="http://schemas.microsoft.com/office/drawing/2014/main" id="{A813A537-9D98-00C0-FE0C-70D3D0779A0F}"/>
              </a:ext>
            </a:extLst>
          </p:cNvPr>
          <p:cNvSpPr txBox="1"/>
          <p:nvPr/>
        </p:nvSpPr>
        <p:spPr>
          <a:xfrm>
            <a:off x="2107159" y="3719236"/>
            <a:ext cx="4355761" cy="1200329"/>
          </a:xfrm>
          <a:prstGeom prst="rect">
            <a:avLst/>
          </a:prstGeom>
          <a:noFill/>
        </p:spPr>
        <p:txBody>
          <a:bodyPr wrap="square" rtlCol="0">
            <a:spAutoFit/>
          </a:bodyPr>
          <a:lstStyle/>
          <a:p>
            <a:r>
              <a:rPr lang="en-US" b="1" dirty="0"/>
              <a:t>Capital or Corpus</a:t>
            </a:r>
            <a:r>
              <a:rPr lang="en-US" dirty="0"/>
              <a:t>:  Assets of the trust that produce income, either contributed  by settlor or purchased by proceeds of sale of capital  </a:t>
            </a:r>
          </a:p>
        </p:txBody>
      </p:sp>
    </p:spTree>
    <p:extLst>
      <p:ext uri="{BB962C8B-B14F-4D97-AF65-F5344CB8AC3E}">
        <p14:creationId xmlns:p14="http://schemas.microsoft.com/office/powerpoint/2010/main" val="41331459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D77F52C-46A7-0E58-88FB-47727363487E}"/>
              </a:ext>
            </a:extLst>
          </p:cNvPr>
          <p:cNvSpPr>
            <a:spLocks noGrp="1"/>
          </p:cNvSpPr>
          <p:nvPr>
            <p:ph idx="1"/>
          </p:nvPr>
        </p:nvSpPr>
        <p:spPr/>
        <p:txBody>
          <a:bodyPr/>
          <a:lstStyle/>
          <a:p>
            <a:r>
              <a:rPr lang="en-US" sz="3600" i="1" dirty="0"/>
              <a:t>Income is defined as the gain derived from capital, from labor, or from both combines, provided it to be understood to include profit gained through a sale or conversion of capital assets.</a:t>
            </a:r>
          </a:p>
        </p:txBody>
      </p:sp>
      <p:sp>
        <p:nvSpPr>
          <p:cNvPr id="3" name="Title 2">
            <a:extLst>
              <a:ext uri="{FF2B5EF4-FFF2-40B4-BE49-F238E27FC236}">
                <a16:creationId xmlns:a16="http://schemas.microsoft.com/office/drawing/2014/main" id="{430FC78C-8301-02C7-CABA-5BCF724B57D2}"/>
              </a:ext>
            </a:extLst>
          </p:cNvPr>
          <p:cNvSpPr>
            <a:spLocks noGrp="1"/>
          </p:cNvSpPr>
          <p:nvPr>
            <p:ph type="title"/>
          </p:nvPr>
        </p:nvSpPr>
        <p:spPr/>
        <p:txBody>
          <a:bodyPr/>
          <a:lstStyle/>
          <a:p>
            <a:r>
              <a:rPr lang="en-US" dirty="0"/>
              <a:t>Eisner v. Macomber, 252 U.S. 189 (1920)</a:t>
            </a:r>
          </a:p>
        </p:txBody>
      </p:sp>
      <p:sp>
        <p:nvSpPr>
          <p:cNvPr id="4" name="Slide Number Placeholder 3">
            <a:extLst>
              <a:ext uri="{FF2B5EF4-FFF2-40B4-BE49-F238E27FC236}">
                <a16:creationId xmlns:a16="http://schemas.microsoft.com/office/drawing/2014/main" id="{366048A8-73C7-9D3E-166F-49F5EBDB2893}"/>
              </a:ext>
            </a:extLst>
          </p:cNvPr>
          <p:cNvSpPr>
            <a:spLocks noGrp="1"/>
          </p:cNvSpPr>
          <p:nvPr>
            <p:ph type="sldNum" sz="quarter" idx="10"/>
          </p:nvPr>
        </p:nvSpPr>
        <p:spPr/>
        <p:txBody>
          <a:bodyPr/>
          <a:lstStyle/>
          <a:p>
            <a:fld id="{7B3E355C-57B9-BC4B-95D8-406A1F834537}" type="slidenum">
              <a:rPr lang="en-US" altLang="en-US" smtClean="0"/>
              <a:pPr/>
              <a:t>4</a:t>
            </a:fld>
            <a:endParaRPr lang="en-US" altLang="en-US" dirty="0"/>
          </a:p>
        </p:txBody>
      </p:sp>
      <p:sp>
        <p:nvSpPr>
          <p:cNvPr id="5" name="Footer Placeholder 4">
            <a:extLst>
              <a:ext uri="{FF2B5EF4-FFF2-40B4-BE49-F238E27FC236}">
                <a16:creationId xmlns:a16="http://schemas.microsoft.com/office/drawing/2014/main" id="{9513CFBE-0447-0AD5-BAFA-96A366F0AC4A}"/>
              </a:ext>
            </a:extLst>
          </p:cNvPr>
          <p:cNvSpPr>
            <a:spLocks noGrp="1"/>
          </p:cNvSpPr>
          <p:nvPr>
            <p:ph type="ftr" sz="quarter" idx="11"/>
          </p:nvPr>
        </p:nvSpPr>
        <p:spPr/>
        <p:txBody>
          <a:bodyPr/>
          <a:lstStyle/>
          <a:p>
            <a:pPr>
              <a:defRPr/>
            </a:pPr>
            <a:r>
              <a:rPr lang="en-US"/>
              <a:t>Residual Income</a:t>
            </a:r>
            <a:endParaRPr lang="en-US" dirty="0"/>
          </a:p>
        </p:txBody>
      </p:sp>
    </p:spTree>
    <p:extLst>
      <p:ext uri="{BB962C8B-B14F-4D97-AF65-F5344CB8AC3E}">
        <p14:creationId xmlns:p14="http://schemas.microsoft.com/office/powerpoint/2010/main" val="8747026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1BD64D4-43E0-EF66-1E41-0E6EB139C076}"/>
              </a:ext>
            </a:extLst>
          </p:cNvPr>
          <p:cNvSpPr>
            <a:spLocks noGrp="1"/>
          </p:cNvSpPr>
          <p:nvPr>
            <p:ph type="title"/>
          </p:nvPr>
        </p:nvSpPr>
        <p:spPr/>
        <p:txBody>
          <a:bodyPr/>
          <a:lstStyle/>
          <a:p>
            <a:r>
              <a:rPr lang="en-US" dirty="0"/>
              <a:t>CIR v. Glenshaw Glass</a:t>
            </a:r>
            <a:r>
              <a:rPr lang="en-US"/>
              <a:t>, 348 </a:t>
            </a:r>
            <a:r>
              <a:rPr lang="en-US" dirty="0"/>
              <a:t>U.S. 426, </a:t>
            </a:r>
            <a:r>
              <a:rPr lang="en-US" i="1" dirty="0"/>
              <a:t>reh’g denied,</a:t>
            </a:r>
            <a:r>
              <a:rPr lang="en-US" dirty="0"/>
              <a:t> 349 U.S. 925 (1955)</a:t>
            </a:r>
          </a:p>
        </p:txBody>
      </p:sp>
      <p:sp>
        <p:nvSpPr>
          <p:cNvPr id="4" name="Slide Number Placeholder 3">
            <a:extLst>
              <a:ext uri="{FF2B5EF4-FFF2-40B4-BE49-F238E27FC236}">
                <a16:creationId xmlns:a16="http://schemas.microsoft.com/office/drawing/2014/main" id="{1591E2ED-5DE7-B7B0-BDBF-C7EBA7358692}"/>
              </a:ext>
            </a:extLst>
          </p:cNvPr>
          <p:cNvSpPr>
            <a:spLocks noGrp="1"/>
          </p:cNvSpPr>
          <p:nvPr>
            <p:ph type="sldNum" sz="quarter" idx="10"/>
          </p:nvPr>
        </p:nvSpPr>
        <p:spPr/>
        <p:txBody>
          <a:bodyPr/>
          <a:lstStyle/>
          <a:p>
            <a:fld id="{7B3E355C-57B9-BC4B-95D8-406A1F834537}" type="slidenum">
              <a:rPr lang="en-US" altLang="en-US" smtClean="0"/>
              <a:pPr/>
              <a:t>5</a:t>
            </a:fld>
            <a:endParaRPr lang="en-US" altLang="en-US" dirty="0"/>
          </a:p>
        </p:txBody>
      </p:sp>
      <p:sp>
        <p:nvSpPr>
          <p:cNvPr id="5" name="Footer Placeholder 4">
            <a:extLst>
              <a:ext uri="{FF2B5EF4-FFF2-40B4-BE49-F238E27FC236}">
                <a16:creationId xmlns:a16="http://schemas.microsoft.com/office/drawing/2014/main" id="{77AEADC1-3E25-9922-BBAE-52F4B7D51A1D}"/>
              </a:ext>
            </a:extLst>
          </p:cNvPr>
          <p:cNvSpPr>
            <a:spLocks noGrp="1"/>
          </p:cNvSpPr>
          <p:nvPr>
            <p:ph type="ftr" sz="quarter" idx="11"/>
          </p:nvPr>
        </p:nvSpPr>
        <p:spPr/>
        <p:txBody>
          <a:bodyPr/>
          <a:lstStyle/>
          <a:p>
            <a:pPr>
              <a:defRPr/>
            </a:pPr>
            <a:r>
              <a:rPr lang="en-US"/>
              <a:t>Residual Income</a:t>
            </a:r>
            <a:endParaRPr lang="en-US" dirty="0"/>
          </a:p>
        </p:txBody>
      </p:sp>
      <p:sp>
        <p:nvSpPr>
          <p:cNvPr id="6" name="Rectangle 5">
            <a:extLst>
              <a:ext uri="{FF2B5EF4-FFF2-40B4-BE49-F238E27FC236}">
                <a16:creationId xmlns:a16="http://schemas.microsoft.com/office/drawing/2014/main" id="{906206E9-4951-95BD-14A4-E86EF6082635}"/>
              </a:ext>
            </a:extLst>
          </p:cNvPr>
          <p:cNvSpPr/>
          <p:nvPr/>
        </p:nvSpPr>
        <p:spPr>
          <a:xfrm>
            <a:off x="1691318" y="1328911"/>
            <a:ext cx="2066925" cy="12024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Glenshaw Glass</a:t>
            </a:r>
          </a:p>
        </p:txBody>
      </p:sp>
      <p:sp>
        <p:nvSpPr>
          <p:cNvPr id="12" name="Rectangle 11">
            <a:extLst>
              <a:ext uri="{FF2B5EF4-FFF2-40B4-BE49-F238E27FC236}">
                <a16:creationId xmlns:a16="http://schemas.microsoft.com/office/drawing/2014/main" id="{2F27C1D7-8412-0ACE-8EFE-EDCC6E9A2721}"/>
              </a:ext>
            </a:extLst>
          </p:cNvPr>
          <p:cNvSpPr/>
          <p:nvPr/>
        </p:nvSpPr>
        <p:spPr>
          <a:xfrm>
            <a:off x="8433757" y="1328911"/>
            <a:ext cx="2066925" cy="12024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Hartford-Empire Co.</a:t>
            </a:r>
          </a:p>
        </p:txBody>
      </p:sp>
      <p:cxnSp>
        <p:nvCxnSpPr>
          <p:cNvPr id="17" name="Straight Arrow Connector 16">
            <a:extLst>
              <a:ext uri="{FF2B5EF4-FFF2-40B4-BE49-F238E27FC236}">
                <a16:creationId xmlns:a16="http://schemas.microsoft.com/office/drawing/2014/main" id="{9F1CAD66-1532-A696-B511-C88D13F61C2F}"/>
              </a:ext>
            </a:extLst>
          </p:cNvPr>
          <p:cNvCxnSpPr>
            <a:cxnSpLocks/>
          </p:cNvCxnSpPr>
          <p:nvPr/>
        </p:nvCxnSpPr>
        <p:spPr>
          <a:xfrm flipH="1">
            <a:off x="4015946" y="1618735"/>
            <a:ext cx="4324865" cy="0"/>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26E8687C-FCD9-A730-06CA-024AAB24DDC5}"/>
              </a:ext>
            </a:extLst>
          </p:cNvPr>
          <p:cNvSpPr txBox="1"/>
          <p:nvPr/>
        </p:nvSpPr>
        <p:spPr>
          <a:xfrm>
            <a:off x="4145637" y="1720767"/>
            <a:ext cx="4010454" cy="1754326"/>
          </a:xfrm>
          <a:prstGeom prst="rect">
            <a:avLst/>
          </a:prstGeom>
          <a:noFill/>
          <a:ln w="22225">
            <a:solidFill>
              <a:schemeClr val="accent1">
                <a:shade val="95000"/>
                <a:satMod val="105000"/>
              </a:schemeClr>
            </a:solidFill>
          </a:ln>
        </p:spPr>
        <p:txBody>
          <a:bodyPr wrap="square" rtlCol="0">
            <a:spAutoFit/>
          </a:bodyPr>
          <a:lstStyle/>
          <a:p>
            <a:r>
              <a:rPr lang="en-US" dirty="0"/>
              <a:t>In anti-trust litigation, Hartford paid Glenshaw Glass a total payment of 800K, of which 325K represented payment for fraud &amp; punitive damages and the remainder was for compensatory (lost profits) damages.</a:t>
            </a:r>
          </a:p>
        </p:txBody>
      </p:sp>
      <p:sp>
        <p:nvSpPr>
          <p:cNvPr id="20" name="TextBox 19">
            <a:extLst>
              <a:ext uri="{FF2B5EF4-FFF2-40B4-BE49-F238E27FC236}">
                <a16:creationId xmlns:a16="http://schemas.microsoft.com/office/drawing/2014/main" id="{B43FBA7E-96C6-9530-70F8-924A111DC883}"/>
              </a:ext>
            </a:extLst>
          </p:cNvPr>
          <p:cNvSpPr txBox="1"/>
          <p:nvPr/>
        </p:nvSpPr>
        <p:spPr>
          <a:xfrm>
            <a:off x="2780270" y="3740457"/>
            <a:ext cx="6796215" cy="1815882"/>
          </a:xfrm>
          <a:prstGeom prst="rect">
            <a:avLst/>
          </a:prstGeom>
          <a:noFill/>
          <a:ln w="25400">
            <a:solidFill>
              <a:schemeClr val="accent1">
                <a:shade val="95000"/>
                <a:satMod val="105000"/>
              </a:schemeClr>
            </a:solidFill>
          </a:ln>
        </p:spPr>
        <p:txBody>
          <a:bodyPr wrap="square" rtlCol="0">
            <a:spAutoFit/>
          </a:bodyPr>
          <a:lstStyle/>
          <a:p>
            <a:pPr algn="just"/>
            <a:r>
              <a:rPr lang="en-US" sz="2800" i="1" dirty="0"/>
              <a:t>Here we have instances of </a:t>
            </a:r>
            <a:r>
              <a:rPr lang="en-US" sz="2800" i="1" u="sng" dirty="0"/>
              <a:t>undeniable accessions to wealth</a:t>
            </a:r>
            <a:r>
              <a:rPr lang="en-US" sz="2800" i="1" dirty="0"/>
              <a:t>, </a:t>
            </a:r>
            <a:r>
              <a:rPr lang="en-US" sz="2800" i="1" u="sng" dirty="0"/>
              <a:t>clearly realized</a:t>
            </a:r>
            <a:r>
              <a:rPr lang="en-US" sz="2800" i="1" dirty="0"/>
              <a:t>, and over which the taxpayers have </a:t>
            </a:r>
            <a:r>
              <a:rPr lang="en-US" sz="2800" i="1" u="sng" dirty="0"/>
              <a:t>complete dominion</a:t>
            </a:r>
            <a:r>
              <a:rPr lang="en-US" sz="2800" i="1" dirty="0"/>
              <a:t>.</a:t>
            </a:r>
            <a:endParaRPr lang="en-US" sz="2800" dirty="0"/>
          </a:p>
        </p:txBody>
      </p:sp>
    </p:spTree>
    <p:extLst>
      <p:ext uri="{BB962C8B-B14F-4D97-AF65-F5344CB8AC3E}">
        <p14:creationId xmlns:p14="http://schemas.microsoft.com/office/powerpoint/2010/main" val="16660756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9F51392-08B1-FFF0-5FB7-ADF6D0C127F7}"/>
              </a:ext>
            </a:extLst>
          </p:cNvPr>
          <p:cNvSpPr>
            <a:spLocks noGrp="1"/>
          </p:cNvSpPr>
          <p:nvPr>
            <p:ph type="title"/>
          </p:nvPr>
        </p:nvSpPr>
        <p:spPr/>
        <p:txBody>
          <a:bodyPr/>
          <a:lstStyle/>
          <a:p>
            <a:r>
              <a:rPr lang="en-US" dirty="0"/>
              <a:t>Rev. Rul. 76-131</a:t>
            </a:r>
          </a:p>
        </p:txBody>
      </p:sp>
      <p:sp>
        <p:nvSpPr>
          <p:cNvPr id="4" name="Slide Number Placeholder 3">
            <a:extLst>
              <a:ext uri="{FF2B5EF4-FFF2-40B4-BE49-F238E27FC236}">
                <a16:creationId xmlns:a16="http://schemas.microsoft.com/office/drawing/2014/main" id="{B05EE28A-96DE-B0C7-FA7F-8748CF82E88C}"/>
              </a:ext>
            </a:extLst>
          </p:cNvPr>
          <p:cNvSpPr>
            <a:spLocks noGrp="1"/>
          </p:cNvSpPr>
          <p:nvPr>
            <p:ph type="sldNum" sz="quarter" idx="10"/>
          </p:nvPr>
        </p:nvSpPr>
        <p:spPr/>
        <p:txBody>
          <a:bodyPr/>
          <a:lstStyle/>
          <a:p>
            <a:fld id="{7B3E355C-57B9-BC4B-95D8-406A1F834537}" type="slidenum">
              <a:rPr lang="en-US" altLang="en-US" smtClean="0"/>
              <a:pPr/>
              <a:t>6</a:t>
            </a:fld>
            <a:endParaRPr lang="en-US" altLang="en-US" dirty="0"/>
          </a:p>
        </p:txBody>
      </p:sp>
      <p:sp>
        <p:nvSpPr>
          <p:cNvPr id="5" name="Footer Placeholder 4">
            <a:extLst>
              <a:ext uri="{FF2B5EF4-FFF2-40B4-BE49-F238E27FC236}">
                <a16:creationId xmlns:a16="http://schemas.microsoft.com/office/drawing/2014/main" id="{4BE80950-3E1F-DB45-ADBF-BCF52CDEEB0A}"/>
              </a:ext>
            </a:extLst>
          </p:cNvPr>
          <p:cNvSpPr>
            <a:spLocks noGrp="1"/>
          </p:cNvSpPr>
          <p:nvPr>
            <p:ph type="ftr" sz="quarter" idx="11"/>
          </p:nvPr>
        </p:nvSpPr>
        <p:spPr/>
        <p:txBody>
          <a:bodyPr/>
          <a:lstStyle/>
          <a:p>
            <a:pPr>
              <a:defRPr/>
            </a:pPr>
            <a:r>
              <a:rPr lang="en-US"/>
              <a:t>Residual Income</a:t>
            </a:r>
            <a:endParaRPr lang="en-US" dirty="0"/>
          </a:p>
        </p:txBody>
      </p:sp>
      <p:pic>
        <p:nvPicPr>
          <p:cNvPr id="1026" name="Picture 2" descr="Physical Map of Alaska. It shows the physical features of Alaska including its mountain ranges, rivers and major lakes. ">
            <a:extLst>
              <a:ext uri="{FF2B5EF4-FFF2-40B4-BE49-F238E27FC236}">
                <a16:creationId xmlns:a16="http://schemas.microsoft.com/office/drawing/2014/main" id="{7074066D-5F72-7DC6-C3BD-AF12DE48FCC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916983" y="1045197"/>
            <a:ext cx="4263081" cy="43434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742153C-7E3E-70DF-F606-0A622A942AD2}"/>
              </a:ext>
            </a:extLst>
          </p:cNvPr>
          <p:cNvSpPr txBox="1"/>
          <p:nvPr/>
        </p:nvSpPr>
        <p:spPr>
          <a:xfrm>
            <a:off x="4683211" y="3216897"/>
            <a:ext cx="2233772" cy="1631216"/>
          </a:xfrm>
          <a:prstGeom prst="rect">
            <a:avLst/>
          </a:prstGeom>
          <a:noFill/>
        </p:spPr>
        <p:txBody>
          <a:bodyPr wrap="square" rtlCol="0">
            <a:spAutoFit/>
          </a:bodyPr>
          <a:lstStyle/>
          <a:p>
            <a:r>
              <a:rPr lang="en-US" sz="2000" b="1" dirty="0"/>
              <a:t>Monthly stipend ($) paid to lower-income Alaskan residents 65 or older</a:t>
            </a:r>
          </a:p>
        </p:txBody>
      </p:sp>
      <p:cxnSp>
        <p:nvCxnSpPr>
          <p:cNvPr id="8" name="Straight Arrow Connector 7">
            <a:extLst>
              <a:ext uri="{FF2B5EF4-FFF2-40B4-BE49-F238E27FC236}">
                <a16:creationId xmlns:a16="http://schemas.microsoft.com/office/drawing/2014/main" id="{C873F8F1-843F-E780-267E-B161EE1289D2}"/>
              </a:ext>
            </a:extLst>
          </p:cNvPr>
          <p:cNvCxnSpPr>
            <a:cxnSpLocks/>
            <a:stCxn id="1026" idx="1"/>
          </p:cNvCxnSpPr>
          <p:nvPr/>
        </p:nvCxnSpPr>
        <p:spPr>
          <a:xfrm flipH="1">
            <a:off x="4519773" y="3216897"/>
            <a:ext cx="2397210" cy="0"/>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pic>
        <p:nvPicPr>
          <p:cNvPr id="1028" name="Picture 4" descr="Alaska Wildlife Conservation Center | Portage | ALASKA.ORG">
            <a:extLst>
              <a:ext uri="{FF2B5EF4-FFF2-40B4-BE49-F238E27FC236}">
                <a16:creationId xmlns:a16="http://schemas.microsoft.com/office/drawing/2014/main" id="{E4734647-5E43-7741-D15A-A0F451E36A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4551" y="2004665"/>
            <a:ext cx="4035222" cy="26072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0917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9D33A0A-DAB6-5660-9977-4B584FC3E5A2}"/>
              </a:ext>
            </a:extLst>
          </p:cNvPr>
          <p:cNvSpPr>
            <a:spLocks noGrp="1"/>
          </p:cNvSpPr>
          <p:nvPr>
            <p:ph idx="1"/>
          </p:nvPr>
        </p:nvSpPr>
        <p:spPr/>
        <p:txBody>
          <a:bodyPr>
            <a:normAutofit lnSpcReduction="10000"/>
          </a:bodyPr>
          <a:lstStyle/>
          <a:p>
            <a:r>
              <a:rPr lang="en-US" sz="2800" dirty="0"/>
              <a:t>(1) The only payments received by the individual with respect to the work activity are </a:t>
            </a:r>
            <a:r>
              <a:rPr lang="en-US" sz="2800" b="1" dirty="0"/>
              <a:t>received directly from the state or local welfare agency </a:t>
            </a:r>
            <a:r>
              <a:rPr lang="en-US" sz="2800" dirty="0"/>
              <a:t>(for this purpose, an entity with which a state or local welfare agency contracts to administer the state TANF program on behalf of the state will be treated as the state or local welfare agency); </a:t>
            </a:r>
          </a:p>
          <a:p>
            <a:r>
              <a:rPr lang="en-US" sz="2800" dirty="0"/>
              <a:t>(2) The determination of the individual’s eligibility to receive </a:t>
            </a:r>
            <a:r>
              <a:rPr lang="en-US" sz="2800" b="1" dirty="0"/>
              <a:t>any payment is based on need and the only payments received by the individual with respect to the work activity are funded entirely under a TANF program </a:t>
            </a:r>
            <a:r>
              <a:rPr lang="en-US" sz="2800" dirty="0"/>
              <a:t>(including any payments with respect to qualified state expenditures…; and </a:t>
            </a:r>
          </a:p>
          <a:p>
            <a:r>
              <a:rPr lang="en-US" sz="2800" dirty="0"/>
              <a:t>(3) The </a:t>
            </a:r>
            <a:r>
              <a:rPr lang="en-US" sz="2800" b="1" dirty="0"/>
              <a:t>size of the individual’s payment is determined by the applicable welfare law</a:t>
            </a:r>
            <a:r>
              <a:rPr lang="en-US" sz="2800" dirty="0"/>
              <a:t>, and the number of hours the individual may engage in the work activity is limited by the size of the individual’s payment (as determined by applicable welfare law) divided by the higher of the federal or state minimum wage.</a:t>
            </a:r>
          </a:p>
        </p:txBody>
      </p:sp>
      <p:sp>
        <p:nvSpPr>
          <p:cNvPr id="3" name="Title 2">
            <a:extLst>
              <a:ext uri="{FF2B5EF4-FFF2-40B4-BE49-F238E27FC236}">
                <a16:creationId xmlns:a16="http://schemas.microsoft.com/office/drawing/2014/main" id="{3A8E3FDB-331B-E0E2-22A2-8F5033A4DE6A}"/>
              </a:ext>
            </a:extLst>
          </p:cNvPr>
          <p:cNvSpPr>
            <a:spLocks noGrp="1"/>
          </p:cNvSpPr>
          <p:nvPr>
            <p:ph type="title"/>
          </p:nvPr>
        </p:nvSpPr>
        <p:spPr/>
        <p:txBody>
          <a:bodyPr/>
          <a:lstStyle/>
          <a:p>
            <a:r>
              <a:rPr lang="en-US" dirty="0"/>
              <a:t>Notice 99-3</a:t>
            </a:r>
          </a:p>
        </p:txBody>
      </p:sp>
      <p:sp>
        <p:nvSpPr>
          <p:cNvPr id="4" name="Slide Number Placeholder 3">
            <a:extLst>
              <a:ext uri="{FF2B5EF4-FFF2-40B4-BE49-F238E27FC236}">
                <a16:creationId xmlns:a16="http://schemas.microsoft.com/office/drawing/2014/main" id="{05546487-2FB2-39A3-6148-6B6D1652F115}"/>
              </a:ext>
            </a:extLst>
          </p:cNvPr>
          <p:cNvSpPr>
            <a:spLocks noGrp="1"/>
          </p:cNvSpPr>
          <p:nvPr>
            <p:ph type="sldNum" sz="quarter" idx="10"/>
          </p:nvPr>
        </p:nvSpPr>
        <p:spPr/>
        <p:txBody>
          <a:bodyPr/>
          <a:lstStyle/>
          <a:p>
            <a:fld id="{7B3E355C-57B9-BC4B-95D8-406A1F834537}" type="slidenum">
              <a:rPr lang="en-US" altLang="en-US" smtClean="0"/>
              <a:pPr/>
              <a:t>7</a:t>
            </a:fld>
            <a:endParaRPr lang="en-US" altLang="en-US" dirty="0"/>
          </a:p>
        </p:txBody>
      </p:sp>
      <p:sp>
        <p:nvSpPr>
          <p:cNvPr id="5" name="Footer Placeholder 4">
            <a:extLst>
              <a:ext uri="{FF2B5EF4-FFF2-40B4-BE49-F238E27FC236}">
                <a16:creationId xmlns:a16="http://schemas.microsoft.com/office/drawing/2014/main" id="{C1F66E1B-933E-036C-CB18-280F30BA06A6}"/>
              </a:ext>
            </a:extLst>
          </p:cNvPr>
          <p:cNvSpPr>
            <a:spLocks noGrp="1"/>
          </p:cNvSpPr>
          <p:nvPr>
            <p:ph type="ftr" sz="quarter" idx="11"/>
          </p:nvPr>
        </p:nvSpPr>
        <p:spPr/>
        <p:txBody>
          <a:bodyPr/>
          <a:lstStyle/>
          <a:p>
            <a:pPr>
              <a:defRPr/>
            </a:pPr>
            <a:r>
              <a:rPr lang="en-US"/>
              <a:t>Residual Income</a:t>
            </a:r>
            <a:endParaRPr lang="en-US" dirty="0"/>
          </a:p>
        </p:txBody>
      </p:sp>
    </p:spTree>
    <p:extLst>
      <p:ext uri="{BB962C8B-B14F-4D97-AF65-F5344CB8AC3E}">
        <p14:creationId xmlns:p14="http://schemas.microsoft.com/office/powerpoint/2010/main" val="13878349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6721911-1DB8-4868-8DAB-5E0FB2C8D2C7}"/>
              </a:ext>
            </a:extLst>
          </p:cNvPr>
          <p:cNvSpPr>
            <a:spLocks noGrp="1"/>
          </p:cNvSpPr>
          <p:nvPr>
            <p:ph idx="1"/>
          </p:nvPr>
        </p:nvSpPr>
        <p:spPr/>
        <p:txBody>
          <a:bodyPr/>
          <a:lstStyle/>
          <a:p>
            <a:r>
              <a:rPr lang="en-US" sz="2400" dirty="0">
                <a:effectLst/>
                <a:latin typeface="Calibri" panose="020F0502020204030204" pitchFamily="34" charset="0"/>
                <a:cs typeface="Calibri" panose="020F0502020204030204" pitchFamily="34" charset="0"/>
              </a:rPr>
              <a:t>(d) </a:t>
            </a:r>
            <a:r>
              <a:rPr lang="en-US" sz="2400" b="1" i="1" dirty="0">
                <a:effectLst/>
                <a:latin typeface="Calibri" panose="020F0502020204030204" pitchFamily="34" charset="0"/>
                <a:cs typeface="Calibri" panose="020F0502020204030204" pitchFamily="34" charset="0"/>
              </a:rPr>
              <a:t>Compensation paid other than in cash</a:t>
            </a:r>
            <a:r>
              <a:rPr lang="en-US" sz="2400" dirty="0">
                <a:effectLst/>
                <a:latin typeface="Calibri" panose="020F0502020204030204" pitchFamily="34" charset="0"/>
                <a:cs typeface="Calibri" panose="020F0502020204030204" pitchFamily="34" charset="0"/>
              </a:rPr>
              <a:t>.—(1) …if </a:t>
            </a:r>
            <a:r>
              <a:rPr lang="en-US" sz="2400" b="1" dirty="0">
                <a:effectLst/>
                <a:latin typeface="Calibri" panose="020F0502020204030204" pitchFamily="34" charset="0"/>
                <a:cs typeface="Calibri" panose="020F0502020204030204" pitchFamily="34" charset="0"/>
              </a:rPr>
              <a:t>services are paid for in property</a:t>
            </a:r>
            <a:r>
              <a:rPr lang="en-US" sz="2400" dirty="0">
                <a:effectLst/>
                <a:latin typeface="Calibri" panose="020F0502020204030204" pitchFamily="34" charset="0"/>
                <a:cs typeface="Calibri" panose="020F0502020204030204" pitchFamily="34" charset="0"/>
              </a:rPr>
              <a:t>, the fair market value of the property taken in payment must be included in income as compensation.  Reg</a:t>
            </a:r>
            <a:r>
              <a:rPr lang="en-US" sz="2400">
                <a:effectLst/>
                <a:latin typeface="Calibri" panose="020F0502020204030204" pitchFamily="34" charset="0"/>
                <a:cs typeface="Calibri" panose="020F0502020204030204" pitchFamily="34" charset="0"/>
              </a:rPr>
              <a:t>. §</a:t>
            </a:r>
            <a:r>
              <a:rPr lang="en-US" sz="2400" dirty="0">
                <a:effectLst/>
                <a:latin typeface="Calibri" panose="020F0502020204030204" pitchFamily="34" charset="0"/>
                <a:cs typeface="Calibri" panose="020F0502020204030204" pitchFamily="34" charset="0"/>
              </a:rPr>
              <a:t>1.61-2(d)(1)</a:t>
            </a:r>
          </a:p>
          <a:p>
            <a:endParaRPr lang="en-US" sz="2400" dirty="0">
              <a:latin typeface="Calibri" panose="020F0502020204030204" pitchFamily="34" charset="0"/>
              <a:cs typeface="Calibri" panose="020F0502020204030204" pitchFamily="34" charset="0"/>
            </a:endParaRPr>
          </a:p>
          <a:p>
            <a:r>
              <a:rPr lang="en-US" sz="2800" dirty="0">
                <a:latin typeface="Calibri" panose="020F0502020204030204" pitchFamily="34" charset="0"/>
                <a:cs typeface="Calibri" panose="020F0502020204030204" pitchFamily="34" charset="0"/>
              </a:rPr>
              <a:t>Is all in-kind consumption an </a:t>
            </a:r>
            <a:r>
              <a:rPr lang="en-US" sz="2800" i="1" dirty="0">
                <a:latin typeface="Calibri" panose="020F0502020204030204" pitchFamily="34" charset="0"/>
                <a:cs typeface="Calibri" panose="020F0502020204030204" pitchFamily="34" charset="0"/>
              </a:rPr>
              <a:t>accession to wealth</a:t>
            </a:r>
            <a:r>
              <a:rPr lang="en-US" sz="2800" dirty="0">
                <a:latin typeface="Calibri" panose="020F0502020204030204" pitchFamily="34" charset="0"/>
                <a:cs typeface="Calibri" panose="020F0502020204030204" pitchFamily="34" charset="0"/>
              </a:rPr>
              <a:t> and therefore taxable under the residual clause of  §61 (and not otherwise exempted by a specific code section, e.g., gift, prize)?</a:t>
            </a:r>
          </a:p>
          <a:p>
            <a:pPr lvl="1"/>
            <a:r>
              <a:rPr lang="en-US" sz="2400" dirty="0">
                <a:latin typeface="Calibri" panose="020F0502020204030204" pitchFamily="34" charset="0"/>
                <a:cs typeface="Calibri" panose="020F0502020204030204" pitchFamily="34" charset="0"/>
              </a:rPr>
              <a:t>Oscar gift bag?</a:t>
            </a:r>
          </a:p>
          <a:p>
            <a:pPr lvl="1"/>
            <a:r>
              <a:rPr lang="en-US" sz="2400" dirty="0">
                <a:latin typeface="Calibri" panose="020F0502020204030204" pitchFamily="34" charset="0"/>
                <a:cs typeface="Calibri" panose="020F0502020204030204" pitchFamily="34" charset="0"/>
              </a:rPr>
              <a:t>Receipt of medical care under Medicare?</a:t>
            </a:r>
          </a:p>
          <a:p>
            <a:pPr lvl="1"/>
            <a:r>
              <a:rPr lang="en-US" sz="2400" dirty="0">
                <a:latin typeface="Calibri" panose="020F0502020204030204" pitchFamily="34" charset="0"/>
                <a:cs typeface="Calibri" panose="020F0502020204030204" pitchFamily="34" charset="0"/>
              </a:rPr>
              <a:t>Lunch paid for by your lawyer?</a:t>
            </a:r>
          </a:p>
          <a:p>
            <a:pPr lvl="1"/>
            <a:endParaRPr lang="en-US" sz="2400" dirty="0">
              <a:latin typeface="Calibri" panose="020F0502020204030204" pitchFamily="34" charset="0"/>
              <a:cs typeface="Calibri" panose="020F0502020204030204" pitchFamily="34" charset="0"/>
            </a:endParaRPr>
          </a:p>
          <a:p>
            <a:endParaRPr lang="en-US" dirty="0">
              <a:latin typeface="Calibri" panose="020F0502020204030204" pitchFamily="34" charset="0"/>
              <a:cs typeface="Calibri" panose="020F0502020204030204" pitchFamily="34" charset="0"/>
            </a:endParaRPr>
          </a:p>
        </p:txBody>
      </p:sp>
      <p:sp>
        <p:nvSpPr>
          <p:cNvPr id="3" name="Title 2">
            <a:extLst>
              <a:ext uri="{FF2B5EF4-FFF2-40B4-BE49-F238E27FC236}">
                <a16:creationId xmlns:a16="http://schemas.microsoft.com/office/drawing/2014/main" id="{963B3086-AD9E-D45E-E9BA-5C87869C37F4}"/>
              </a:ext>
            </a:extLst>
          </p:cNvPr>
          <p:cNvSpPr>
            <a:spLocks noGrp="1"/>
          </p:cNvSpPr>
          <p:nvPr>
            <p:ph type="title"/>
          </p:nvPr>
        </p:nvSpPr>
        <p:spPr/>
        <p:txBody>
          <a:bodyPr/>
          <a:lstStyle/>
          <a:p>
            <a:r>
              <a:rPr lang="en-US" sz="1800" dirty="0"/>
              <a:t>In-kind Consumption</a:t>
            </a:r>
          </a:p>
        </p:txBody>
      </p:sp>
      <p:sp>
        <p:nvSpPr>
          <p:cNvPr id="4" name="Slide Number Placeholder 3">
            <a:extLst>
              <a:ext uri="{FF2B5EF4-FFF2-40B4-BE49-F238E27FC236}">
                <a16:creationId xmlns:a16="http://schemas.microsoft.com/office/drawing/2014/main" id="{3B1AFDC7-0B76-1312-4600-9FC777F6F95E}"/>
              </a:ext>
            </a:extLst>
          </p:cNvPr>
          <p:cNvSpPr>
            <a:spLocks noGrp="1"/>
          </p:cNvSpPr>
          <p:nvPr>
            <p:ph type="sldNum" sz="quarter" idx="10"/>
          </p:nvPr>
        </p:nvSpPr>
        <p:spPr/>
        <p:txBody>
          <a:bodyPr/>
          <a:lstStyle/>
          <a:p>
            <a:fld id="{7B3E355C-57B9-BC4B-95D8-406A1F834537}" type="slidenum">
              <a:rPr lang="en-US" altLang="en-US" smtClean="0"/>
              <a:pPr/>
              <a:t>8</a:t>
            </a:fld>
            <a:endParaRPr lang="en-US" altLang="en-US" dirty="0"/>
          </a:p>
        </p:txBody>
      </p:sp>
      <p:sp>
        <p:nvSpPr>
          <p:cNvPr id="5" name="Footer Placeholder 4">
            <a:extLst>
              <a:ext uri="{FF2B5EF4-FFF2-40B4-BE49-F238E27FC236}">
                <a16:creationId xmlns:a16="http://schemas.microsoft.com/office/drawing/2014/main" id="{3B44F846-459C-111F-F040-FCBEFD2A8F73}"/>
              </a:ext>
            </a:extLst>
          </p:cNvPr>
          <p:cNvSpPr>
            <a:spLocks noGrp="1"/>
          </p:cNvSpPr>
          <p:nvPr>
            <p:ph type="ftr" sz="quarter" idx="11"/>
          </p:nvPr>
        </p:nvSpPr>
        <p:spPr/>
        <p:txBody>
          <a:bodyPr/>
          <a:lstStyle/>
          <a:p>
            <a:pPr>
              <a:defRPr/>
            </a:pPr>
            <a:r>
              <a:rPr lang="en-US"/>
              <a:t>Residual Income</a:t>
            </a:r>
            <a:endParaRPr lang="en-US" dirty="0"/>
          </a:p>
        </p:txBody>
      </p:sp>
    </p:spTree>
    <p:extLst>
      <p:ext uri="{BB962C8B-B14F-4D97-AF65-F5344CB8AC3E}">
        <p14:creationId xmlns:p14="http://schemas.microsoft.com/office/powerpoint/2010/main" val="2381105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6D78C8A-00D6-9E77-808A-CD6B6A6FE235}"/>
              </a:ext>
            </a:extLst>
          </p:cNvPr>
          <p:cNvSpPr>
            <a:spLocks noGrp="1"/>
          </p:cNvSpPr>
          <p:nvPr>
            <p:ph type="title"/>
          </p:nvPr>
        </p:nvSpPr>
        <p:spPr/>
        <p:txBody>
          <a:bodyPr/>
          <a:lstStyle/>
          <a:p>
            <a:r>
              <a:rPr lang="en-US" dirty="0"/>
              <a:t>United States v. </a:t>
            </a:r>
            <a:r>
              <a:rPr lang="en-US" dirty="0" err="1"/>
              <a:t>Gotcher</a:t>
            </a:r>
            <a:r>
              <a:rPr lang="en-US" dirty="0"/>
              <a:t>, 401 F.2d 118 (5</a:t>
            </a:r>
            <a:r>
              <a:rPr lang="en-US" baseline="30000" dirty="0"/>
              <a:t>th</a:t>
            </a:r>
            <a:r>
              <a:rPr lang="en-US" dirty="0"/>
              <a:t> Cir. 1968)</a:t>
            </a:r>
          </a:p>
        </p:txBody>
      </p:sp>
      <p:sp>
        <p:nvSpPr>
          <p:cNvPr id="4" name="Slide Number Placeholder 3">
            <a:extLst>
              <a:ext uri="{FF2B5EF4-FFF2-40B4-BE49-F238E27FC236}">
                <a16:creationId xmlns:a16="http://schemas.microsoft.com/office/drawing/2014/main" id="{0B41C77A-523E-D4CC-02B0-85F578BBF718}"/>
              </a:ext>
            </a:extLst>
          </p:cNvPr>
          <p:cNvSpPr>
            <a:spLocks noGrp="1"/>
          </p:cNvSpPr>
          <p:nvPr>
            <p:ph type="sldNum" sz="quarter" idx="10"/>
          </p:nvPr>
        </p:nvSpPr>
        <p:spPr/>
        <p:txBody>
          <a:bodyPr/>
          <a:lstStyle/>
          <a:p>
            <a:fld id="{7B3E355C-57B9-BC4B-95D8-406A1F834537}" type="slidenum">
              <a:rPr lang="en-US" altLang="en-US" smtClean="0"/>
              <a:pPr/>
              <a:t>9</a:t>
            </a:fld>
            <a:endParaRPr lang="en-US" altLang="en-US" dirty="0"/>
          </a:p>
        </p:txBody>
      </p:sp>
      <p:sp>
        <p:nvSpPr>
          <p:cNvPr id="5" name="Footer Placeholder 4">
            <a:extLst>
              <a:ext uri="{FF2B5EF4-FFF2-40B4-BE49-F238E27FC236}">
                <a16:creationId xmlns:a16="http://schemas.microsoft.com/office/drawing/2014/main" id="{F70EBF9F-026A-6DD9-C12F-9F84740C43D8}"/>
              </a:ext>
            </a:extLst>
          </p:cNvPr>
          <p:cNvSpPr>
            <a:spLocks noGrp="1"/>
          </p:cNvSpPr>
          <p:nvPr>
            <p:ph type="ftr" sz="quarter" idx="11"/>
          </p:nvPr>
        </p:nvSpPr>
        <p:spPr/>
        <p:txBody>
          <a:bodyPr/>
          <a:lstStyle/>
          <a:p>
            <a:pPr>
              <a:defRPr/>
            </a:pPr>
            <a:r>
              <a:rPr lang="en-US"/>
              <a:t>Residual Income</a:t>
            </a:r>
            <a:endParaRPr lang="en-US" dirty="0"/>
          </a:p>
        </p:txBody>
      </p:sp>
      <p:pic>
        <p:nvPicPr>
          <p:cNvPr id="2050" name="Picture 2" descr="The detailed map of Germany with regions. Vector illustration isolated on white background. Administrative territory of the country.">
            <a:extLst>
              <a:ext uri="{FF2B5EF4-FFF2-40B4-BE49-F238E27FC236}">
                <a16:creationId xmlns:a16="http://schemas.microsoft.com/office/drawing/2014/main" id="{E5606D8D-E918-DEA2-0A82-79E735A9E8F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968806" y="849767"/>
            <a:ext cx="3820857" cy="4860399"/>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A front-three quarters view of a pale-yellow Volkswagen Käfer. It features 165/80R15 tires, which shod 15x4. 5&quot; silver, circular wheels. The Käfer features a beetle-like body, and its window is open. The picture is taken with much greenery in the background, and the photo was edited to give it a more warmer tone.">
            <a:extLst>
              <a:ext uri="{FF2B5EF4-FFF2-40B4-BE49-F238E27FC236}">
                <a16:creationId xmlns:a16="http://schemas.microsoft.com/office/drawing/2014/main" id="{23B0FF1E-E33C-CD4F-D4BF-7493A22F29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6219" y="4012289"/>
            <a:ext cx="3211256" cy="2056002"/>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New Owners of Automobile Posing in Dealership Stock Image - Image of  caucasian, dealer: 174202611">
            <a:extLst>
              <a:ext uri="{FF2B5EF4-FFF2-40B4-BE49-F238E27FC236}">
                <a16:creationId xmlns:a16="http://schemas.microsoft.com/office/drawing/2014/main" id="{CC9AB8B0-C8BA-6864-DD7E-5DA3C52E828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7863" y="1029899"/>
            <a:ext cx="3211256" cy="2425311"/>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Arrow Connector 7">
            <a:extLst>
              <a:ext uri="{FF2B5EF4-FFF2-40B4-BE49-F238E27FC236}">
                <a16:creationId xmlns:a16="http://schemas.microsoft.com/office/drawing/2014/main" id="{F8CD9CAB-7BCB-A31B-8120-D74DE5C19637}"/>
              </a:ext>
            </a:extLst>
          </p:cNvPr>
          <p:cNvCxnSpPr>
            <a:cxnSpLocks/>
          </p:cNvCxnSpPr>
          <p:nvPr/>
        </p:nvCxnSpPr>
        <p:spPr>
          <a:xfrm flipH="1">
            <a:off x="4947138" y="3279967"/>
            <a:ext cx="3079262"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383FFDE-0830-E915-AD40-293F1EFD9003}"/>
              </a:ext>
            </a:extLst>
          </p:cNvPr>
          <p:cNvSpPr txBox="1"/>
          <p:nvPr/>
        </p:nvSpPr>
        <p:spPr>
          <a:xfrm>
            <a:off x="4947138" y="3473680"/>
            <a:ext cx="3332338" cy="1077218"/>
          </a:xfrm>
          <a:prstGeom prst="rect">
            <a:avLst/>
          </a:prstGeom>
          <a:noFill/>
          <a:ln>
            <a:solidFill>
              <a:schemeClr val="accent1">
                <a:shade val="95000"/>
                <a:satMod val="105000"/>
              </a:schemeClr>
            </a:solidFill>
          </a:ln>
        </p:spPr>
        <p:txBody>
          <a:bodyPr wrap="square" rtlCol="0">
            <a:spAutoFit/>
          </a:bodyPr>
          <a:lstStyle/>
          <a:p>
            <a:pPr algn="just"/>
            <a:r>
              <a:rPr lang="en-US" sz="1600" dirty="0"/>
              <a:t>10-day expense paid trip to </a:t>
            </a:r>
            <a:r>
              <a:rPr lang="en-US" sz="1600" dirty="0" err="1"/>
              <a:t>Gotchers</a:t>
            </a:r>
            <a:r>
              <a:rPr lang="en-US" sz="1600" dirty="0"/>
              <a:t> to visit VW manufacturing facilities to encourage investment in US VW dealerships.</a:t>
            </a:r>
          </a:p>
        </p:txBody>
      </p:sp>
    </p:spTree>
    <p:extLst>
      <p:ext uri="{BB962C8B-B14F-4D97-AF65-F5344CB8AC3E}">
        <p14:creationId xmlns:p14="http://schemas.microsoft.com/office/powerpoint/2010/main" val="19022810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175D686-4F07-BA4E-7832-0BAF34A39179}"/>
              </a:ext>
            </a:extLst>
          </p:cNvPr>
          <p:cNvSpPr>
            <a:spLocks noGrp="1"/>
          </p:cNvSpPr>
          <p:nvPr>
            <p:ph type="title"/>
          </p:nvPr>
        </p:nvSpPr>
        <p:spPr/>
        <p:txBody>
          <a:bodyPr/>
          <a:lstStyle/>
          <a:p>
            <a:r>
              <a:rPr lang="en-US" dirty="0"/>
              <a:t>Haverly v. US, 513 F.2d 224 (7</a:t>
            </a:r>
            <a:r>
              <a:rPr lang="en-US" baseline="30000" dirty="0"/>
              <a:t>th</a:t>
            </a:r>
            <a:r>
              <a:rPr lang="en-US" dirty="0"/>
              <a:t> Cir. 1975)</a:t>
            </a:r>
          </a:p>
        </p:txBody>
      </p:sp>
      <p:sp>
        <p:nvSpPr>
          <p:cNvPr id="4" name="Slide Number Placeholder 3">
            <a:extLst>
              <a:ext uri="{FF2B5EF4-FFF2-40B4-BE49-F238E27FC236}">
                <a16:creationId xmlns:a16="http://schemas.microsoft.com/office/drawing/2014/main" id="{523C8107-8D35-0F68-5CB5-3C52659726D0}"/>
              </a:ext>
            </a:extLst>
          </p:cNvPr>
          <p:cNvSpPr>
            <a:spLocks noGrp="1"/>
          </p:cNvSpPr>
          <p:nvPr>
            <p:ph type="sldNum" sz="quarter" idx="10"/>
          </p:nvPr>
        </p:nvSpPr>
        <p:spPr/>
        <p:txBody>
          <a:bodyPr/>
          <a:lstStyle/>
          <a:p>
            <a:fld id="{7B3E355C-57B9-BC4B-95D8-406A1F834537}" type="slidenum">
              <a:rPr lang="en-US" altLang="en-US" smtClean="0"/>
              <a:pPr/>
              <a:t>10</a:t>
            </a:fld>
            <a:endParaRPr lang="en-US" altLang="en-US" dirty="0"/>
          </a:p>
        </p:txBody>
      </p:sp>
      <p:sp>
        <p:nvSpPr>
          <p:cNvPr id="5" name="Footer Placeholder 4">
            <a:extLst>
              <a:ext uri="{FF2B5EF4-FFF2-40B4-BE49-F238E27FC236}">
                <a16:creationId xmlns:a16="http://schemas.microsoft.com/office/drawing/2014/main" id="{1CBBDC6B-041D-B57E-B2E0-AD2270CBF1E5}"/>
              </a:ext>
            </a:extLst>
          </p:cNvPr>
          <p:cNvSpPr>
            <a:spLocks noGrp="1"/>
          </p:cNvSpPr>
          <p:nvPr>
            <p:ph type="ftr" sz="quarter" idx="11"/>
          </p:nvPr>
        </p:nvSpPr>
        <p:spPr/>
        <p:txBody>
          <a:bodyPr/>
          <a:lstStyle/>
          <a:p>
            <a:pPr>
              <a:defRPr/>
            </a:pPr>
            <a:r>
              <a:rPr lang="en-US"/>
              <a:t>Residual Income</a:t>
            </a:r>
            <a:endParaRPr lang="en-US" dirty="0"/>
          </a:p>
        </p:txBody>
      </p:sp>
      <p:pic>
        <p:nvPicPr>
          <p:cNvPr id="3074" name="Picture 2" descr="New Edition of Tax Casebook Authored by Professor Peter Wiedenbeck - WashU  Law">
            <a:extLst>
              <a:ext uri="{FF2B5EF4-FFF2-40B4-BE49-F238E27FC236}">
                <a16:creationId xmlns:a16="http://schemas.microsoft.com/office/drawing/2014/main" id="{DDEFF914-697E-656F-228A-80CE60DACE1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12064" y="1895301"/>
            <a:ext cx="2041438" cy="269153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3d cartoon portrait of person ...">
            <a:extLst>
              <a:ext uri="{FF2B5EF4-FFF2-40B4-BE49-F238E27FC236}">
                <a16:creationId xmlns:a16="http://schemas.microsoft.com/office/drawing/2014/main" id="{BE4D553F-0894-A8AD-2A33-DB1C28C839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33317" y="1766396"/>
            <a:ext cx="2300108" cy="2324100"/>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Arrow Connector 6">
            <a:extLst>
              <a:ext uri="{FF2B5EF4-FFF2-40B4-BE49-F238E27FC236}">
                <a16:creationId xmlns:a16="http://schemas.microsoft.com/office/drawing/2014/main" id="{850E24B1-D552-4D84-69AE-30AB40CF06B3}"/>
              </a:ext>
            </a:extLst>
          </p:cNvPr>
          <p:cNvCxnSpPr>
            <a:cxnSpLocks/>
          </p:cNvCxnSpPr>
          <p:nvPr/>
        </p:nvCxnSpPr>
        <p:spPr>
          <a:xfrm>
            <a:off x="2553502" y="2876204"/>
            <a:ext cx="2145382" cy="0"/>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91C9824C-472A-E97A-2C4B-F4556031B541}"/>
              </a:ext>
            </a:extLst>
          </p:cNvPr>
          <p:cNvCxnSpPr>
            <a:cxnSpLocks/>
          </p:cNvCxnSpPr>
          <p:nvPr/>
        </p:nvCxnSpPr>
        <p:spPr>
          <a:xfrm>
            <a:off x="6932815" y="2876204"/>
            <a:ext cx="2800718" cy="0"/>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pic>
        <p:nvPicPr>
          <p:cNvPr id="3078" name="Picture 6" descr="Long Hill Township Public Library">
            <a:extLst>
              <a:ext uri="{FF2B5EF4-FFF2-40B4-BE49-F238E27FC236}">
                <a16:creationId xmlns:a16="http://schemas.microsoft.com/office/drawing/2014/main" id="{95324339-7906-4C26-75F6-A9AB0F2CB78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92393" y="2410700"/>
            <a:ext cx="1828683" cy="2026793"/>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B5DA8526-83B5-EDB7-4843-30B10BDCAE4C}"/>
              </a:ext>
            </a:extLst>
          </p:cNvPr>
          <p:cNvSpPr txBox="1"/>
          <p:nvPr/>
        </p:nvSpPr>
        <p:spPr>
          <a:xfrm>
            <a:off x="2719872" y="3082705"/>
            <a:ext cx="2145382" cy="646331"/>
          </a:xfrm>
          <a:prstGeom prst="rect">
            <a:avLst/>
          </a:prstGeom>
          <a:noFill/>
        </p:spPr>
        <p:txBody>
          <a:bodyPr wrap="square" rtlCol="0">
            <a:spAutoFit/>
          </a:bodyPr>
          <a:lstStyle/>
          <a:p>
            <a:r>
              <a:rPr lang="en-US" dirty="0"/>
              <a:t>Check out our tax great book</a:t>
            </a:r>
          </a:p>
        </p:txBody>
      </p:sp>
      <p:sp>
        <p:nvSpPr>
          <p:cNvPr id="11" name="TextBox 10">
            <a:extLst>
              <a:ext uri="{FF2B5EF4-FFF2-40B4-BE49-F238E27FC236}">
                <a16:creationId xmlns:a16="http://schemas.microsoft.com/office/drawing/2014/main" id="{578331A8-F7E2-369C-3AE1-7EA3473F4802}"/>
              </a:ext>
            </a:extLst>
          </p:cNvPr>
          <p:cNvSpPr txBox="1"/>
          <p:nvPr/>
        </p:nvSpPr>
        <p:spPr>
          <a:xfrm>
            <a:off x="7224222" y="2962431"/>
            <a:ext cx="2509311" cy="1200329"/>
          </a:xfrm>
          <a:prstGeom prst="rect">
            <a:avLst/>
          </a:prstGeom>
          <a:noFill/>
        </p:spPr>
        <p:txBody>
          <a:bodyPr wrap="square" rtlCol="0">
            <a:spAutoFit/>
          </a:bodyPr>
          <a:lstStyle/>
          <a:p>
            <a:r>
              <a:rPr lang="en-US" dirty="0"/>
              <a:t>Thanks, but I think that I’ll donate it to the library and take a charitable deduction</a:t>
            </a:r>
          </a:p>
        </p:txBody>
      </p:sp>
      <p:pic>
        <p:nvPicPr>
          <p:cNvPr id="12" name="Picture 6" descr="Long Hill Township Public Library">
            <a:extLst>
              <a:ext uri="{FF2B5EF4-FFF2-40B4-BE49-F238E27FC236}">
                <a16:creationId xmlns:a16="http://schemas.microsoft.com/office/drawing/2014/main" id="{97E9CA13-B5EE-E0C5-4685-638C6714FC7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51253" y="2069308"/>
            <a:ext cx="1828683" cy="20267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615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B497913-D32F-4A11-FE4E-A82590381EC1}"/>
              </a:ext>
            </a:extLst>
          </p:cNvPr>
          <p:cNvSpPr>
            <a:spLocks noGrp="1"/>
          </p:cNvSpPr>
          <p:nvPr>
            <p:ph type="title"/>
          </p:nvPr>
        </p:nvSpPr>
        <p:spPr/>
        <p:txBody>
          <a:bodyPr/>
          <a:lstStyle/>
          <a:p>
            <a:r>
              <a:rPr lang="en-US" dirty="0"/>
              <a:t>Rev. Rul. 76-96</a:t>
            </a:r>
          </a:p>
        </p:txBody>
      </p:sp>
      <p:sp>
        <p:nvSpPr>
          <p:cNvPr id="4" name="Slide Number Placeholder 3">
            <a:extLst>
              <a:ext uri="{FF2B5EF4-FFF2-40B4-BE49-F238E27FC236}">
                <a16:creationId xmlns:a16="http://schemas.microsoft.com/office/drawing/2014/main" id="{61938A07-5A73-99D6-B2E5-8CEA394090D6}"/>
              </a:ext>
            </a:extLst>
          </p:cNvPr>
          <p:cNvSpPr>
            <a:spLocks noGrp="1"/>
          </p:cNvSpPr>
          <p:nvPr>
            <p:ph type="sldNum" sz="quarter" idx="10"/>
          </p:nvPr>
        </p:nvSpPr>
        <p:spPr/>
        <p:txBody>
          <a:bodyPr/>
          <a:lstStyle/>
          <a:p>
            <a:fld id="{7B3E355C-57B9-BC4B-95D8-406A1F834537}" type="slidenum">
              <a:rPr lang="en-US" altLang="en-US" smtClean="0"/>
              <a:pPr/>
              <a:t>11</a:t>
            </a:fld>
            <a:endParaRPr lang="en-US" altLang="en-US" dirty="0"/>
          </a:p>
        </p:txBody>
      </p:sp>
      <p:sp>
        <p:nvSpPr>
          <p:cNvPr id="5" name="Footer Placeholder 4">
            <a:extLst>
              <a:ext uri="{FF2B5EF4-FFF2-40B4-BE49-F238E27FC236}">
                <a16:creationId xmlns:a16="http://schemas.microsoft.com/office/drawing/2014/main" id="{7F032C33-6E21-90D2-199D-2F13D8442ABB}"/>
              </a:ext>
            </a:extLst>
          </p:cNvPr>
          <p:cNvSpPr>
            <a:spLocks noGrp="1"/>
          </p:cNvSpPr>
          <p:nvPr>
            <p:ph type="ftr" sz="quarter" idx="11"/>
          </p:nvPr>
        </p:nvSpPr>
        <p:spPr/>
        <p:txBody>
          <a:bodyPr/>
          <a:lstStyle/>
          <a:p>
            <a:pPr>
              <a:defRPr/>
            </a:pPr>
            <a:r>
              <a:rPr lang="en-US"/>
              <a:t>Residual Income</a:t>
            </a:r>
            <a:endParaRPr lang="en-US" dirty="0"/>
          </a:p>
        </p:txBody>
      </p:sp>
      <p:pic>
        <p:nvPicPr>
          <p:cNvPr id="4098" name="Picture 2" descr="Carrs Ferrari opens new dealership in Exeter">
            <a:extLst>
              <a:ext uri="{FF2B5EF4-FFF2-40B4-BE49-F238E27FC236}">
                <a16:creationId xmlns:a16="http://schemas.microsoft.com/office/drawing/2014/main" id="{EE6421D8-EAA1-C953-B1AE-2CEC0DF7C9E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7556" y="796270"/>
            <a:ext cx="4206240" cy="3036841"/>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A1A8E403-4BE1-6A0A-4817-BA77194329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27606" y="1083887"/>
            <a:ext cx="2641600" cy="2461606"/>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The History of the Maranello Ferrari ...">
            <a:extLst>
              <a:ext uri="{FF2B5EF4-FFF2-40B4-BE49-F238E27FC236}">
                <a16:creationId xmlns:a16="http://schemas.microsoft.com/office/drawing/2014/main" id="{6677425D-AF3C-3B08-02DC-B1D31B9E469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48977" y="4079830"/>
            <a:ext cx="3810000" cy="2133600"/>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Arrow Connector 5">
            <a:extLst>
              <a:ext uri="{FF2B5EF4-FFF2-40B4-BE49-F238E27FC236}">
                <a16:creationId xmlns:a16="http://schemas.microsoft.com/office/drawing/2014/main" id="{16370482-9992-63E0-7569-40C3D1D4034F}"/>
              </a:ext>
            </a:extLst>
          </p:cNvPr>
          <p:cNvCxnSpPr>
            <a:cxnSpLocks/>
          </p:cNvCxnSpPr>
          <p:nvPr/>
        </p:nvCxnSpPr>
        <p:spPr>
          <a:xfrm flipV="1">
            <a:off x="8223824" y="3833111"/>
            <a:ext cx="1219434" cy="1254278"/>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A66D191-A2B9-6426-7092-E754F57EC5DF}"/>
              </a:ext>
            </a:extLst>
          </p:cNvPr>
          <p:cNvCxnSpPr>
            <a:cxnSpLocks/>
          </p:cNvCxnSpPr>
          <p:nvPr/>
        </p:nvCxnSpPr>
        <p:spPr>
          <a:xfrm flipH="1">
            <a:off x="4887884" y="1662550"/>
            <a:ext cx="2560322" cy="0"/>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A296D666-6EC2-F9EA-1104-D59371B17E14}"/>
              </a:ext>
            </a:extLst>
          </p:cNvPr>
          <p:cNvSpPr txBox="1"/>
          <p:nvPr/>
        </p:nvSpPr>
        <p:spPr>
          <a:xfrm>
            <a:off x="4988791" y="1698657"/>
            <a:ext cx="2560322" cy="646331"/>
          </a:xfrm>
          <a:prstGeom prst="rect">
            <a:avLst/>
          </a:prstGeom>
          <a:noFill/>
        </p:spPr>
        <p:txBody>
          <a:bodyPr wrap="square" rtlCol="0">
            <a:spAutoFit/>
          </a:bodyPr>
          <a:lstStyle/>
          <a:p>
            <a:r>
              <a:rPr lang="en-US" b="1" dirty="0"/>
              <a:t>Buys a car at arm’s length price</a:t>
            </a:r>
          </a:p>
        </p:txBody>
      </p:sp>
      <p:sp>
        <p:nvSpPr>
          <p:cNvPr id="12" name="TextBox 11">
            <a:extLst>
              <a:ext uri="{FF2B5EF4-FFF2-40B4-BE49-F238E27FC236}">
                <a16:creationId xmlns:a16="http://schemas.microsoft.com/office/drawing/2014/main" id="{525E6D84-60CB-5938-F7B3-9681C6A6F5A8}"/>
              </a:ext>
            </a:extLst>
          </p:cNvPr>
          <p:cNvSpPr txBox="1"/>
          <p:nvPr/>
        </p:nvSpPr>
        <p:spPr>
          <a:xfrm>
            <a:off x="8833541" y="4460250"/>
            <a:ext cx="2484581" cy="707886"/>
          </a:xfrm>
          <a:prstGeom prst="rect">
            <a:avLst/>
          </a:prstGeom>
          <a:noFill/>
        </p:spPr>
        <p:txBody>
          <a:bodyPr wrap="square" rtlCol="0">
            <a:spAutoFit/>
          </a:bodyPr>
          <a:lstStyle/>
          <a:p>
            <a:r>
              <a:rPr lang="en-US" sz="2000" b="1" dirty="0"/>
              <a:t>Manufacturer rebates to purchasers</a:t>
            </a:r>
          </a:p>
        </p:txBody>
      </p:sp>
      <p:sp>
        <p:nvSpPr>
          <p:cNvPr id="13" name="TextBox 12">
            <a:extLst>
              <a:ext uri="{FF2B5EF4-FFF2-40B4-BE49-F238E27FC236}">
                <a16:creationId xmlns:a16="http://schemas.microsoft.com/office/drawing/2014/main" id="{0D127055-6430-1727-EC8F-B495966AF074}"/>
              </a:ext>
            </a:extLst>
          </p:cNvPr>
          <p:cNvSpPr txBox="1"/>
          <p:nvPr/>
        </p:nvSpPr>
        <p:spPr>
          <a:xfrm>
            <a:off x="5735782" y="1230289"/>
            <a:ext cx="769763" cy="369332"/>
          </a:xfrm>
          <a:prstGeom prst="rect">
            <a:avLst/>
          </a:prstGeom>
          <a:noFill/>
        </p:spPr>
        <p:txBody>
          <a:bodyPr wrap="none" rtlCol="0">
            <a:spAutoFit/>
          </a:bodyPr>
          <a:lstStyle/>
          <a:p>
            <a:r>
              <a:rPr lang="en-US" b="1" dirty="0"/>
              <a:t>$$$$$</a:t>
            </a:r>
          </a:p>
        </p:txBody>
      </p:sp>
      <p:cxnSp>
        <p:nvCxnSpPr>
          <p:cNvPr id="14" name="Straight Arrow Connector 13">
            <a:extLst>
              <a:ext uri="{FF2B5EF4-FFF2-40B4-BE49-F238E27FC236}">
                <a16:creationId xmlns:a16="http://schemas.microsoft.com/office/drawing/2014/main" id="{DAED6B60-17B4-28A2-248C-E2133BBB5AC5}"/>
              </a:ext>
            </a:extLst>
          </p:cNvPr>
          <p:cNvCxnSpPr>
            <a:cxnSpLocks/>
          </p:cNvCxnSpPr>
          <p:nvPr/>
        </p:nvCxnSpPr>
        <p:spPr>
          <a:xfrm>
            <a:off x="4871258" y="3119021"/>
            <a:ext cx="2839722" cy="0"/>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CD6E0C5D-D948-84D5-6B61-588F023B74E2}"/>
              </a:ext>
            </a:extLst>
          </p:cNvPr>
          <p:cNvSpPr txBox="1"/>
          <p:nvPr/>
        </p:nvSpPr>
        <p:spPr>
          <a:xfrm>
            <a:off x="5846572" y="3155128"/>
            <a:ext cx="538930" cy="400110"/>
          </a:xfrm>
          <a:prstGeom prst="rect">
            <a:avLst/>
          </a:prstGeom>
          <a:noFill/>
        </p:spPr>
        <p:txBody>
          <a:bodyPr wrap="none" rtlCol="0">
            <a:spAutoFit/>
          </a:bodyPr>
          <a:lstStyle/>
          <a:p>
            <a:pPr algn="ctr"/>
            <a:r>
              <a:rPr lang="en-US" sz="2000" b="1" dirty="0"/>
              <a:t>Car</a:t>
            </a:r>
            <a:endParaRPr lang="en-US" b="1" dirty="0"/>
          </a:p>
        </p:txBody>
      </p:sp>
    </p:spTree>
    <p:extLst>
      <p:ext uri="{BB962C8B-B14F-4D97-AF65-F5344CB8AC3E}">
        <p14:creationId xmlns:p14="http://schemas.microsoft.com/office/powerpoint/2010/main" val="38454073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4C8560-90D8-9E2C-3CE5-F552588755C8}"/>
              </a:ext>
            </a:extLst>
          </p:cNvPr>
          <p:cNvSpPr>
            <a:spLocks noGrp="1"/>
          </p:cNvSpPr>
          <p:nvPr>
            <p:ph type="title"/>
          </p:nvPr>
        </p:nvSpPr>
        <p:spPr/>
        <p:txBody>
          <a:bodyPr/>
          <a:lstStyle/>
          <a:p>
            <a:r>
              <a:rPr lang="en-US" dirty="0" err="1"/>
              <a:t>Helvering</a:t>
            </a:r>
            <a:r>
              <a:rPr lang="en-US" dirty="0"/>
              <a:t> v. Bruun, 309 U.S. 461 (1940)</a:t>
            </a:r>
          </a:p>
        </p:txBody>
      </p:sp>
      <p:sp>
        <p:nvSpPr>
          <p:cNvPr id="4" name="Slide Number Placeholder 3">
            <a:extLst>
              <a:ext uri="{FF2B5EF4-FFF2-40B4-BE49-F238E27FC236}">
                <a16:creationId xmlns:a16="http://schemas.microsoft.com/office/drawing/2014/main" id="{9BDA87B6-D8B8-38E4-0EA7-973B36C05DB5}"/>
              </a:ext>
            </a:extLst>
          </p:cNvPr>
          <p:cNvSpPr>
            <a:spLocks noGrp="1"/>
          </p:cNvSpPr>
          <p:nvPr>
            <p:ph type="sldNum" sz="quarter" idx="10"/>
          </p:nvPr>
        </p:nvSpPr>
        <p:spPr/>
        <p:txBody>
          <a:bodyPr/>
          <a:lstStyle/>
          <a:p>
            <a:fld id="{7B3E355C-57B9-BC4B-95D8-406A1F834537}" type="slidenum">
              <a:rPr lang="en-US" altLang="en-US" smtClean="0"/>
              <a:pPr/>
              <a:t>12</a:t>
            </a:fld>
            <a:endParaRPr lang="en-US" altLang="en-US" dirty="0"/>
          </a:p>
        </p:txBody>
      </p:sp>
      <p:sp>
        <p:nvSpPr>
          <p:cNvPr id="5" name="Footer Placeholder 4">
            <a:extLst>
              <a:ext uri="{FF2B5EF4-FFF2-40B4-BE49-F238E27FC236}">
                <a16:creationId xmlns:a16="http://schemas.microsoft.com/office/drawing/2014/main" id="{E9540BA1-70FB-EE4B-50A3-632A50F70639}"/>
              </a:ext>
            </a:extLst>
          </p:cNvPr>
          <p:cNvSpPr>
            <a:spLocks noGrp="1"/>
          </p:cNvSpPr>
          <p:nvPr>
            <p:ph type="ftr" sz="quarter" idx="11"/>
          </p:nvPr>
        </p:nvSpPr>
        <p:spPr/>
        <p:txBody>
          <a:bodyPr/>
          <a:lstStyle/>
          <a:p>
            <a:pPr>
              <a:defRPr/>
            </a:pPr>
            <a:r>
              <a:rPr lang="en-US"/>
              <a:t>Residual Income</a:t>
            </a:r>
            <a:endParaRPr lang="en-US" dirty="0"/>
          </a:p>
        </p:txBody>
      </p:sp>
      <p:pic>
        <p:nvPicPr>
          <p:cNvPr id="6146" name="Picture 2" descr="Demolition Demolition vehicle amid the dust and rubble of the wasteland it has created. On the end of its hydraulic arm is a powerful jackhammer. torn down building stock pictures, royalty-free photos &amp; images">
            <a:extLst>
              <a:ext uri="{FF2B5EF4-FFF2-40B4-BE49-F238E27FC236}">
                <a16:creationId xmlns:a16="http://schemas.microsoft.com/office/drawing/2014/main" id="{70067C7C-F323-3B2F-61AD-D6389EDA3EF1}"/>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4547985" y="633573"/>
            <a:ext cx="2568392" cy="245895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Space For Lease Commercial space for lease. small builing leased stock pictures, royalty-free photos &amp; images">
            <a:extLst>
              <a:ext uri="{FF2B5EF4-FFF2-40B4-BE49-F238E27FC236}">
                <a16:creationId xmlns:a16="http://schemas.microsoft.com/office/drawing/2014/main" id="{AE352923-E03B-22EB-8C56-25DD6BDBD15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2064" y="703423"/>
            <a:ext cx="2568392" cy="2458950"/>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8" descr="Modern Entreprise Exterior  new building leased stock pictures, royalty-free photos &amp; images">
            <a:extLst>
              <a:ext uri="{FF2B5EF4-FFF2-40B4-BE49-F238E27FC236}">
                <a16:creationId xmlns:a16="http://schemas.microsoft.com/office/drawing/2014/main" id="{7A67FAEF-EDA1-9344-7C59-FFF43F54461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83906" y="633573"/>
            <a:ext cx="3205758" cy="2458951"/>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Arrow Connector 6">
            <a:extLst>
              <a:ext uri="{FF2B5EF4-FFF2-40B4-BE49-F238E27FC236}">
                <a16:creationId xmlns:a16="http://schemas.microsoft.com/office/drawing/2014/main" id="{54535988-6A6A-5712-7A4C-C1D729FE9D73}"/>
              </a:ext>
            </a:extLst>
          </p:cNvPr>
          <p:cNvCxnSpPr>
            <a:cxnSpLocks/>
          </p:cNvCxnSpPr>
          <p:nvPr/>
        </p:nvCxnSpPr>
        <p:spPr>
          <a:xfrm>
            <a:off x="3080456" y="1955239"/>
            <a:ext cx="1467529" cy="0"/>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EFEF8812-5791-E5A2-BB47-DD13474F8F22}"/>
              </a:ext>
            </a:extLst>
          </p:cNvPr>
          <p:cNvCxnSpPr>
            <a:cxnSpLocks/>
          </p:cNvCxnSpPr>
          <p:nvPr/>
        </p:nvCxnSpPr>
        <p:spPr>
          <a:xfrm>
            <a:off x="7116377" y="1951445"/>
            <a:ext cx="1467529" cy="1"/>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250742A5-FBB5-FFFD-7166-8338F636F532}"/>
              </a:ext>
            </a:extLst>
          </p:cNvPr>
          <p:cNvSpPr txBox="1"/>
          <p:nvPr/>
        </p:nvSpPr>
        <p:spPr>
          <a:xfrm>
            <a:off x="1409839" y="3300304"/>
            <a:ext cx="10075025" cy="3108543"/>
          </a:xfrm>
          <a:prstGeom prst="rect">
            <a:avLst/>
          </a:prstGeom>
          <a:noFill/>
          <a:ln w="28575">
            <a:solidFill>
              <a:schemeClr val="accent1">
                <a:shade val="95000"/>
                <a:satMod val="105000"/>
              </a:schemeClr>
            </a:solidFill>
          </a:ln>
        </p:spPr>
        <p:txBody>
          <a:bodyPr wrap="square" rtlCol="0">
            <a:spAutoFit/>
          </a:bodyPr>
          <a:lstStyle/>
          <a:p>
            <a:r>
              <a:rPr lang="en-US" sz="2800" dirty="0"/>
              <a:t>Owner leases building in 1915.  In 1929, Tennant demolished building pursuant to lease and constructs a new building.  In 1933, lease cancelled for rent default.</a:t>
            </a:r>
            <a:br>
              <a:rPr lang="en-US" sz="2800" dirty="0"/>
            </a:br>
            <a:br>
              <a:rPr lang="en-US" sz="2800" dirty="0"/>
            </a:br>
            <a:r>
              <a:rPr lang="en-US" sz="2800" dirty="0"/>
              <a:t>New building had FMV of 64K in 1933, and the unamortized cost of old building was 13K.  CIR argues that owner had GI of 51K in year of repossession.</a:t>
            </a:r>
          </a:p>
        </p:txBody>
      </p:sp>
    </p:spTree>
    <p:extLst>
      <p:ext uri="{BB962C8B-B14F-4D97-AF65-F5344CB8AC3E}">
        <p14:creationId xmlns:p14="http://schemas.microsoft.com/office/powerpoint/2010/main" val="35451454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9EDA875-C8BF-14CA-BBF7-73EC83EB2213}"/>
              </a:ext>
            </a:extLst>
          </p:cNvPr>
          <p:cNvSpPr>
            <a:spLocks noGrp="1"/>
          </p:cNvSpPr>
          <p:nvPr>
            <p:ph idx="1"/>
          </p:nvPr>
        </p:nvSpPr>
        <p:spPr>
          <a:xfrm>
            <a:off x="512064" y="4688378"/>
            <a:ext cx="11277600" cy="1657086"/>
          </a:xfrm>
        </p:spPr>
        <p:txBody>
          <a:bodyPr/>
          <a:lstStyle/>
          <a:p>
            <a:r>
              <a:rPr lang="en-US" b="1" i="1" dirty="0"/>
              <a:t>Illegal gains </a:t>
            </a:r>
            <a:r>
              <a:rPr lang="en-US" i="1" dirty="0"/>
              <a:t>constitute gross income. </a:t>
            </a:r>
            <a:r>
              <a:rPr lang="en-US" b="1" i="1" dirty="0"/>
              <a:t>Treasure trove</a:t>
            </a:r>
            <a:r>
              <a:rPr lang="en-US" i="1" dirty="0"/>
              <a:t>, to the extent of its value in United States currency, constitutes gross income for the taxable year in which it is reduced to undisputed possession</a:t>
            </a:r>
            <a:r>
              <a:rPr lang="en-US" dirty="0"/>
              <a:t>.  Reg. </a:t>
            </a:r>
            <a:r>
              <a:rPr lang="en-US" sz="2400" dirty="0">
                <a:effectLst/>
                <a:latin typeface="Calibri" panose="020F0502020204030204" pitchFamily="34" charset="0"/>
                <a:cs typeface="Calibri" panose="020F0502020204030204" pitchFamily="34" charset="0"/>
              </a:rPr>
              <a:t>§1.61-14</a:t>
            </a:r>
            <a:endParaRPr lang="en-US" dirty="0"/>
          </a:p>
        </p:txBody>
      </p:sp>
      <p:sp>
        <p:nvSpPr>
          <p:cNvPr id="3" name="Title 2">
            <a:extLst>
              <a:ext uri="{FF2B5EF4-FFF2-40B4-BE49-F238E27FC236}">
                <a16:creationId xmlns:a16="http://schemas.microsoft.com/office/drawing/2014/main" id="{4DAC532D-1E63-16B4-E596-EE6DF2741459}"/>
              </a:ext>
            </a:extLst>
          </p:cNvPr>
          <p:cNvSpPr>
            <a:spLocks noGrp="1"/>
          </p:cNvSpPr>
          <p:nvPr>
            <p:ph type="title"/>
          </p:nvPr>
        </p:nvSpPr>
        <p:spPr/>
        <p:txBody>
          <a:bodyPr/>
          <a:lstStyle/>
          <a:p>
            <a:r>
              <a:rPr lang="en-US" dirty="0"/>
              <a:t>Treasure Trove</a:t>
            </a:r>
          </a:p>
        </p:txBody>
      </p:sp>
      <p:sp>
        <p:nvSpPr>
          <p:cNvPr id="4" name="Slide Number Placeholder 3">
            <a:extLst>
              <a:ext uri="{FF2B5EF4-FFF2-40B4-BE49-F238E27FC236}">
                <a16:creationId xmlns:a16="http://schemas.microsoft.com/office/drawing/2014/main" id="{24BC9DBB-8B73-B5A5-325C-6986ED82CF18}"/>
              </a:ext>
            </a:extLst>
          </p:cNvPr>
          <p:cNvSpPr>
            <a:spLocks noGrp="1"/>
          </p:cNvSpPr>
          <p:nvPr>
            <p:ph type="sldNum" sz="quarter" idx="10"/>
          </p:nvPr>
        </p:nvSpPr>
        <p:spPr/>
        <p:txBody>
          <a:bodyPr/>
          <a:lstStyle/>
          <a:p>
            <a:fld id="{7B3E355C-57B9-BC4B-95D8-406A1F834537}" type="slidenum">
              <a:rPr lang="en-US" altLang="en-US" smtClean="0"/>
              <a:pPr/>
              <a:t>13</a:t>
            </a:fld>
            <a:endParaRPr lang="en-US" altLang="en-US" dirty="0"/>
          </a:p>
        </p:txBody>
      </p:sp>
      <p:sp>
        <p:nvSpPr>
          <p:cNvPr id="5" name="Footer Placeholder 4">
            <a:extLst>
              <a:ext uri="{FF2B5EF4-FFF2-40B4-BE49-F238E27FC236}">
                <a16:creationId xmlns:a16="http://schemas.microsoft.com/office/drawing/2014/main" id="{9CDA338B-AC15-1B77-2F88-0FBD85AAC6D2}"/>
              </a:ext>
            </a:extLst>
          </p:cNvPr>
          <p:cNvSpPr>
            <a:spLocks noGrp="1"/>
          </p:cNvSpPr>
          <p:nvPr>
            <p:ph type="ftr" sz="quarter" idx="11"/>
          </p:nvPr>
        </p:nvSpPr>
        <p:spPr/>
        <p:txBody>
          <a:bodyPr/>
          <a:lstStyle/>
          <a:p>
            <a:pPr>
              <a:defRPr/>
            </a:pPr>
            <a:r>
              <a:rPr lang="en-US"/>
              <a:t>Residual Income</a:t>
            </a:r>
            <a:endParaRPr lang="en-US" dirty="0"/>
          </a:p>
        </p:txBody>
      </p:sp>
      <p:pic>
        <p:nvPicPr>
          <p:cNvPr id="5122" name="Picture 2" descr="Ohio has obscure law regarding found treasure trove">
            <a:extLst>
              <a:ext uri="{FF2B5EF4-FFF2-40B4-BE49-F238E27FC236}">
                <a16:creationId xmlns:a16="http://schemas.microsoft.com/office/drawing/2014/main" id="{534D5E7D-F8A7-9137-A548-862A10455D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25090" y="988866"/>
            <a:ext cx="4893425" cy="31670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69896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79C5B-6CE1-D51A-FA71-6B510528040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8415AE5-CB10-33B5-FBD8-CA05B5005B0F}"/>
              </a:ext>
            </a:extLst>
          </p:cNvPr>
          <p:cNvSpPr>
            <a:spLocks noGrp="1"/>
          </p:cNvSpPr>
          <p:nvPr>
            <p:ph type="title"/>
          </p:nvPr>
        </p:nvSpPr>
        <p:spPr>
          <a:xfrm>
            <a:off x="512064" y="41935"/>
            <a:ext cx="16976978" cy="335919"/>
          </a:xfrm>
        </p:spPr>
        <p:txBody>
          <a:bodyPr/>
          <a:lstStyle/>
          <a:p>
            <a:r>
              <a:rPr lang="en-US" dirty="0"/>
              <a:t>Are caught baseballs income?</a:t>
            </a:r>
          </a:p>
        </p:txBody>
      </p:sp>
      <p:sp>
        <p:nvSpPr>
          <p:cNvPr id="4" name="Slide Number Placeholder 3">
            <a:extLst>
              <a:ext uri="{FF2B5EF4-FFF2-40B4-BE49-F238E27FC236}">
                <a16:creationId xmlns:a16="http://schemas.microsoft.com/office/drawing/2014/main" id="{AA1E6281-787B-D7E6-86AF-701642734CBD}"/>
              </a:ext>
            </a:extLst>
          </p:cNvPr>
          <p:cNvSpPr>
            <a:spLocks noGrp="1"/>
          </p:cNvSpPr>
          <p:nvPr>
            <p:ph type="sldNum" sz="quarter" idx="10"/>
          </p:nvPr>
        </p:nvSpPr>
        <p:spPr/>
        <p:txBody>
          <a:bodyPr/>
          <a:lstStyle/>
          <a:p>
            <a:fld id="{7B3E355C-57B9-BC4B-95D8-406A1F834537}" type="slidenum">
              <a:rPr lang="en-US" altLang="en-US" smtClean="0"/>
              <a:pPr/>
              <a:t>14</a:t>
            </a:fld>
            <a:endParaRPr lang="en-US" altLang="en-US" dirty="0"/>
          </a:p>
        </p:txBody>
      </p:sp>
      <p:sp>
        <p:nvSpPr>
          <p:cNvPr id="5" name="Footer Placeholder 4">
            <a:extLst>
              <a:ext uri="{FF2B5EF4-FFF2-40B4-BE49-F238E27FC236}">
                <a16:creationId xmlns:a16="http://schemas.microsoft.com/office/drawing/2014/main" id="{C4C8C912-5DE5-BA92-DE61-815AE2E21B04}"/>
              </a:ext>
            </a:extLst>
          </p:cNvPr>
          <p:cNvSpPr>
            <a:spLocks noGrp="1"/>
          </p:cNvSpPr>
          <p:nvPr>
            <p:ph type="ftr" sz="quarter" idx="11"/>
          </p:nvPr>
        </p:nvSpPr>
        <p:spPr/>
        <p:txBody>
          <a:bodyPr/>
          <a:lstStyle/>
          <a:p>
            <a:pPr>
              <a:defRPr/>
            </a:pPr>
            <a:r>
              <a:rPr lang="en-US"/>
              <a:t>Residual Income</a:t>
            </a:r>
            <a:endParaRPr lang="en-US" dirty="0"/>
          </a:p>
        </p:txBody>
      </p:sp>
      <p:pic>
        <p:nvPicPr>
          <p:cNvPr id="7170" name="Picture 2" descr="fan Phil Ozersky. After the Cardinals ...">
            <a:extLst>
              <a:ext uri="{FF2B5EF4-FFF2-40B4-BE49-F238E27FC236}">
                <a16:creationId xmlns:a16="http://schemas.microsoft.com/office/drawing/2014/main" id="{55530A62-D082-405B-5D65-BAB2CCB6C35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12064" y="889736"/>
            <a:ext cx="3079230" cy="2842641"/>
          </a:xfrm>
          <a:prstGeom prst="rect">
            <a:avLst/>
          </a:prstGeom>
          <a:noFill/>
          <a:extLst>
            <a:ext uri="{909E8E84-426E-40DD-AFC4-6F175D3DCCD1}">
              <a14:hiddenFill xmlns:a14="http://schemas.microsoft.com/office/drawing/2010/main">
                <a:solidFill>
                  <a:srgbClr val="FFFFFF"/>
                </a:solidFill>
              </a14:hiddenFill>
            </a:ext>
          </a:extLst>
        </p:spPr>
      </p:pic>
      <p:pic>
        <p:nvPicPr>
          <p:cNvPr id="7176" name="Picture 8" descr="Rovell] Phil Ozersky, a fan making $30K a year, caught McGwire's 70th HR  ball. Trade the Cardinals ask for: The ball for a signed bat, ball &amp;  jersey. Ozersky says he also">
            <a:extLst>
              <a:ext uri="{FF2B5EF4-FFF2-40B4-BE49-F238E27FC236}">
                <a16:creationId xmlns:a16="http://schemas.microsoft.com/office/drawing/2014/main" id="{0B3E1835-4864-CFBD-9E19-3C8DD57B5C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17010" y="889737"/>
            <a:ext cx="2367854" cy="284264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6F9E4F4-516E-1879-A513-C53F1E1651CC}"/>
              </a:ext>
            </a:extLst>
          </p:cNvPr>
          <p:cNvSpPr txBox="1"/>
          <p:nvPr/>
        </p:nvSpPr>
        <p:spPr>
          <a:xfrm>
            <a:off x="3868646" y="701008"/>
            <a:ext cx="4971011" cy="3108543"/>
          </a:xfrm>
          <a:prstGeom prst="rect">
            <a:avLst/>
          </a:prstGeom>
          <a:noFill/>
          <a:ln w="28575">
            <a:solidFill>
              <a:schemeClr val="accent1">
                <a:shade val="95000"/>
                <a:satMod val="105000"/>
              </a:schemeClr>
            </a:solidFill>
          </a:ln>
        </p:spPr>
        <p:txBody>
          <a:bodyPr wrap="square" rtlCol="0">
            <a:spAutoFit/>
          </a:bodyPr>
          <a:lstStyle/>
          <a:p>
            <a:r>
              <a:rPr lang="en-US" sz="2800"/>
              <a:t>McGwire </a:t>
            </a:r>
            <a:r>
              <a:rPr lang="en-US" sz="2800" dirty="0"/>
              <a:t>hits 70 HRs in 1998.  Phil </a:t>
            </a:r>
            <a:r>
              <a:rPr lang="en-US" sz="2800" dirty="0" err="1"/>
              <a:t>Ozersky</a:t>
            </a:r>
            <a:r>
              <a:rPr lang="en-US" sz="2800" dirty="0"/>
              <a:t> catches the ball of the 70</a:t>
            </a:r>
            <a:r>
              <a:rPr lang="en-US" sz="2800" baseline="30000" dirty="0"/>
              <a:t>th</a:t>
            </a:r>
            <a:r>
              <a:rPr lang="en-US" sz="2800" dirty="0"/>
              <a:t> HR.  He latter sells it for $3MM.</a:t>
            </a:r>
            <a:br>
              <a:rPr lang="en-US" sz="2800" dirty="0"/>
            </a:br>
            <a:br>
              <a:rPr lang="en-US" sz="2800" dirty="0"/>
            </a:br>
            <a:r>
              <a:rPr lang="en-US" sz="2800" dirty="0"/>
              <a:t>Should it be income at the time he caught it?  </a:t>
            </a:r>
          </a:p>
        </p:txBody>
      </p:sp>
      <p:sp>
        <p:nvSpPr>
          <p:cNvPr id="8" name="TextBox 7">
            <a:extLst>
              <a:ext uri="{FF2B5EF4-FFF2-40B4-BE49-F238E27FC236}">
                <a16:creationId xmlns:a16="http://schemas.microsoft.com/office/drawing/2014/main" id="{85F0F486-4923-981C-33B8-D2AD0DDA6A3B}"/>
              </a:ext>
            </a:extLst>
          </p:cNvPr>
          <p:cNvSpPr txBox="1"/>
          <p:nvPr/>
        </p:nvSpPr>
        <p:spPr>
          <a:xfrm>
            <a:off x="1213658" y="4055531"/>
            <a:ext cx="10271206" cy="2246769"/>
          </a:xfrm>
          <a:prstGeom prst="rect">
            <a:avLst/>
          </a:prstGeom>
          <a:noFill/>
          <a:ln w="25400">
            <a:solidFill>
              <a:schemeClr val="accent1">
                <a:shade val="95000"/>
                <a:satMod val="105000"/>
              </a:schemeClr>
            </a:solidFill>
          </a:ln>
        </p:spPr>
        <p:txBody>
          <a:bodyPr wrap="square">
            <a:spAutoFit/>
          </a:bodyPr>
          <a:lstStyle/>
          <a:p>
            <a:r>
              <a:rPr lang="en-US" sz="2800" b="0" i="0" dirty="0">
                <a:solidFill>
                  <a:srgbClr val="222222"/>
                </a:solidFill>
                <a:effectLst/>
                <a:latin typeface="Calibri" panose="020F0502020204030204" pitchFamily="34" charset="0"/>
                <a:cs typeface="Calibri" panose="020F0502020204030204" pitchFamily="34" charset="0"/>
              </a:rPr>
              <a:t>Todd McFarlane, a well-known comic book artist, bought the 70th home run ball at an auction for about $3 million right after the 1998 season. But since McGwire was put through the wringer of the sport’s steroids scandal plus Barry Bonds breaking his mark, the ball’s value has significantly decreased to around $300K.</a:t>
            </a:r>
            <a:endParaRPr lang="en-US" sz="2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04272149"/>
      </p:ext>
    </p:extLst>
  </p:cSld>
  <p:clrMapOvr>
    <a:masterClrMapping/>
  </p:clrMapOvr>
</p:sld>
</file>

<file path=ppt/theme/theme1.xml><?xml version="1.0" encoding="utf-8"?>
<a:theme xmlns:a="http://schemas.openxmlformats.org/drawingml/2006/main" name="CG Body - Standard">
  <a:themeElements>
    <a:clrScheme name="CGSH">
      <a:dk1>
        <a:sysClr val="windowText" lastClr="000000"/>
      </a:dk1>
      <a:lt1>
        <a:sysClr val="window" lastClr="FFFFFF"/>
      </a:lt1>
      <a:dk2>
        <a:srgbClr val="000000"/>
      </a:dk2>
      <a:lt2>
        <a:srgbClr val="FFFFFF"/>
      </a:lt2>
      <a:accent1>
        <a:srgbClr val="B01C2E"/>
      </a:accent1>
      <a:accent2>
        <a:srgbClr val="4B2942"/>
      </a:accent2>
      <a:accent3>
        <a:srgbClr val="002F5F"/>
      </a:accent3>
      <a:accent4>
        <a:srgbClr val="495B25"/>
      </a:accent4>
      <a:accent5>
        <a:srgbClr val="E66402"/>
      </a:accent5>
      <a:accent6>
        <a:srgbClr val="FF9933"/>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CT_COE_16" id="{671586AA-9BBF-BE44-880F-D824A4D8FE5E}" vid="{5A5CEC7A-9E78-BE40-8F14-2D245F9926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5738</TotalTime>
  <Words>854</Words>
  <Application>Microsoft Macintosh PowerPoint</Application>
  <PresentationFormat>Widescreen</PresentationFormat>
  <Paragraphs>74</Paragraphs>
  <Slides>14</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NSimSun</vt:lpstr>
      <vt:lpstr>Aptos</vt:lpstr>
      <vt:lpstr>Arial</vt:lpstr>
      <vt:lpstr>Calibri</vt:lpstr>
      <vt:lpstr>Courier New</vt:lpstr>
      <vt:lpstr>Times New Roman</vt:lpstr>
      <vt:lpstr>Wingdings</vt:lpstr>
      <vt:lpstr>Wingdings 2</vt:lpstr>
      <vt:lpstr>CG Body - Standard</vt:lpstr>
      <vt:lpstr>PowerPoint Presentation</vt:lpstr>
      <vt:lpstr>Section 61(a)(1)</vt:lpstr>
      <vt:lpstr>Historical Antecedents of Income</vt:lpstr>
      <vt:lpstr>Eisner v. Macomber, 252 U.S. 189 (1920)</vt:lpstr>
      <vt:lpstr>CIR v. Glenshaw Glass, 348 U.S. 426, reh’g denied, 349 U.S. 925 (1955)</vt:lpstr>
      <vt:lpstr>Rev. Rul. 76-131</vt:lpstr>
      <vt:lpstr>Notice 99-3</vt:lpstr>
      <vt:lpstr>In-kind Consumption</vt:lpstr>
      <vt:lpstr>United States v. Gotcher, 401 F.2d 118 (5th Cir. 1968)</vt:lpstr>
      <vt:lpstr>Haverly v. US, 513 F.2d 224 (7th Cir. 1975)</vt:lpstr>
      <vt:lpstr>Rev. Rul. 76-96</vt:lpstr>
      <vt:lpstr>Helvering v. Bruun, 309 U.S. 461 (1940)</vt:lpstr>
      <vt:lpstr>Treasure Trove</vt:lpstr>
      <vt:lpstr>Are caught baseballs income?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Jeffrey M. Colon</dc:creator>
  <cp:lastModifiedBy>Colon, Jeffrey M.</cp:lastModifiedBy>
  <cp:revision>3</cp:revision>
  <dcterms:created xsi:type="dcterms:W3CDTF">2025-01-19T12:38:16Z</dcterms:created>
  <dcterms:modified xsi:type="dcterms:W3CDTF">2026-09-20T12:41:50Z</dcterms:modified>
</cp:coreProperties>
</file>